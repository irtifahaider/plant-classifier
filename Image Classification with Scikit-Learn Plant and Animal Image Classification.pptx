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7" r:id="rId1"/>
    <p:sldMasterId id="2147483678" r:id="rId2"/>
  </p:sldMasterIdLst>
  <p:notesMasterIdLst>
    <p:notesMasterId r:id="rId59"/>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Lst>
  <p:sldSz cx="9144000" cy="5143500" type="screen16x9"/>
  <p:notesSz cx="6858000" cy="9144000"/>
  <p:embeddedFontLst>
    <p:embeddedFont>
      <p:font typeface="Albert Sans" panose="020B0604020202020204" charset="0"/>
      <p:regular r:id="rId60"/>
      <p:bold r:id="rId61"/>
      <p:italic r:id="rId62"/>
      <p:boldItalic r:id="rId63"/>
    </p:embeddedFont>
    <p:embeddedFont>
      <p:font typeface="Amatic SC" panose="00000500000000000000" pitchFamily="2" charset="-79"/>
      <p:regular r:id="rId64"/>
      <p:bold r:id="rId65"/>
    </p:embeddedFont>
    <p:embeddedFont>
      <p:font typeface="Anaheim" panose="020B0604020202020204" charset="0"/>
      <p:regular r:id="rId66"/>
      <p:bold r:id="rId67"/>
    </p:embeddedFont>
    <p:embeddedFont>
      <p:font typeface="Bebas Neue" panose="020B0604020202020204" charset="0"/>
      <p:regular r:id="rId68"/>
    </p:embeddedFont>
    <p:embeddedFont>
      <p:font typeface="Calibri" panose="020F0502020204030204" pitchFamily="34" charset="0"/>
      <p:regular r:id="rId69"/>
      <p:bold r:id="rId70"/>
      <p:italic r:id="rId71"/>
      <p:boldItalic r:id="rId72"/>
    </p:embeddedFont>
    <p:embeddedFont>
      <p:font typeface="Corben" panose="020B0604020202020204" charset="0"/>
      <p:regular r:id="rId73"/>
      <p:bold r:id="rId74"/>
    </p:embeddedFont>
    <p:embeddedFont>
      <p:font typeface="Nunito Light" pitchFamily="2" charset="0"/>
      <p:regular r:id="rId75"/>
    </p:embeddedFont>
    <p:embeddedFont>
      <p:font typeface="Proxima Nova" panose="020B0604020202020204" charset="0"/>
      <p:regular r:id="rId76"/>
      <p:bold r:id="rId77"/>
      <p:italic r:id="rId78"/>
      <p:boldItalic r:id="rId79"/>
    </p:embeddedFont>
    <p:embeddedFont>
      <p:font typeface="PT Sans" panose="020B0503020203020204" pitchFamily="34" charset="0"/>
      <p:regular r:id="rId80"/>
      <p:bold r:id="rId81"/>
      <p:italic r:id="rId82"/>
      <p:boldItalic r:id="rId83"/>
    </p:embeddedFont>
    <p:embeddedFont>
      <p:font typeface="Roboto Medium" panose="02000000000000000000" pitchFamily="2" charset="0"/>
      <p:regular r:id="rId84"/>
      <p:bold r:id="rId85"/>
      <p:italic r:id="rId86"/>
      <p:boldItalic r:id="rId8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14EB5DC0-6C13-44D8-B183-1ABDBCA710C1}">
  <a:tblStyle styleId="{14EB5DC0-6C13-44D8-B183-1ABDBCA710C1}"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A4DD3D06-50BD-430A-A767-BC0E34797BA8}"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81" d="100"/>
          <a:sy n="81" d="100"/>
        </p:scale>
        <p:origin x="860" y="6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4.fntdata"/><Relationship Id="rId68" Type="http://schemas.openxmlformats.org/officeDocument/2006/relationships/font" Target="fonts/font9.fntdata"/><Relationship Id="rId84" Type="http://schemas.openxmlformats.org/officeDocument/2006/relationships/font" Target="fonts/font25.fntdata"/><Relationship Id="rId89" Type="http://schemas.openxmlformats.org/officeDocument/2006/relationships/viewProps" Target="view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5.fntdata"/><Relationship Id="rId79" Type="http://schemas.openxmlformats.org/officeDocument/2006/relationships/font" Target="fonts/font20.fntdata"/><Relationship Id="rId5" Type="http://schemas.openxmlformats.org/officeDocument/2006/relationships/slide" Target="slides/slide3.xml"/><Relationship Id="rId90" Type="http://schemas.openxmlformats.org/officeDocument/2006/relationships/theme" Target="theme/theme1.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5.fntdata"/><Relationship Id="rId69" Type="http://schemas.openxmlformats.org/officeDocument/2006/relationships/font" Target="fonts/font10.fntdata"/><Relationship Id="rId77" Type="http://schemas.openxmlformats.org/officeDocument/2006/relationships/font" Target="fonts/font1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3.fntdata"/><Relationship Id="rId80" Type="http://schemas.openxmlformats.org/officeDocument/2006/relationships/font" Target="fonts/font21.fntdata"/><Relationship Id="rId85" Type="http://schemas.openxmlformats.org/officeDocument/2006/relationships/font" Target="fonts/font26.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notesMaster" Target="notesMasters/notesMaster1.xml"/><Relationship Id="rId67" Type="http://schemas.openxmlformats.org/officeDocument/2006/relationships/font" Target="fonts/font8.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3.fntdata"/><Relationship Id="rId70" Type="http://schemas.openxmlformats.org/officeDocument/2006/relationships/font" Target="fonts/font11.fntdata"/><Relationship Id="rId75" Type="http://schemas.openxmlformats.org/officeDocument/2006/relationships/font" Target="fonts/font16.fntdata"/><Relationship Id="rId83" Type="http://schemas.openxmlformats.org/officeDocument/2006/relationships/font" Target="fonts/font24.fntdata"/><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1.fntdata"/><Relationship Id="rId65" Type="http://schemas.openxmlformats.org/officeDocument/2006/relationships/font" Target="fonts/font6.fntdata"/><Relationship Id="rId73" Type="http://schemas.openxmlformats.org/officeDocument/2006/relationships/font" Target="fonts/font14.fntdata"/><Relationship Id="rId78" Type="http://schemas.openxmlformats.org/officeDocument/2006/relationships/font" Target="fonts/font19.fntdata"/><Relationship Id="rId81" Type="http://schemas.openxmlformats.org/officeDocument/2006/relationships/font" Target="fonts/font22.fntdata"/><Relationship Id="rId86" Type="http://schemas.openxmlformats.org/officeDocument/2006/relationships/font" Target="fonts/font27.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7.fntdata"/><Relationship Id="rId7" Type="http://schemas.openxmlformats.org/officeDocument/2006/relationships/slide" Target="slides/slide5.xml"/><Relationship Id="rId71" Type="http://schemas.openxmlformats.org/officeDocument/2006/relationships/font" Target="fonts/font1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7.fntdata"/><Relationship Id="rId87" Type="http://schemas.openxmlformats.org/officeDocument/2006/relationships/font" Target="fonts/font28.fntdata"/><Relationship Id="rId61" Type="http://schemas.openxmlformats.org/officeDocument/2006/relationships/font" Target="fonts/font2.fntdata"/><Relationship Id="rId82" Type="http://schemas.openxmlformats.org/officeDocument/2006/relationships/font" Target="fonts/font23.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1"/>
        <p:cNvGrpSpPr/>
        <p:nvPr/>
      </p:nvGrpSpPr>
      <p:grpSpPr>
        <a:xfrm>
          <a:off x="0" y="0"/>
          <a:ext cx="0" cy="0"/>
          <a:chOff x="0" y="0"/>
          <a:chExt cx="0" cy="0"/>
        </a:xfrm>
      </p:grpSpPr>
      <p:sp>
        <p:nvSpPr>
          <p:cNvPr id="182" name="Google Shape;182;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 name="Google Shape;183;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
        <p:cNvGrpSpPr/>
        <p:nvPr/>
      </p:nvGrpSpPr>
      <p:grpSpPr>
        <a:xfrm>
          <a:off x="0" y="0"/>
          <a:ext cx="0" cy="0"/>
          <a:chOff x="0" y="0"/>
          <a:chExt cx="0" cy="0"/>
        </a:xfrm>
      </p:grpSpPr>
      <p:sp>
        <p:nvSpPr>
          <p:cNvPr id="192" name="Google Shape;192;g254a940712a_0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 name="Google Shape;193;g254a940712a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
        <p:cNvGrpSpPr/>
        <p:nvPr/>
      </p:nvGrpSpPr>
      <p:grpSpPr>
        <a:xfrm>
          <a:off x="0" y="0"/>
          <a:ext cx="0" cy="0"/>
          <a:chOff x="0" y="0"/>
          <a:chExt cx="0" cy="0"/>
        </a:xfrm>
      </p:grpSpPr>
      <p:sp>
        <p:nvSpPr>
          <p:cNvPr id="201" name="Google Shape;201;g255b0e5fad8_0_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 name="Google Shape;202;g255b0e5fad8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
        <p:cNvGrpSpPr/>
        <p:nvPr/>
      </p:nvGrpSpPr>
      <p:grpSpPr>
        <a:xfrm>
          <a:off x="0" y="0"/>
          <a:ext cx="0" cy="0"/>
          <a:chOff x="0" y="0"/>
          <a:chExt cx="0" cy="0"/>
        </a:xfrm>
      </p:grpSpPr>
      <p:sp>
        <p:nvSpPr>
          <p:cNvPr id="224" name="Google Shape;224;g54dda1946d_6_2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 name="Google Shape;225;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
        <p:cNvGrpSpPr/>
        <p:nvPr/>
      </p:nvGrpSpPr>
      <p:grpSpPr>
        <a:xfrm>
          <a:off x="0" y="0"/>
          <a:ext cx="0" cy="0"/>
          <a:chOff x="0" y="0"/>
          <a:chExt cx="0" cy="0"/>
        </a:xfrm>
      </p:grpSpPr>
      <p:sp>
        <p:nvSpPr>
          <p:cNvPr id="234" name="Google Shape;234;g54dda1946d_6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5" name="Google Shape;235;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
        <p:cNvGrpSpPr/>
        <p:nvPr/>
      </p:nvGrpSpPr>
      <p:grpSpPr>
        <a:xfrm>
          <a:off x="0" y="0"/>
          <a:ext cx="0" cy="0"/>
          <a:chOff x="0" y="0"/>
          <a:chExt cx="0" cy="0"/>
        </a:xfrm>
      </p:grpSpPr>
      <p:sp>
        <p:nvSpPr>
          <p:cNvPr id="245" name="Google Shape;245;g14072739ea5_1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6" name="Google Shape;246;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
        <p:cNvGrpSpPr/>
        <p:nvPr/>
      </p:nvGrpSpPr>
      <p:grpSpPr>
        <a:xfrm>
          <a:off x="0" y="0"/>
          <a:ext cx="0" cy="0"/>
          <a:chOff x="0" y="0"/>
          <a:chExt cx="0" cy="0"/>
        </a:xfrm>
      </p:grpSpPr>
      <p:sp>
        <p:nvSpPr>
          <p:cNvPr id="252" name="Google Shape;252;g54dda1946d_6_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 name="Google Shape;253;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
        <p:cNvGrpSpPr/>
        <p:nvPr/>
      </p:nvGrpSpPr>
      <p:grpSpPr>
        <a:xfrm>
          <a:off x="0" y="0"/>
          <a:ext cx="0" cy="0"/>
          <a:chOff x="0" y="0"/>
          <a:chExt cx="0" cy="0"/>
        </a:xfrm>
      </p:grpSpPr>
      <p:sp>
        <p:nvSpPr>
          <p:cNvPr id="259" name="Google Shape;259;g54dda1946d_6_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 name="Google Shape;260;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54dda1946d_6_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
        <p:cNvGrpSpPr/>
        <p:nvPr/>
      </p:nvGrpSpPr>
      <p:grpSpPr>
        <a:xfrm>
          <a:off x="0" y="0"/>
          <a:ext cx="0" cy="0"/>
          <a:chOff x="0" y="0"/>
          <a:chExt cx="0" cy="0"/>
        </a:xfrm>
      </p:grpSpPr>
      <p:sp>
        <p:nvSpPr>
          <p:cNvPr id="310" name="Google Shape;310;gd5260bdd85_0_2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 name="Google Shape;311;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1"/>
        <p:cNvGrpSpPr/>
        <p:nvPr/>
      </p:nvGrpSpPr>
      <p:grpSpPr>
        <a:xfrm>
          <a:off x="0" y="0"/>
          <a:ext cx="0" cy="0"/>
          <a:chOff x="0" y="0"/>
          <a:chExt cx="0" cy="0"/>
        </a:xfrm>
      </p:grpSpPr>
      <p:sp>
        <p:nvSpPr>
          <p:cNvPr id="362" name="Google Shape;362;g54dda1946d_4_27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3" name="Google Shape;363;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2"/>
        <p:cNvGrpSpPr/>
        <p:nvPr/>
      </p:nvGrpSpPr>
      <p:grpSpPr>
        <a:xfrm>
          <a:off x="0" y="0"/>
          <a:ext cx="0" cy="0"/>
          <a:chOff x="0" y="0"/>
          <a:chExt cx="0" cy="0"/>
        </a:xfrm>
      </p:grpSpPr>
      <p:sp>
        <p:nvSpPr>
          <p:cNvPr id="413" name="Google Shape;413;g54dda1946d_6_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4" name="Google Shape;414;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
        <p:cNvGrpSpPr/>
        <p:nvPr/>
      </p:nvGrpSpPr>
      <p:grpSpPr>
        <a:xfrm>
          <a:off x="0" y="0"/>
          <a:ext cx="0" cy="0"/>
          <a:chOff x="0" y="0"/>
          <a:chExt cx="0" cy="0"/>
        </a:xfrm>
      </p:grpSpPr>
      <p:sp>
        <p:nvSpPr>
          <p:cNvPr id="421" name="Google Shape;421;g54ff9c4cb4_3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2" name="Google Shape;422;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
        <p:cNvGrpSpPr/>
        <p:nvPr/>
      </p:nvGrpSpPr>
      <p:grpSpPr>
        <a:xfrm>
          <a:off x="0" y="0"/>
          <a:ext cx="0" cy="0"/>
          <a:chOff x="0" y="0"/>
          <a:chExt cx="0" cy="0"/>
        </a:xfrm>
      </p:grpSpPr>
      <p:sp>
        <p:nvSpPr>
          <p:cNvPr id="428" name="Google Shape;428;g54dda1946d_6_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 name="Google Shape;429;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
        <p:cNvGrpSpPr/>
        <p:nvPr/>
      </p:nvGrpSpPr>
      <p:grpSpPr>
        <a:xfrm>
          <a:off x="0" y="0"/>
          <a:ext cx="0" cy="0"/>
          <a:chOff x="0" y="0"/>
          <a:chExt cx="0" cy="0"/>
        </a:xfrm>
      </p:grpSpPr>
      <p:sp>
        <p:nvSpPr>
          <p:cNvPr id="434" name="Google Shape;434;g54dda1946d_6_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 name="Google Shape;435;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0"/>
        <p:cNvGrpSpPr/>
        <p:nvPr/>
      </p:nvGrpSpPr>
      <p:grpSpPr>
        <a:xfrm>
          <a:off x="0" y="0"/>
          <a:ext cx="0" cy="0"/>
          <a:chOff x="0" y="0"/>
          <a:chExt cx="0" cy="0"/>
        </a:xfrm>
      </p:grpSpPr>
      <p:sp>
        <p:nvSpPr>
          <p:cNvPr id="441" name="Google Shape;441;g54dda1946d_4_27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2" name="Google Shape;442;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7"/>
        <p:cNvGrpSpPr/>
        <p:nvPr/>
      </p:nvGrpSpPr>
      <p:grpSpPr>
        <a:xfrm>
          <a:off x="0" y="0"/>
          <a:ext cx="0" cy="0"/>
          <a:chOff x="0" y="0"/>
          <a:chExt cx="0" cy="0"/>
        </a:xfrm>
      </p:grpSpPr>
      <p:sp>
        <p:nvSpPr>
          <p:cNvPr id="448" name="Google Shape;448;g54dda1946d_4_27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9" name="Google Shape;449;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8"/>
        <p:cNvGrpSpPr/>
        <p:nvPr/>
      </p:nvGrpSpPr>
      <p:grpSpPr>
        <a:xfrm>
          <a:off x="0" y="0"/>
          <a:ext cx="0" cy="0"/>
          <a:chOff x="0" y="0"/>
          <a:chExt cx="0" cy="0"/>
        </a:xfrm>
      </p:grpSpPr>
      <p:sp>
        <p:nvSpPr>
          <p:cNvPr id="459" name="Google Shape;459;gd5260bdd85_0_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0" name="Google Shape;460;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p:cNvGrpSpPr/>
        <p:nvPr/>
      </p:nvGrpSpPr>
      <p:grpSpPr>
        <a:xfrm>
          <a:off x="0" y="0"/>
          <a:ext cx="0" cy="0"/>
          <a:chOff x="0" y="0"/>
          <a:chExt cx="0" cy="0"/>
        </a:xfrm>
      </p:grpSpPr>
      <p:sp>
        <p:nvSpPr>
          <p:cNvPr id="479" name="Google Shape;479;g54dda1946d_0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9"/>
        <p:cNvGrpSpPr/>
        <p:nvPr/>
      </p:nvGrpSpPr>
      <p:grpSpPr>
        <a:xfrm>
          <a:off x="0" y="0"/>
          <a:ext cx="0" cy="0"/>
          <a:chOff x="0" y="0"/>
          <a:chExt cx="0" cy="0"/>
        </a:xfrm>
      </p:grpSpPr>
      <p:sp>
        <p:nvSpPr>
          <p:cNvPr id="490" name="Google Shape;490;g54dda1946d_4_27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 name="Google Shape;491;g54dda1946d_4_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
        <p:cNvGrpSpPr/>
        <p:nvPr/>
      </p:nvGrpSpPr>
      <p:grpSpPr>
        <a:xfrm>
          <a:off x="0" y="0"/>
          <a:ext cx="0" cy="0"/>
          <a:chOff x="0" y="0"/>
          <a:chExt cx="0" cy="0"/>
        </a:xfrm>
      </p:grpSpPr>
      <p:sp>
        <p:nvSpPr>
          <p:cNvPr id="498" name="Google Shape;498;g54dda1946d_4_27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 name="Google Shape;499;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
        <p:cNvGrpSpPr/>
        <p:nvPr/>
      </p:nvGrpSpPr>
      <p:grpSpPr>
        <a:xfrm>
          <a:off x="0" y="0"/>
          <a:ext cx="0" cy="0"/>
          <a:chOff x="0" y="0"/>
          <a:chExt cx="0" cy="0"/>
        </a:xfrm>
      </p:grpSpPr>
      <p:sp>
        <p:nvSpPr>
          <p:cNvPr id="509" name="Google Shape;509;g54dda1946d_4_26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0" name="Google Shape;510;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8"/>
        <p:cNvGrpSpPr/>
        <p:nvPr/>
      </p:nvGrpSpPr>
      <p:grpSpPr>
        <a:xfrm>
          <a:off x="0" y="0"/>
          <a:ext cx="0" cy="0"/>
          <a:chOff x="0" y="0"/>
          <a:chExt cx="0" cy="0"/>
        </a:xfrm>
      </p:grpSpPr>
      <p:sp>
        <p:nvSpPr>
          <p:cNvPr id="599" name="Google Shape;599;g54dda1946d_4_2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0" name="Google Shape;600;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7"/>
        <p:cNvGrpSpPr/>
        <p:nvPr/>
      </p:nvGrpSpPr>
      <p:grpSpPr>
        <a:xfrm>
          <a:off x="0" y="0"/>
          <a:ext cx="0" cy="0"/>
          <a:chOff x="0" y="0"/>
          <a:chExt cx="0" cy="0"/>
        </a:xfrm>
      </p:grpSpPr>
      <p:sp>
        <p:nvSpPr>
          <p:cNvPr id="648" name="Google Shape;648;g54dda1946d_4_26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9" name="Google Shape;649;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
        <p:cNvGrpSpPr/>
        <p:nvPr/>
      </p:nvGrpSpPr>
      <p:grpSpPr>
        <a:xfrm>
          <a:off x="0" y="0"/>
          <a:ext cx="0" cy="0"/>
          <a:chOff x="0" y="0"/>
          <a:chExt cx="0" cy="0"/>
        </a:xfrm>
      </p:grpSpPr>
      <p:sp>
        <p:nvSpPr>
          <p:cNvPr id="717" name="Google Shape;717;g54dda1946d_4_2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8" name="Google Shape;718;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54dda1946d_4_26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
        <p:cNvGrpSpPr/>
        <p:nvPr/>
      </p:nvGrpSpPr>
      <p:grpSpPr>
        <a:xfrm>
          <a:off x="0" y="0"/>
          <a:ext cx="0" cy="0"/>
          <a:chOff x="0" y="0"/>
          <a:chExt cx="0" cy="0"/>
        </a:xfrm>
      </p:grpSpPr>
      <p:sp>
        <p:nvSpPr>
          <p:cNvPr id="739" name="Google Shape;739;g255a2c2843b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 name="Google Shape;740;g255a2c2843b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4"/>
        <p:cNvGrpSpPr/>
        <p:nvPr/>
      </p:nvGrpSpPr>
      <p:grpSpPr>
        <a:xfrm>
          <a:off x="0" y="0"/>
          <a:ext cx="0" cy="0"/>
          <a:chOff x="0" y="0"/>
          <a:chExt cx="0" cy="0"/>
        </a:xfrm>
      </p:grpSpPr>
      <p:sp>
        <p:nvSpPr>
          <p:cNvPr id="745" name="Google Shape;745;g255a2c2843b_0_410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6" name="Google Shape;746;g255a2c2843b_0_410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7"/>
        <p:cNvGrpSpPr/>
        <p:nvPr/>
      </p:nvGrpSpPr>
      <p:grpSpPr>
        <a:xfrm>
          <a:off x="0" y="0"/>
          <a:ext cx="0" cy="0"/>
          <a:chOff x="0" y="0"/>
          <a:chExt cx="0" cy="0"/>
        </a:xfrm>
      </p:grpSpPr>
      <p:sp>
        <p:nvSpPr>
          <p:cNvPr id="768" name="Google Shape;768;g255a2c2843b_0_410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 name="Google Shape;769;g255a2c2843b_0_410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6"/>
        <p:cNvGrpSpPr/>
        <p:nvPr/>
      </p:nvGrpSpPr>
      <p:grpSpPr>
        <a:xfrm>
          <a:off x="0" y="0"/>
          <a:ext cx="0" cy="0"/>
          <a:chOff x="0" y="0"/>
          <a:chExt cx="0" cy="0"/>
        </a:xfrm>
      </p:grpSpPr>
      <p:sp>
        <p:nvSpPr>
          <p:cNvPr id="797" name="Google Shape;797;g255a2c2843b_0_410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8" name="Google Shape;798;g255a2c2843b_0_410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
        <p:cNvGrpSpPr/>
        <p:nvPr/>
      </p:nvGrpSpPr>
      <p:grpSpPr>
        <a:xfrm>
          <a:off x="0" y="0"/>
          <a:ext cx="0" cy="0"/>
          <a:chOff x="0" y="0"/>
          <a:chExt cx="0" cy="0"/>
        </a:xfrm>
      </p:grpSpPr>
      <p:sp>
        <p:nvSpPr>
          <p:cNvPr id="869" name="Google Shape;869;g255a2c2843b_0_410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0" name="Google Shape;870;g255a2c2843b_0_410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
        <p:cNvGrpSpPr/>
        <p:nvPr/>
      </p:nvGrpSpPr>
      <p:grpSpPr>
        <a:xfrm>
          <a:off x="0" y="0"/>
          <a:ext cx="0" cy="0"/>
          <a:chOff x="0" y="0"/>
          <a:chExt cx="0" cy="0"/>
        </a:xfrm>
      </p:grpSpPr>
      <p:sp>
        <p:nvSpPr>
          <p:cNvPr id="893" name="Google Shape;893;g255a2c2843b_0_410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4" name="Google Shape;894;g255a2c2843b_0_410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8"/>
        <p:cNvGrpSpPr/>
        <p:nvPr/>
      </p:nvGrpSpPr>
      <p:grpSpPr>
        <a:xfrm>
          <a:off x="0" y="0"/>
          <a:ext cx="0" cy="0"/>
          <a:chOff x="0" y="0"/>
          <a:chExt cx="0" cy="0"/>
        </a:xfrm>
      </p:grpSpPr>
      <p:sp>
        <p:nvSpPr>
          <p:cNvPr id="929" name="Google Shape;929;g255a2c2843b_0_410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0" name="Google Shape;930;g255a2c2843b_0_410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2"/>
        <p:cNvGrpSpPr/>
        <p:nvPr/>
      </p:nvGrpSpPr>
      <p:grpSpPr>
        <a:xfrm>
          <a:off x="0" y="0"/>
          <a:ext cx="0" cy="0"/>
          <a:chOff x="0" y="0"/>
          <a:chExt cx="0" cy="0"/>
        </a:xfrm>
      </p:grpSpPr>
      <p:sp>
        <p:nvSpPr>
          <p:cNvPr id="953" name="Google Shape;953;gd5260bdd85_0_3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 name="Google Shape;954;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3"/>
        <p:cNvGrpSpPr/>
        <p:nvPr/>
      </p:nvGrpSpPr>
      <p:grpSpPr>
        <a:xfrm>
          <a:off x="0" y="0"/>
          <a:ext cx="0" cy="0"/>
          <a:chOff x="0" y="0"/>
          <a:chExt cx="0" cy="0"/>
        </a:xfrm>
      </p:grpSpPr>
      <p:sp>
        <p:nvSpPr>
          <p:cNvPr id="964" name="Google Shape;964;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5" name="Google Shape;965;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1"/>
        <p:cNvGrpSpPr/>
        <p:nvPr/>
      </p:nvGrpSpPr>
      <p:grpSpPr>
        <a:xfrm>
          <a:off x="0" y="0"/>
          <a:ext cx="0" cy="0"/>
          <a:chOff x="0" y="0"/>
          <a:chExt cx="0" cy="0"/>
        </a:xfrm>
      </p:grpSpPr>
      <p:sp>
        <p:nvSpPr>
          <p:cNvPr id="992" name="Google Shape;992;g3422496e34b14ea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3" name="Google Shape;993;g3422496e34b14ea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4"/>
        <p:cNvGrpSpPr/>
        <p:nvPr/>
      </p:nvGrpSpPr>
      <p:grpSpPr>
        <a:xfrm>
          <a:off x="0" y="0"/>
          <a:ext cx="0" cy="0"/>
          <a:chOff x="0" y="0"/>
          <a:chExt cx="0" cy="0"/>
        </a:xfrm>
      </p:grpSpPr>
      <p:sp>
        <p:nvSpPr>
          <p:cNvPr id="1335" name="Google Shape;1335;gd44c0c1fca_0_1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6" name="Google Shape;1336;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0"/>
        <p:cNvGrpSpPr/>
        <p:nvPr/>
      </p:nvGrpSpPr>
      <p:grpSpPr>
        <a:xfrm>
          <a:off x="0" y="0"/>
          <a:ext cx="0" cy="0"/>
          <a:chOff x="0" y="0"/>
          <a:chExt cx="0" cy="0"/>
        </a:xfrm>
      </p:grpSpPr>
      <p:sp>
        <p:nvSpPr>
          <p:cNvPr id="1341" name="Google Shape;1341;g51b1a71d38_3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2" name="Google Shape;1342;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6"/>
        <p:cNvGrpSpPr/>
        <p:nvPr/>
      </p:nvGrpSpPr>
      <p:grpSpPr>
        <a:xfrm>
          <a:off x="0" y="0"/>
          <a:ext cx="0" cy="0"/>
          <a:chOff x="0" y="0"/>
          <a:chExt cx="0" cy="0"/>
        </a:xfrm>
      </p:grpSpPr>
      <p:sp>
        <p:nvSpPr>
          <p:cNvPr id="1347" name="Google Shape;1347;g255a2c2843b_0_273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8" name="Google Shape;1348;g255a2c2843b_0_273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2"/>
        <p:cNvGrpSpPr/>
        <p:nvPr/>
      </p:nvGrpSpPr>
      <p:grpSpPr>
        <a:xfrm>
          <a:off x="0" y="0"/>
          <a:ext cx="0" cy="0"/>
          <a:chOff x="0" y="0"/>
          <a:chExt cx="0" cy="0"/>
        </a:xfrm>
      </p:grpSpPr>
      <p:sp>
        <p:nvSpPr>
          <p:cNvPr id="1353" name="Google Shape;1353;g255a2c2843b_0_273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4" name="Google Shape;1354;g255a2c2843b_0_273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8"/>
        <p:cNvGrpSpPr/>
        <p:nvPr/>
      </p:nvGrpSpPr>
      <p:grpSpPr>
        <a:xfrm>
          <a:off x="0" y="0"/>
          <a:ext cx="0" cy="0"/>
          <a:chOff x="0" y="0"/>
          <a:chExt cx="0" cy="0"/>
        </a:xfrm>
      </p:grpSpPr>
      <p:sp>
        <p:nvSpPr>
          <p:cNvPr id="1359" name="Google Shape;1359;g255a2c2843b_0_27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0" name="Google Shape;1360;g255a2c2843b_0_27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6"/>
        <p:cNvGrpSpPr/>
        <p:nvPr/>
      </p:nvGrpSpPr>
      <p:grpSpPr>
        <a:xfrm>
          <a:off x="0" y="0"/>
          <a:ext cx="0" cy="0"/>
          <a:chOff x="0" y="0"/>
          <a:chExt cx="0" cy="0"/>
        </a:xfrm>
      </p:grpSpPr>
      <p:sp>
        <p:nvSpPr>
          <p:cNvPr id="1377" name="Google Shape;1377;g255a2c2843b_0_27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8" name="Google Shape;1378;g255a2c2843b_0_27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2"/>
        <p:cNvGrpSpPr/>
        <p:nvPr/>
      </p:nvGrpSpPr>
      <p:grpSpPr>
        <a:xfrm>
          <a:off x="0" y="0"/>
          <a:ext cx="0" cy="0"/>
          <a:chOff x="0" y="0"/>
          <a:chExt cx="0" cy="0"/>
        </a:xfrm>
      </p:grpSpPr>
      <p:sp>
        <p:nvSpPr>
          <p:cNvPr id="1393" name="Google Shape;1393;g255a2c2843b_0_274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4" name="Google Shape;1394;g255a2c2843b_0_274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9"/>
        <p:cNvGrpSpPr/>
        <p:nvPr/>
      </p:nvGrpSpPr>
      <p:grpSpPr>
        <a:xfrm>
          <a:off x="0" y="0"/>
          <a:ext cx="0" cy="0"/>
          <a:chOff x="0" y="0"/>
          <a:chExt cx="0" cy="0"/>
        </a:xfrm>
      </p:grpSpPr>
      <p:sp>
        <p:nvSpPr>
          <p:cNvPr id="1730" name="Google Shape;1730;g255a2c2843b_0_277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1" name="Google Shape;1731;g255a2c2843b_0_277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43"/>
        <p:cNvGrpSpPr/>
        <p:nvPr/>
      </p:nvGrpSpPr>
      <p:grpSpPr>
        <a:xfrm>
          <a:off x="0" y="0"/>
          <a:ext cx="0" cy="0"/>
          <a:chOff x="0" y="0"/>
          <a:chExt cx="0" cy="0"/>
        </a:xfrm>
      </p:grpSpPr>
      <p:sp>
        <p:nvSpPr>
          <p:cNvPr id="7644" name="Google Shape;7644;g255a2c2843b_0_336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45" name="Google Shape;7645;g255a2c2843b_0_336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70"/>
        <p:cNvGrpSpPr/>
        <p:nvPr/>
      </p:nvGrpSpPr>
      <p:grpSpPr>
        <a:xfrm>
          <a:off x="0" y="0"/>
          <a:ext cx="0" cy="0"/>
          <a:chOff x="0" y="0"/>
          <a:chExt cx="0" cy="0"/>
        </a:xfrm>
      </p:grpSpPr>
      <p:sp>
        <p:nvSpPr>
          <p:cNvPr id="8071" name="Google Shape;8071;g255a2c2843b_0_340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72" name="Google Shape;8072;g255a2c2843b_0_340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33"/>
        <p:cNvGrpSpPr/>
        <p:nvPr/>
      </p:nvGrpSpPr>
      <p:grpSpPr>
        <a:xfrm>
          <a:off x="0" y="0"/>
          <a:ext cx="0" cy="0"/>
          <a:chOff x="0" y="0"/>
          <a:chExt cx="0" cy="0"/>
        </a:xfrm>
      </p:grpSpPr>
      <p:sp>
        <p:nvSpPr>
          <p:cNvPr id="8234" name="Google Shape;8234;g255a2c2843b_0_342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35" name="Google Shape;8235;g255a2c2843b_0_342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35"/>
        <p:cNvGrpSpPr/>
        <p:nvPr/>
      </p:nvGrpSpPr>
      <p:grpSpPr>
        <a:xfrm>
          <a:off x="0" y="0"/>
          <a:ext cx="0" cy="0"/>
          <a:chOff x="0" y="0"/>
          <a:chExt cx="0" cy="0"/>
        </a:xfrm>
      </p:grpSpPr>
      <p:sp>
        <p:nvSpPr>
          <p:cNvPr id="8636" name="Google Shape;8636;g255a2c2843b_0_346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37" name="Google Shape;8637;g255a2c2843b_0_346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06"/>
        <p:cNvGrpSpPr/>
        <p:nvPr/>
      </p:nvGrpSpPr>
      <p:grpSpPr>
        <a:xfrm>
          <a:off x="0" y="0"/>
          <a:ext cx="0" cy="0"/>
          <a:chOff x="0" y="0"/>
          <a:chExt cx="0" cy="0"/>
        </a:xfrm>
      </p:grpSpPr>
      <p:sp>
        <p:nvSpPr>
          <p:cNvPr id="9007" name="Google Shape;9007;g255a2c2843b_0_350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08" name="Google Shape;9008;g255a2c2843b_0_350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95"/>
        <p:cNvGrpSpPr/>
        <p:nvPr/>
      </p:nvGrpSpPr>
      <p:grpSpPr>
        <a:xfrm>
          <a:off x="0" y="0"/>
          <a:ext cx="0" cy="0"/>
          <a:chOff x="0" y="0"/>
          <a:chExt cx="0" cy="0"/>
        </a:xfrm>
      </p:grpSpPr>
      <p:sp>
        <p:nvSpPr>
          <p:cNvPr id="9396" name="Google Shape;9396;g255a2c2843b_0_354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97" name="Google Shape;9397;g255a2c2843b_0_354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26"/>
        <p:cNvGrpSpPr/>
        <p:nvPr/>
      </p:nvGrpSpPr>
      <p:grpSpPr>
        <a:xfrm>
          <a:off x="0" y="0"/>
          <a:ext cx="0" cy="0"/>
          <a:chOff x="0" y="0"/>
          <a:chExt cx="0" cy="0"/>
        </a:xfrm>
      </p:grpSpPr>
      <p:sp>
        <p:nvSpPr>
          <p:cNvPr id="9827" name="Google Shape;9827;g255a2c2843b_0_358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28" name="Google Shape;9828;g255a2c2843b_0_358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19"/>
        <p:cNvGrpSpPr/>
        <p:nvPr/>
      </p:nvGrpSpPr>
      <p:grpSpPr>
        <a:xfrm>
          <a:off x="0" y="0"/>
          <a:ext cx="0" cy="0"/>
          <a:chOff x="0" y="0"/>
          <a:chExt cx="0" cy="0"/>
        </a:xfrm>
      </p:grpSpPr>
      <p:sp>
        <p:nvSpPr>
          <p:cNvPr id="10620" name="Google Shape;10620;g255a2c2843b_0_366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1" name="Google Shape;10621;g255a2c2843b_0_36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60"/>
        <p:cNvGrpSpPr/>
        <p:nvPr/>
      </p:nvGrpSpPr>
      <p:grpSpPr>
        <a:xfrm>
          <a:off x="0" y="0"/>
          <a:ext cx="0" cy="0"/>
          <a:chOff x="0" y="0"/>
          <a:chExt cx="0" cy="0"/>
        </a:xfrm>
      </p:grpSpPr>
      <p:sp>
        <p:nvSpPr>
          <p:cNvPr id="11361" name="Google Shape;11361;g255a2c2843b_0_373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62" name="Google Shape;11362;g255a2c2843b_0_373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53"/>
        <p:cNvGrpSpPr/>
        <p:nvPr/>
      </p:nvGrpSpPr>
      <p:grpSpPr>
        <a:xfrm>
          <a:off x="0" y="0"/>
          <a:ext cx="0" cy="0"/>
          <a:chOff x="0" y="0"/>
          <a:chExt cx="0" cy="0"/>
        </a:xfrm>
      </p:grpSpPr>
      <p:sp>
        <p:nvSpPr>
          <p:cNvPr id="12054" name="Google Shape;12054;g255a2c2843b_0_380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55" name="Google Shape;12055;g255a2c2843b_0_380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55"/>
        <p:cNvGrpSpPr/>
        <p:nvPr/>
      </p:nvGrpSpPr>
      <p:grpSpPr>
        <a:xfrm>
          <a:off x="0" y="0"/>
          <a:ext cx="0" cy="0"/>
          <a:chOff x="0" y="0"/>
          <a:chExt cx="0" cy="0"/>
        </a:xfrm>
      </p:grpSpPr>
      <p:sp>
        <p:nvSpPr>
          <p:cNvPr id="12356" name="Google Shape;12356;g255a2c2843b_0_383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57" name="Google Shape;12357;g255a2c2843b_0_383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95"/>
        <p:cNvGrpSpPr/>
        <p:nvPr/>
      </p:nvGrpSpPr>
      <p:grpSpPr>
        <a:xfrm>
          <a:off x="0" y="0"/>
          <a:ext cx="0" cy="0"/>
          <a:chOff x="0" y="0"/>
          <a:chExt cx="0" cy="0"/>
        </a:xfrm>
      </p:grpSpPr>
      <p:sp>
        <p:nvSpPr>
          <p:cNvPr id="12996" name="Google Shape;12996;g255a2c2843b_0_410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97" name="Google Shape;12997;g255a2c2843b_0_410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a:spLocks noGrp="1"/>
          </p:cNvSpPr>
          <p:nvPr>
            <p:ph type="pic" idx="2"/>
          </p:nvPr>
        </p:nvSpPr>
        <p:spPr>
          <a:xfrm>
            <a:off x="-3750" y="-25"/>
            <a:ext cx="9144000" cy="5143500"/>
          </a:xfrm>
          <a:prstGeom prst="rect">
            <a:avLst/>
          </a:prstGeom>
          <a:noFill/>
          <a:ln>
            <a:noFill/>
          </a:ln>
        </p:spPr>
      </p:sp>
      <p:sp>
        <p:nvSpPr>
          <p:cNvPr id="10" name="Google Shape;10;p2"/>
          <p:cNvSpPr txBox="1">
            <a:spLocks noGrp="1"/>
          </p:cNvSpPr>
          <p:nvPr>
            <p:ph type="ctrTitle"/>
          </p:nvPr>
        </p:nvSpPr>
        <p:spPr>
          <a:xfrm>
            <a:off x="987300" y="1292733"/>
            <a:ext cx="4215000" cy="1831500"/>
          </a:xfrm>
          <a:prstGeom prst="rect">
            <a:avLst/>
          </a:prstGeom>
          <a:effectLst>
            <a:outerShdw blurRad="57150" dist="19050" dir="5400000" algn="bl" rotWithShape="0">
              <a:schemeClr val="lt1">
                <a:alpha val="50000"/>
              </a:schemeClr>
            </a:outerShdw>
          </a:effectLst>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5700">
                <a:solidFill>
                  <a:srgbClr val="FFFFFF"/>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987300" y="3342375"/>
            <a:ext cx="4186500" cy="475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2" name="Google Shape;12;p2"/>
          <p:cNvSpPr>
            <a:spLocks noGrp="1"/>
          </p:cNvSpPr>
          <p:nvPr>
            <p:ph type="pic" idx="3"/>
          </p:nvPr>
        </p:nvSpPr>
        <p:spPr>
          <a:xfrm>
            <a:off x="5173850" y="1092450"/>
            <a:ext cx="2987100" cy="29871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3"/>
        <p:cNvGrpSpPr/>
        <p:nvPr/>
      </p:nvGrpSpPr>
      <p:grpSpPr>
        <a:xfrm>
          <a:off x="0" y="0"/>
          <a:ext cx="0" cy="0"/>
          <a:chOff x="0" y="0"/>
          <a:chExt cx="0" cy="0"/>
        </a:xfrm>
      </p:grpSpPr>
      <p:sp>
        <p:nvSpPr>
          <p:cNvPr id="14" name="Google Shape;14;p3"/>
          <p:cNvSpPr>
            <a:spLocks noGrp="1"/>
          </p:cNvSpPr>
          <p:nvPr>
            <p:ph type="pic" idx="2"/>
          </p:nvPr>
        </p:nvSpPr>
        <p:spPr>
          <a:xfrm>
            <a:off x="-3750" y="-25"/>
            <a:ext cx="9144000" cy="5143500"/>
          </a:xfrm>
          <a:prstGeom prst="rect">
            <a:avLst/>
          </a:prstGeom>
          <a:noFill/>
          <a:ln>
            <a:noFill/>
          </a:ln>
        </p:spPr>
      </p:sp>
      <p:sp>
        <p:nvSpPr>
          <p:cNvPr id="15" name="Google Shape;15;p3"/>
          <p:cNvSpPr txBox="1">
            <a:spLocks noGrp="1"/>
          </p:cNvSpPr>
          <p:nvPr>
            <p:ph type="title"/>
          </p:nvPr>
        </p:nvSpPr>
        <p:spPr>
          <a:xfrm>
            <a:off x="4235725" y="1324425"/>
            <a:ext cx="3686400" cy="17571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6" name="Google Shape;16;p3"/>
          <p:cNvSpPr txBox="1">
            <a:spLocks noGrp="1"/>
          </p:cNvSpPr>
          <p:nvPr>
            <p:ph type="title" idx="3" hasCustomPrompt="1"/>
          </p:nvPr>
        </p:nvSpPr>
        <p:spPr>
          <a:xfrm>
            <a:off x="7455175" y="571525"/>
            <a:ext cx="975600" cy="841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0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7" name="Google Shape;17;p3"/>
          <p:cNvSpPr txBox="1">
            <a:spLocks noGrp="1"/>
          </p:cNvSpPr>
          <p:nvPr>
            <p:ph type="subTitle" idx="1"/>
          </p:nvPr>
        </p:nvSpPr>
        <p:spPr>
          <a:xfrm>
            <a:off x="4235725" y="3144975"/>
            <a:ext cx="2861100" cy="674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 name="Google Shape;18;p3"/>
          <p:cNvSpPr>
            <a:spLocks noGrp="1"/>
          </p:cNvSpPr>
          <p:nvPr>
            <p:ph type="pic" idx="4"/>
          </p:nvPr>
        </p:nvSpPr>
        <p:spPr>
          <a:xfrm>
            <a:off x="842750" y="1092400"/>
            <a:ext cx="2987100" cy="29871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9"/>
        <p:cNvGrpSpPr/>
        <p:nvPr/>
      </p:nvGrpSpPr>
      <p:grpSpPr>
        <a:xfrm>
          <a:off x="0" y="0"/>
          <a:ext cx="0" cy="0"/>
          <a:chOff x="0" y="0"/>
          <a:chExt cx="0" cy="0"/>
        </a:xfrm>
      </p:grpSpPr>
      <p:sp>
        <p:nvSpPr>
          <p:cNvPr id="20" name="Google Shape;20;p4"/>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2" name="Google Shape;22;p4"/>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2"/>
              </a:buClr>
              <a:buSzPts val="1400"/>
              <a:buFont typeface="Nunito Light"/>
              <a:buChar char="●"/>
              <a:defRPr sz="1200"/>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3"/>
        <p:cNvGrpSpPr/>
        <p:nvPr/>
      </p:nvGrpSpPr>
      <p:grpSpPr>
        <a:xfrm>
          <a:off x="0" y="0"/>
          <a:ext cx="0" cy="0"/>
          <a:chOff x="0" y="0"/>
          <a:chExt cx="0" cy="0"/>
        </a:xfrm>
      </p:grpSpPr>
      <p:sp>
        <p:nvSpPr>
          <p:cNvPr id="24" name="Google Shape;24;p5"/>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6" name="Google Shape;26;p5"/>
          <p:cNvSpPr txBox="1">
            <a:spLocks noGrp="1"/>
          </p:cNvSpPr>
          <p:nvPr>
            <p:ph type="subTitle" idx="1"/>
          </p:nvPr>
        </p:nvSpPr>
        <p:spPr>
          <a:xfrm>
            <a:off x="5055284" y="3726124"/>
            <a:ext cx="2505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7" name="Google Shape;27;p5"/>
          <p:cNvSpPr txBox="1">
            <a:spLocks noGrp="1"/>
          </p:cNvSpPr>
          <p:nvPr>
            <p:ph type="subTitle" idx="2"/>
          </p:nvPr>
        </p:nvSpPr>
        <p:spPr>
          <a:xfrm>
            <a:off x="1583300" y="3726124"/>
            <a:ext cx="2505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8" name="Google Shape;28;p5"/>
          <p:cNvSpPr txBox="1">
            <a:spLocks noGrp="1"/>
          </p:cNvSpPr>
          <p:nvPr>
            <p:ph type="subTitle" idx="3"/>
          </p:nvPr>
        </p:nvSpPr>
        <p:spPr>
          <a:xfrm>
            <a:off x="5055275" y="3418100"/>
            <a:ext cx="2505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 name="Google Shape;29;p5"/>
          <p:cNvSpPr txBox="1">
            <a:spLocks noGrp="1"/>
          </p:cNvSpPr>
          <p:nvPr>
            <p:ph type="subTitle" idx="4"/>
          </p:nvPr>
        </p:nvSpPr>
        <p:spPr>
          <a:xfrm>
            <a:off x="1583075" y="3418100"/>
            <a:ext cx="2505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0"/>
        <p:cNvGrpSpPr/>
        <p:nvPr/>
      </p:nvGrpSpPr>
      <p:grpSpPr>
        <a:xfrm>
          <a:off x="0" y="0"/>
          <a:ext cx="0" cy="0"/>
          <a:chOff x="0" y="0"/>
          <a:chExt cx="0" cy="0"/>
        </a:xfrm>
      </p:grpSpPr>
      <p:sp>
        <p:nvSpPr>
          <p:cNvPr id="31" name="Google Shape;31;p6"/>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3"/>
        <p:cNvGrpSpPr/>
        <p:nvPr/>
      </p:nvGrpSpPr>
      <p:grpSpPr>
        <a:xfrm>
          <a:off x="0" y="0"/>
          <a:ext cx="0" cy="0"/>
          <a:chOff x="0" y="0"/>
          <a:chExt cx="0" cy="0"/>
        </a:xfrm>
      </p:grpSpPr>
      <p:sp>
        <p:nvSpPr>
          <p:cNvPr id="34" name="Google Shape;34;p7"/>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6" name="Google Shape;36;p7"/>
          <p:cNvSpPr txBox="1">
            <a:spLocks noGrp="1"/>
          </p:cNvSpPr>
          <p:nvPr>
            <p:ph type="subTitle" idx="1"/>
          </p:nvPr>
        </p:nvSpPr>
        <p:spPr>
          <a:xfrm>
            <a:off x="720000" y="1650300"/>
            <a:ext cx="4294800" cy="229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Font typeface="Albert Sans Light"/>
              <a:buChar char="●"/>
              <a:defRPr sz="1600"/>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1600"/>
              </a:spcBef>
              <a:spcAft>
                <a:spcPts val="0"/>
              </a:spcAft>
              <a:buClr>
                <a:srgbClr val="E76A28"/>
              </a:buClr>
              <a:buSzPts val="1500"/>
              <a:buFont typeface="Nunito Light"/>
              <a:buChar char="■"/>
              <a:defRPr/>
            </a:lvl3pPr>
            <a:lvl4pPr lvl="3" algn="ctr" rtl="0">
              <a:lnSpc>
                <a:spcPct val="100000"/>
              </a:lnSpc>
              <a:spcBef>
                <a:spcPts val="1600"/>
              </a:spcBef>
              <a:spcAft>
                <a:spcPts val="0"/>
              </a:spcAft>
              <a:buClr>
                <a:srgbClr val="E76A28"/>
              </a:buClr>
              <a:buSzPts val="1500"/>
              <a:buFont typeface="Nunito Light"/>
              <a:buChar char="●"/>
              <a:defRPr/>
            </a:lvl4pPr>
            <a:lvl5pPr lvl="4" algn="ctr" rtl="0">
              <a:lnSpc>
                <a:spcPct val="100000"/>
              </a:lnSpc>
              <a:spcBef>
                <a:spcPts val="1600"/>
              </a:spcBef>
              <a:spcAft>
                <a:spcPts val="0"/>
              </a:spcAft>
              <a:buClr>
                <a:srgbClr val="E76A28"/>
              </a:buClr>
              <a:buSzPts val="1400"/>
              <a:buFont typeface="Nunito Light"/>
              <a:buChar char="○"/>
              <a:defRPr/>
            </a:lvl5pPr>
            <a:lvl6pPr lvl="5" algn="ctr" rtl="0">
              <a:lnSpc>
                <a:spcPct val="100000"/>
              </a:lnSpc>
              <a:spcBef>
                <a:spcPts val="1600"/>
              </a:spcBef>
              <a:spcAft>
                <a:spcPts val="0"/>
              </a:spcAft>
              <a:buClr>
                <a:srgbClr val="999999"/>
              </a:buClr>
              <a:buSzPts val="1400"/>
              <a:buFont typeface="Nunito Light"/>
              <a:buChar char="■"/>
              <a:defRPr/>
            </a:lvl6pPr>
            <a:lvl7pPr lvl="6" algn="ctr" rtl="0">
              <a:lnSpc>
                <a:spcPct val="100000"/>
              </a:lnSpc>
              <a:spcBef>
                <a:spcPts val="1600"/>
              </a:spcBef>
              <a:spcAft>
                <a:spcPts val="0"/>
              </a:spcAft>
              <a:buClr>
                <a:srgbClr val="999999"/>
              </a:buClr>
              <a:buSzPts val="1300"/>
              <a:buFont typeface="Nunito Light"/>
              <a:buChar char="●"/>
              <a:defRPr/>
            </a:lvl7pPr>
            <a:lvl8pPr lvl="7" algn="ctr" rtl="0">
              <a:lnSpc>
                <a:spcPct val="100000"/>
              </a:lnSpc>
              <a:spcBef>
                <a:spcPts val="1600"/>
              </a:spcBef>
              <a:spcAft>
                <a:spcPts val="0"/>
              </a:spcAft>
              <a:buClr>
                <a:srgbClr val="999999"/>
              </a:buClr>
              <a:buSzPts val="1300"/>
              <a:buFont typeface="Nunito Light"/>
              <a:buChar char="○"/>
              <a:defRPr/>
            </a:lvl8pPr>
            <a:lvl9pPr lvl="8" algn="ctr" rtl="0">
              <a:lnSpc>
                <a:spcPct val="100000"/>
              </a:lnSpc>
              <a:spcBef>
                <a:spcPts val="1600"/>
              </a:spcBef>
              <a:spcAft>
                <a:spcPts val="1600"/>
              </a:spcAft>
              <a:buClr>
                <a:srgbClr val="999999"/>
              </a:buClr>
              <a:buSzPts val="1400"/>
              <a:buFont typeface="Nunito Light"/>
              <a:buChar char="■"/>
              <a:defRPr/>
            </a:lvl9pPr>
          </a:lstStyle>
          <a:p>
            <a:endParaRPr/>
          </a:p>
        </p:txBody>
      </p:sp>
      <p:sp>
        <p:nvSpPr>
          <p:cNvPr id="37" name="Google Shape;37;p7"/>
          <p:cNvSpPr>
            <a:spLocks noGrp="1"/>
          </p:cNvSpPr>
          <p:nvPr>
            <p:ph type="pic" idx="2"/>
          </p:nvPr>
        </p:nvSpPr>
        <p:spPr>
          <a:xfrm>
            <a:off x="5330700" y="1305900"/>
            <a:ext cx="2987100" cy="29871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8"/>
        <p:cNvGrpSpPr/>
        <p:nvPr/>
      </p:nvGrpSpPr>
      <p:grpSpPr>
        <a:xfrm>
          <a:off x="0" y="0"/>
          <a:ext cx="0" cy="0"/>
          <a:chOff x="0" y="0"/>
          <a:chExt cx="0" cy="0"/>
        </a:xfrm>
      </p:grpSpPr>
      <p:sp>
        <p:nvSpPr>
          <p:cNvPr id="39" name="Google Shape;39;p8"/>
          <p:cNvSpPr>
            <a:spLocks noGrp="1"/>
          </p:cNvSpPr>
          <p:nvPr>
            <p:ph type="pic" idx="2"/>
          </p:nvPr>
        </p:nvSpPr>
        <p:spPr>
          <a:xfrm>
            <a:off x="-3750" y="-25"/>
            <a:ext cx="9144000" cy="5143500"/>
          </a:xfrm>
          <a:prstGeom prst="rect">
            <a:avLst/>
          </a:prstGeom>
          <a:noFill/>
          <a:ln>
            <a:noFill/>
          </a:ln>
        </p:spPr>
      </p:sp>
      <p:sp>
        <p:nvSpPr>
          <p:cNvPr id="40" name="Google Shape;40;p8"/>
          <p:cNvSpPr>
            <a:spLocks noGrp="1"/>
          </p:cNvSpPr>
          <p:nvPr>
            <p:ph type="pic" idx="3"/>
          </p:nvPr>
        </p:nvSpPr>
        <p:spPr>
          <a:xfrm>
            <a:off x="1105325" y="1092400"/>
            <a:ext cx="2987100" cy="29871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sp>
      <p:sp>
        <p:nvSpPr>
          <p:cNvPr id="41" name="Google Shape;41;p8"/>
          <p:cNvSpPr txBox="1">
            <a:spLocks noGrp="1"/>
          </p:cNvSpPr>
          <p:nvPr>
            <p:ph type="title"/>
          </p:nvPr>
        </p:nvSpPr>
        <p:spPr>
          <a:xfrm>
            <a:off x="4369200" y="1659475"/>
            <a:ext cx="3793800" cy="1824600"/>
          </a:xfrm>
          <a:prstGeom prst="rect">
            <a:avLst/>
          </a:prstGeom>
        </p:spPr>
        <p:txBody>
          <a:bodyPr spcFirstLastPara="1" wrap="square" lIns="91425" tIns="91425" rIns="91425" bIns="91425" anchor="ctr" anchorCtr="0">
            <a:noAutofit/>
          </a:bodyPr>
          <a:lstStyle>
            <a:lvl1pPr lvl="0">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2"/>
        <p:cNvGrpSpPr/>
        <p:nvPr/>
      </p:nvGrpSpPr>
      <p:grpSpPr>
        <a:xfrm>
          <a:off x="0" y="0"/>
          <a:ext cx="0" cy="0"/>
          <a:chOff x="0" y="0"/>
          <a:chExt cx="0" cy="0"/>
        </a:xfrm>
      </p:grpSpPr>
      <p:sp>
        <p:nvSpPr>
          <p:cNvPr id="43" name="Google Shape;43;p9"/>
          <p:cNvSpPr>
            <a:spLocks noGrp="1"/>
          </p:cNvSpPr>
          <p:nvPr>
            <p:ph type="pic" idx="2"/>
          </p:nvPr>
        </p:nvSpPr>
        <p:spPr>
          <a:xfrm>
            <a:off x="-3750" y="-25"/>
            <a:ext cx="9144000" cy="5143500"/>
          </a:xfrm>
          <a:prstGeom prst="rect">
            <a:avLst/>
          </a:prstGeom>
          <a:noFill/>
          <a:ln>
            <a:noFill/>
          </a:ln>
        </p:spPr>
      </p:sp>
      <p:sp>
        <p:nvSpPr>
          <p:cNvPr id="44" name="Google Shape;44;p9"/>
          <p:cNvSpPr txBox="1">
            <a:spLocks noGrp="1"/>
          </p:cNvSpPr>
          <p:nvPr>
            <p:ph type="title"/>
          </p:nvPr>
        </p:nvSpPr>
        <p:spPr>
          <a:xfrm>
            <a:off x="940700" y="1596225"/>
            <a:ext cx="3829200" cy="981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6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45" name="Google Shape;45;p9"/>
          <p:cNvSpPr txBox="1">
            <a:spLocks noGrp="1"/>
          </p:cNvSpPr>
          <p:nvPr>
            <p:ph type="subTitle" idx="1"/>
          </p:nvPr>
        </p:nvSpPr>
        <p:spPr>
          <a:xfrm>
            <a:off x="940700" y="2735167"/>
            <a:ext cx="3829200" cy="91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6" name="Google Shape;46;p9"/>
          <p:cNvSpPr>
            <a:spLocks noGrp="1"/>
          </p:cNvSpPr>
          <p:nvPr>
            <p:ph type="pic" idx="3"/>
          </p:nvPr>
        </p:nvSpPr>
        <p:spPr>
          <a:xfrm>
            <a:off x="5173850" y="1092450"/>
            <a:ext cx="2987100" cy="29871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7"/>
        <p:cNvGrpSpPr/>
        <p:nvPr/>
      </p:nvGrpSpPr>
      <p:grpSpPr>
        <a:xfrm>
          <a:off x="0" y="0"/>
          <a:ext cx="0" cy="0"/>
          <a:chOff x="0" y="0"/>
          <a:chExt cx="0" cy="0"/>
        </a:xfrm>
      </p:grpSpPr>
      <p:sp>
        <p:nvSpPr>
          <p:cNvPr id="48" name="Google Shape;48;p10"/>
          <p:cNvSpPr>
            <a:spLocks noGrp="1"/>
          </p:cNvSpPr>
          <p:nvPr>
            <p:ph type="pic" idx="2"/>
          </p:nvPr>
        </p:nvSpPr>
        <p:spPr>
          <a:xfrm>
            <a:off x="-3750" y="-25"/>
            <a:ext cx="9144000" cy="5143500"/>
          </a:xfrm>
          <a:prstGeom prst="rect">
            <a:avLst/>
          </a:prstGeom>
          <a:noFill/>
          <a:ln>
            <a:noFill/>
          </a:ln>
        </p:spPr>
      </p:sp>
      <p:sp>
        <p:nvSpPr>
          <p:cNvPr id="49" name="Google Shape;49;p10"/>
          <p:cNvSpPr txBox="1">
            <a:spLocks noGrp="1"/>
          </p:cNvSpPr>
          <p:nvPr>
            <p:ph type="title"/>
          </p:nvPr>
        </p:nvSpPr>
        <p:spPr>
          <a:xfrm>
            <a:off x="1482000" y="4102450"/>
            <a:ext cx="6180000" cy="4230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0"/>
        <p:cNvGrpSpPr/>
        <p:nvPr/>
      </p:nvGrpSpPr>
      <p:grpSpPr>
        <a:xfrm>
          <a:off x="0" y="0"/>
          <a:ext cx="0" cy="0"/>
          <a:chOff x="0" y="0"/>
          <a:chExt cx="0" cy="0"/>
        </a:xfrm>
      </p:grpSpPr>
      <p:sp>
        <p:nvSpPr>
          <p:cNvPr id="51" name="Google Shape;51;p11"/>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11"/>
          <p:cNvSpPr txBox="1">
            <a:spLocks noGrp="1"/>
          </p:cNvSpPr>
          <p:nvPr>
            <p:ph type="title" hasCustomPrompt="1"/>
          </p:nvPr>
        </p:nvSpPr>
        <p:spPr>
          <a:xfrm>
            <a:off x="1284000" y="1631963"/>
            <a:ext cx="6576000" cy="11298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600">
                <a:solidFill>
                  <a:schemeClr val="accent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3" name="Google Shape;53;p11"/>
          <p:cNvSpPr txBox="1">
            <a:spLocks noGrp="1"/>
          </p:cNvSpPr>
          <p:nvPr>
            <p:ph type="subTitle" idx="1"/>
          </p:nvPr>
        </p:nvSpPr>
        <p:spPr>
          <a:xfrm>
            <a:off x="1284000" y="3014438"/>
            <a:ext cx="6576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5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55"/>
        <p:cNvGrpSpPr/>
        <p:nvPr/>
      </p:nvGrpSpPr>
      <p:grpSpPr>
        <a:xfrm>
          <a:off x="0" y="0"/>
          <a:ext cx="0" cy="0"/>
          <a:chOff x="0" y="0"/>
          <a:chExt cx="0" cy="0"/>
        </a:xfrm>
      </p:grpSpPr>
      <p:sp>
        <p:nvSpPr>
          <p:cNvPr id="56" name="Google Shape;56;p13"/>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8" name="Google Shape;58;p13"/>
          <p:cNvSpPr txBox="1">
            <a:spLocks noGrp="1"/>
          </p:cNvSpPr>
          <p:nvPr>
            <p:ph type="subTitle" idx="1"/>
          </p:nvPr>
        </p:nvSpPr>
        <p:spPr>
          <a:xfrm>
            <a:off x="720000" y="2232403"/>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9" name="Google Shape;59;p13"/>
          <p:cNvSpPr txBox="1">
            <a:spLocks noGrp="1"/>
          </p:cNvSpPr>
          <p:nvPr>
            <p:ph type="subTitle" idx="2"/>
          </p:nvPr>
        </p:nvSpPr>
        <p:spPr>
          <a:xfrm>
            <a:off x="3419271" y="2232403"/>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0" name="Google Shape;60;p13"/>
          <p:cNvSpPr txBox="1">
            <a:spLocks noGrp="1"/>
          </p:cNvSpPr>
          <p:nvPr>
            <p:ph type="subTitle" idx="3"/>
          </p:nvPr>
        </p:nvSpPr>
        <p:spPr>
          <a:xfrm>
            <a:off x="720000" y="4008204"/>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1" name="Google Shape;61;p13"/>
          <p:cNvSpPr txBox="1">
            <a:spLocks noGrp="1"/>
          </p:cNvSpPr>
          <p:nvPr>
            <p:ph type="subTitle" idx="4"/>
          </p:nvPr>
        </p:nvSpPr>
        <p:spPr>
          <a:xfrm>
            <a:off x="3419271" y="4008204"/>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2" name="Google Shape;62;p13"/>
          <p:cNvSpPr txBox="1">
            <a:spLocks noGrp="1"/>
          </p:cNvSpPr>
          <p:nvPr>
            <p:ph type="subTitle" idx="5"/>
          </p:nvPr>
        </p:nvSpPr>
        <p:spPr>
          <a:xfrm>
            <a:off x="6118549" y="2232403"/>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3" name="Google Shape;63;p13"/>
          <p:cNvSpPr txBox="1">
            <a:spLocks noGrp="1"/>
          </p:cNvSpPr>
          <p:nvPr>
            <p:ph type="subTitle" idx="6"/>
          </p:nvPr>
        </p:nvSpPr>
        <p:spPr>
          <a:xfrm>
            <a:off x="6118549" y="4008204"/>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4" name="Google Shape;64;p13"/>
          <p:cNvSpPr txBox="1">
            <a:spLocks noGrp="1"/>
          </p:cNvSpPr>
          <p:nvPr>
            <p:ph type="title" idx="7" hasCustomPrompt="1"/>
          </p:nvPr>
        </p:nvSpPr>
        <p:spPr>
          <a:xfrm>
            <a:off x="720000" y="1155416"/>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5" name="Google Shape;65;p13"/>
          <p:cNvSpPr txBox="1">
            <a:spLocks noGrp="1"/>
          </p:cNvSpPr>
          <p:nvPr>
            <p:ph type="title" idx="8" hasCustomPrompt="1"/>
          </p:nvPr>
        </p:nvSpPr>
        <p:spPr>
          <a:xfrm>
            <a:off x="720000" y="293121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 name="Google Shape;66;p13"/>
          <p:cNvSpPr txBox="1">
            <a:spLocks noGrp="1"/>
          </p:cNvSpPr>
          <p:nvPr>
            <p:ph type="title" idx="9" hasCustomPrompt="1"/>
          </p:nvPr>
        </p:nvSpPr>
        <p:spPr>
          <a:xfrm>
            <a:off x="3419269" y="1155416"/>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 name="Google Shape;67;p13"/>
          <p:cNvSpPr txBox="1">
            <a:spLocks noGrp="1"/>
          </p:cNvSpPr>
          <p:nvPr>
            <p:ph type="title" idx="13" hasCustomPrompt="1"/>
          </p:nvPr>
        </p:nvSpPr>
        <p:spPr>
          <a:xfrm>
            <a:off x="3419269" y="293121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 name="Google Shape;68;p13"/>
          <p:cNvSpPr txBox="1">
            <a:spLocks noGrp="1"/>
          </p:cNvSpPr>
          <p:nvPr>
            <p:ph type="title" idx="14" hasCustomPrompt="1"/>
          </p:nvPr>
        </p:nvSpPr>
        <p:spPr>
          <a:xfrm>
            <a:off x="6118545" y="1155416"/>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9" name="Google Shape;69;p13"/>
          <p:cNvSpPr txBox="1">
            <a:spLocks noGrp="1"/>
          </p:cNvSpPr>
          <p:nvPr>
            <p:ph type="title" idx="15" hasCustomPrompt="1"/>
          </p:nvPr>
        </p:nvSpPr>
        <p:spPr>
          <a:xfrm>
            <a:off x="6118545" y="293121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 name="Google Shape;70;p13"/>
          <p:cNvSpPr txBox="1">
            <a:spLocks noGrp="1"/>
          </p:cNvSpPr>
          <p:nvPr>
            <p:ph type="subTitle" idx="16"/>
          </p:nvPr>
        </p:nvSpPr>
        <p:spPr>
          <a:xfrm>
            <a:off x="720000" y="1538091"/>
            <a:ext cx="2305500" cy="81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1" name="Google Shape;71;p13"/>
          <p:cNvSpPr txBox="1">
            <a:spLocks noGrp="1"/>
          </p:cNvSpPr>
          <p:nvPr>
            <p:ph type="subTitle" idx="17"/>
          </p:nvPr>
        </p:nvSpPr>
        <p:spPr>
          <a:xfrm>
            <a:off x="3419269" y="1538091"/>
            <a:ext cx="2305500" cy="81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2" name="Google Shape;72;p13"/>
          <p:cNvSpPr txBox="1">
            <a:spLocks noGrp="1"/>
          </p:cNvSpPr>
          <p:nvPr>
            <p:ph type="subTitle" idx="18"/>
          </p:nvPr>
        </p:nvSpPr>
        <p:spPr>
          <a:xfrm>
            <a:off x="6118545" y="1538091"/>
            <a:ext cx="2305500" cy="81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3" name="Google Shape;73;p13"/>
          <p:cNvSpPr txBox="1">
            <a:spLocks noGrp="1"/>
          </p:cNvSpPr>
          <p:nvPr>
            <p:ph type="subTitle" idx="19"/>
          </p:nvPr>
        </p:nvSpPr>
        <p:spPr>
          <a:xfrm>
            <a:off x="720000" y="3313860"/>
            <a:ext cx="2305500" cy="81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4" name="Google Shape;74;p13"/>
          <p:cNvSpPr txBox="1">
            <a:spLocks noGrp="1"/>
          </p:cNvSpPr>
          <p:nvPr>
            <p:ph type="subTitle" idx="20"/>
          </p:nvPr>
        </p:nvSpPr>
        <p:spPr>
          <a:xfrm>
            <a:off x="3419269" y="3313860"/>
            <a:ext cx="2305500" cy="81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5" name="Google Shape;75;p13"/>
          <p:cNvSpPr txBox="1">
            <a:spLocks noGrp="1"/>
          </p:cNvSpPr>
          <p:nvPr>
            <p:ph type="subTitle" idx="21"/>
          </p:nvPr>
        </p:nvSpPr>
        <p:spPr>
          <a:xfrm>
            <a:off x="6118545" y="3313860"/>
            <a:ext cx="2305500" cy="81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76"/>
        <p:cNvGrpSpPr/>
        <p:nvPr/>
      </p:nvGrpSpPr>
      <p:grpSpPr>
        <a:xfrm>
          <a:off x="0" y="0"/>
          <a:ext cx="0" cy="0"/>
          <a:chOff x="0" y="0"/>
          <a:chExt cx="0" cy="0"/>
        </a:xfrm>
      </p:grpSpPr>
      <p:sp>
        <p:nvSpPr>
          <p:cNvPr id="77" name="Google Shape;77;p14"/>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4"/>
          <p:cNvSpPr txBox="1">
            <a:spLocks noGrp="1"/>
          </p:cNvSpPr>
          <p:nvPr>
            <p:ph type="title"/>
          </p:nvPr>
        </p:nvSpPr>
        <p:spPr>
          <a:xfrm>
            <a:off x="2213418" y="3177425"/>
            <a:ext cx="4717200" cy="531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79" name="Google Shape;79;p14"/>
          <p:cNvSpPr txBox="1">
            <a:spLocks noGrp="1"/>
          </p:cNvSpPr>
          <p:nvPr>
            <p:ph type="subTitle" idx="1"/>
          </p:nvPr>
        </p:nvSpPr>
        <p:spPr>
          <a:xfrm>
            <a:off x="952500" y="1511325"/>
            <a:ext cx="7239000" cy="1478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80"/>
        <p:cNvGrpSpPr/>
        <p:nvPr/>
      </p:nvGrpSpPr>
      <p:grpSpPr>
        <a:xfrm>
          <a:off x="0" y="0"/>
          <a:ext cx="0" cy="0"/>
          <a:chOff x="0" y="0"/>
          <a:chExt cx="0" cy="0"/>
        </a:xfrm>
      </p:grpSpPr>
      <p:sp>
        <p:nvSpPr>
          <p:cNvPr id="81" name="Google Shape;81;p15"/>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5"/>
          <p:cNvSpPr txBox="1">
            <a:spLocks noGrp="1"/>
          </p:cNvSpPr>
          <p:nvPr>
            <p:ph type="title"/>
          </p:nvPr>
        </p:nvSpPr>
        <p:spPr>
          <a:xfrm>
            <a:off x="5029075" y="874650"/>
            <a:ext cx="2851500" cy="2306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3" name="Google Shape;83;p15"/>
          <p:cNvSpPr txBox="1">
            <a:spLocks noGrp="1"/>
          </p:cNvSpPr>
          <p:nvPr>
            <p:ph type="subTitle" idx="1"/>
          </p:nvPr>
        </p:nvSpPr>
        <p:spPr>
          <a:xfrm>
            <a:off x="5029075" y="3181050"/>
            <a:ext cx="2851500" cy="1116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84" name="Google Shape;84;p15"/>
          <p:cNvSpPr>
            <a:spLocks noGrp="1"/>
          </p:cNvSpPr>
          <p:nvPr>
            <p:ph type="pic" idx="2"/>
          </p:nvPr>
        </p:nvSpPr>
        <p:spPr>
          <a:xfrm>
            <a:off x="1263400" y="1092450"/>
            <a:ext cx="2987100" cy="29871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85"/>
        <p:cNvGrpSpPr/>
        <p:nvPr/>
      </p:nvGrpSpPr>
      <p:grpSpPr>
        <a:xfrm>
          <a:off x="0" y="0"/>
          <a:ext cx="0" cy="0"/>
          <a:chOff x="0" y="0"/>
          <a:chExt cx="0" cy="0"/>
        </a:xfrm>
      </p:grpSpPr>
      <p:sp>
        <p:nvSpPr>
          <p:cNvPr id="86" name="Google Shape;86;p16"/>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16"/>
          <p:cNvSpPr txBox="1">
            <a:spLocks noGrp="1"/>
          </p:cNvSpPr>
          <p:nvPr>
            <p:ph type="title"/>
          </p:nvPr>
        </p:nvSpPr>
        <p:spPr>
          <a:xfrm>
            <a:off x="837918" y="1857725"/>
            <a:ext cx="3649200" cy="5727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8" name="Google Shape;88;p16"/>
          <p:cNvSpPr txBox="1">
            <a:spLocks noGrp="1"/>
          </p:cNvSpPr>
          <p:nvPr>
            <p:ph type="subTitle" idx="1"/>
          </p:nvPr>
        </p:nvSpPr>
        <p:spPr>
          <a:xfrm>
            <a:off x="837918" y="2354225"/>
            <a:ext cx="36492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9"/>
        <p:cNvGrpSpPr/>
        <p:nvPr/>
      </p:nvGrpSpPr>
      <p:grpSpPr>
        <a:xfrm>
          <a:off x="0" y="0"/>
          <a:ext cx="0" cy="0"/>
          <a:chOff x="0" y="0"/>
          <a:chExt cx="0" cy="0"/>
        </a:xfrm>
      </p:grpSpPr>
      <p:sp>
        <p:nvSpPr>
          <p:cNvPr id="90" name="Google Shape;90;p17"/>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17"/>
          <p:cNvSpPr txBox="1">
            <a:spLocks noGrp="1"/>
          </p:cNvSpPr>
          <p:nvPr>
            <p:ph type="title"/>
          </p:nvPr>
        </p:nvSpPr>
        <p:spPr>
          <a:xfrm>
            <a:off x="4558751" y="1852032"/>
            <a:ext cx="3625500" cy="572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2" name="Google Shape;92;p17"/>
          <p:cNvSpPr txBox="1">
            <a:spLocks noGrp="1"/>
          </p:cNvSpPr>
          <p:nvPr>
            <p:ph type="subTitle" idx="1"/>
          </p:nvPr>
        </p:nvSpPr>
        <p:spPr>
          <a:xfrm>
            <a:off x="4558925" y="2342416"/>
            <a:ext cx="3625500" cy="8115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TITLE_ONLY_1">
    <p:spTree>
      <p:nvGrpSpPr>
        <p:cNvPr id="1" name="Shape 93"/>
        <p:cNvGrpSpPr/>
        <p:nvPr/>
      </p:nvGrpSpPr>
      <p:grpSpPr>
        <a:xfrm>
          <a:off x="0" y="0"/>
          <a:ext cx="0" cy="0"/>
          <a:chOff x="0" y="0"/>
          <a:chExt cx="0" cy="0"/>
        </a:xfrm>
      </p:grpSpPr>
      <p:sp>
        <p:nvSpPr>
          <p:cNvPr id="94" name="Google Shape;94;p18"/>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6" name="Google Shape;96;p18"/>
          <p:cNvSpPr txBox="1">
            <a:spLocks noGrp="1"/>
          </p:cNvSpPr>
          <p:nvPr>
            <p:ph type="subTitle" idx="1"/>
          </p:nvPr>
        </p:nvSpPr>
        <p:spPr>
          <a:xfrm>
            <a:off x="720700" y="1180400"/>
            <a:ext cx="7704000" cy="3423600"/>
          </a:xfrm>
          <a:prstGeom prst="rect">
            <a:avLst/>
          </a:prstGeom>
        </p:spPr>
        <p:txBody>
          <a:bodyPr spcFirstLastPara="1" wrap="square" lIns="91425" tIns="91425" rIns="91425" bIns="91425" anchor="t" anchorCtr="0">
            <a:noAutofit/>
          </a:bodyPr>
          <a:lstStyle>
            <a:lvl1pPr lvl="0">
              <a:spcBef>
                <a:spcPts val="0"/>
              </a:spcBef>
              <a:spcAft>
                <a:spcPts val="0"/>
              </a:spcAft>
              <a:buClr>
                <a:schemeClr val="accent2"/>
              </a:buClr>
              <a:buSzPts val="1400"/>
              <a:buChar char="●"/>
              <a:defRPr sz="1200"/>
            </a:lvl1pPr>
            <a:lvl2pPr lvl="1">
              <a:spcBef>
                <a:spcPts val="0"/>
              </a:spcBef>
              <a:spcAft>
                <a:spcPts val="0"/>
              </a:spcAft>
              <a:buSzPts val="1400"/>
              <a:buChar char="○"/>
              <a:defRPr/>
            </a:lvl2pPr>
            <a:lvl3pPr lvl="2">
              <a:spcBef>
                <a:spcPts val="1600"/>
              </a:spcBef>
              <a:spcAft>
                <a:spcPts val="0"/>
              </a:spcAft>
              <a:buSzPts val="1400"/>
              <a:buChar char="■"/>
              <a:defRPr/>
            </a:lvl3pPr>
            <a:lvl4pPr lvl="3">
              <a:spcBef>
                <a:spcPts val="1600"/>
              </a:spcBef>
              <a:spcAft>
                <a:spcPts val="0"/>
              </a:spcAft>
              <a:buSzPts val="1400"/>
              <a:buChar char="●"/>
              <a:defRPr/>
            </a:lvl4pPr>
            <a:lvl5pPr lvl="4">
              <a:spcBef>
                <a:spcPts val="1600"/>
              </a:spcBef>
              <a:spcAft>
                <a:spcPts val="0"/>
              </a:spcAft>
              <a:buSzPts val="1400"/>
              <a:buChar char="○"/>
              <a:defRPr/>
            </a:lvl5pPr>
            <a:lvl6pPr lvl="5">
              <a:spcBef>
                <a:spcPts val="1600"/>
              </a:spcBef>
              <a:spcAft>
                <a:spcPts val="0"/>
              </a:spcAft>
              <a:buSzPts val="1400"/>
              <a:buChar char="■"/>
              <a:defRPr/>
            </a:lvl6pPr>
            <a:lvl7pPr lvl="6">
              <a:spcBef>
                <a:spcPts val="1600"/>
              </a:spcBef>
              <a:spcAft>
                <a:spcPts val="0"/>
              </a:spcAft>
              <a:buSzPts val="1400"/>
              <a:buChar char="●"/>
              <a:defRPr/>
            </a:lvl7pPr>
            <a:lvl8pPr lvl="7">
              <a:spcBef>
                <a:spcPts val="1600"/>
              </a:spcBef>
              <a:spcAft>
                <a:spcPts val="0"/>
              </a:spcAft>
              <a:buSzPts val="1400"/>
              <a:buChar char="○"/>
              <a:defRPr/>
            </a:lvl8pPr>
            <a:lvl9pPr lvl="8">
              <a:spcBef>
                <a:spcPts val="1600"/>
              </a:spcBef>
              <a:spcAft>
                <a:spcPts val="1600"/>
              </a:spcAft>
              <a:buSzPts val="1400"/>
              <a:buChar char="■"/>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
        <p:cNvGrpSpPr/>
        <p:nvPr/>
      </p:nvGrpSpPr>
      <p:grpSpPr>
        <a:xfrm>
          <a:off x="0" y="0"/>
          <a:ext cx="0" cy="0"/>
          <a:chOff x="0" y="0"/>
          <a:chExt cx="0" cy="0"/>
        </a:xfrm>
      </p:grpSpPr>
      <p:sp>
        <p:nvSpPr>
          <p:cNvPr id="98" name="Google Shape;98;p19"/>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00" name="Google Shape;100;p19"/>
          <p:cNvSpPr txBox="1">
            <a:spLocks noGrp="1"/>
          </p:cNvSpPr>
          <p:nvPr>
            <p:ph type="subTitle" idx="1"/>
          </p:nvPr>
        </p:nvSpPr>
        <p:spPr>
          <a:xfrm>
            <a:off x="2719475" y="3500551"/>
            <a:ext cx="5158200" cy="63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1" name="Google Shape;101;p19"/>
          <p:cNvSpPr txBox="1">
            <a:spLocks noGrp="1"/>
          </p:cNvSpPr>
          <p:nvPr>
            <p:ph type="subTitle" idx="2"/>
          </p:nvPr>
        </p:nvSpPr>
        <p:spPr>
          <a:xfrm>
            <a:off x="2719500" y="2062724"/>
            <a:ext cx="5158200" cy="631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19"/>
          <p:cNvSpPr txBox="1">
            <a:spLocks noGrp="1"/>
          </p:cNvSpPr>
          <p:nvPr>
            <p:ph type="subTitle" idx="3"/>
          </p:nvPr>
        </p:nvSpPr>
        <p:spPr>
          <a:xfrm>
            <a:off x="2719492" y="1575100"/>
            <a:ext cx="51582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3" name="Google Shape;103;p19"/>
          <p:cNvSpPr txBox="1">
            <a:spLocks noGrp="1"/>
          </p:cNvSpPr>
          <p:nvPr>
            <p:ph type="subTitle" idx="4"/>
          </p:nvPr>
        </p:nvSpPr>
        <p:spPr>
          <a:xfrm>
            <a:off x="2719486" y="3012932"/>
            <a:ext cx="51582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104"/>
        <p:cNvGrpSpPr/>
        <p:nvPr/>
      </p:nvGrpSpPr>
      <p:grpSpPr>
        <a:xfrm>
          <a:off x="0" y="0"/>
          <a:ext cx="0" cy="0"/>
          <a:chOff x="0" y="0"/>
          <a:chExt cx="0" cy="0"/>
        </a:xfrm>
      </p:grpSpPr>
      <p:sp>
        <p:nvSpPr>
          <p:cNvPr id="105" name="Google Shape;105;p20"/>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07" name="Google Shape;107;p20"/>
          <p:cNvSpPr txBox="1">
            <a:spLocks noGrp="1"/>
          </p:cNvSpPr>
          <p:nvPr>
            <p:ph type="subTitle" idx="1"/>
          </p:nvPr>
        </p:nvSpPr>
        <p:spPr>
          <a:xfrm>
            <a:off x="4680205" y="1563911"/>
            <a:ext cx="3628200" cy="2577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subTitle" idx="2"/>
          </p:nvPr>
        </p:nvSpPr>
        <p:spPr>
          <a:xfrm>
            <a:off x="835600" y="1563911"/>
            <a:ext cx="3628200" cy="2577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9"/>
        <p:cNvGrpSpPr/>
        <p:nvPr/>
      </p:nvGrpSpPr>
      <p:grpSpPr>
        <a:xfrm>
          <a:off x="0" y="0"/>
          <a:ext cx="0" cy="0"/>
          <a:chOff x="0" y="0"/>
          <a:chExt cx="0" cy="0"/>
        </a:xfrm>
      </p:grpSpPr>
      <p:sp>
        <p:nvSpPr>
          <p:cNvPr id="110" name="Google Shape;110;p21"/>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2" name="Google Shape;112;p21"/>
          <p:cNvSpPr txBox="1">
            <a:spLocks noGrp="1"/>
          </p:cNvSpPr>
          <p:nvPr>
            <p:ph type="subTitle" idx="1"/>
          </p:nvPr>
        </p:nvSpPr>
        <p:spPr>
          <a:xfrm>
            <a:off x="713226" y="3289952"/>
            <a:ext cx="23097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3" name="Google Shape;113;p21"/>
          <p:cNvSpPr txBox="1">
            <a:spLocks noGrp="1"/>
          </p:cNvSpPr>
          <p:nvPr>
            <p:ph type="subTitle" idx="2"/>
          </p:nvPr>
        </p:nvSpPr>
        <p:spPr>
          <a:xfrm>
            <a:off x="3417191" y="3289952"/>
            <a:ext cx="23097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4" name="Google Shape;114;p21"/>
          <p:cNvSpPr txBox="1">
            <a:spLocks noGrp="1"/>
          </p:cNvSpPr>
          <p:nvPr>
            <p:ph type="subTitle" idx="3"/>
          </p:nvPr>
        </p:nvSpPr>
        <p:spPr>
          <a:xfrm>
            <a:off x="6121163" y="3289952"/>
            <a:ext cx="23097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5" name="Google Shape;115;p21"/>
          <p:cNvSpPr txBox="1">
            <a:spLocks noGrp="1"/>
          </p:cNvSpPr>
          <p:nvPr>
            <p:ph type="subTitle" idx="4"/>
          </p:nvPr>
        </p:nvSpPr>
        <p:spPr>
          <a:xfrm>
            <a:off x="713225" y="2835375"/>
            <a:ext cx="23097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6" name="Google Shape;116;p21"/>
          <p:cNvSpPr txBox="1">
            <a:spLocks noGrp="1"/>
          </p:cNvSpPr>
          <p:nvPr>
            <p:ph type="subTitle" idx="5"/>
          </p:nvPr>
        </p:nvSpPr>
        <p:spPr>
          <a:xfrm>
            <a:off x="3417194" y="2835375"/>
            <a:ext cx="23097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7" name="Google Shape;117;p21"/>
          <p:cNvSpPr txBox="1">
            <a:spLocks noGrp="1"/>
          </p:cNvSpPr>
          <p:nvPr>
            <p:ph type="subTitle" idx="6"/>
          </p:nvPr>
        </p:nvSpPr>
        <p:spPr>
          <a:xfrm>
            <a:off x="6121164" y="2835375"/>
            <a:ext cx="23097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8"/>
        <p:cNvGrpSpPr/>
        <p:nvPr/>
      </p:nvGrpSpPr>
      <p:grpSpPr>
        <a:xfrm>
          <a:off x="0" y="0"/>
          <a:ext cx="0" cy="0"/>
          <a:chOff x="0" y="0"/>
          <a:chExt cx="0" cy="0"/>
        </a:xfrm>
      </p:grpSpPr>
      <p:sp>
        <p:nvSpPr>
          <p:cNvPr id="119" name="Google Shape;119;p22"/>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1" name="Google Shape;121;p22"/>
          <p:cNvSpPr txBox="1">
            <a:spLocks noGrp="1"/>
          </p:cNvSpPr>
          <p:nvPr>
            <p:ph type="subTitle" idx="1"/>
          </p:nvPr>
        </p:nvSpPr>
        <p:spPr>
          <a:xfrm>
            <a:off x="1858336" y="1977575"/>
            <a:ext cx="19782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2" name="Google Shape;122;p22"/>
          <p:cNvSpPr txBox="1">
            <a:spLocks noGrp="1"/>
          </p:cNvSpPr>
          <p:nvPr>
            <p:ph type="subTitle" idx="2"/>
          </p:nvPr>
        </p:nvSpPr>
        <p:spPr>
          <a:xfrm>
            <a:off x="5874139" y="1977575"/>
            <a:ext cx="19782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3" name="Google Shape;123;p22"/>
          <p:cNvSpPr txBox="1">
            <a:spLocks noGrp="1"/>
          </p:cNvSpPr>
          <p:nvPr>
            <p:ph type="subTitle" idx="3"/>
          </p:nvPr>
        </p:nvSpPr>
        <p:spPr>
          <a:xfrm>
            <a:off x="1858336" y="3410975"/>
            <a:ext cx="19782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4" name="Google Shape;124;p22"/>
          <p:cNvSpPr txBox="1">
            <a:spLocks noGrp="1"/>
          </p:cNvSpPr>
          <p:nvPr>
            <p:ph type="subTitle" idx="4"/>
          </p:nvPr>
        </p:nvSpPr>
        <p:spPr>
          <a:xfrm>
            <a:off x="5874139" y="3410975"/>
            <a:ext cx="19782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5" name="Google Shape;125;p22"/>
          <p:cNvSpPr txBox="1">
            <a:spLocks noGrp="1"/>
          </p:cNvSpPr>
          <p:nvPr>
            <p:ph type="subTitle" idx="5"/>
          </p:nvPr>
        </p:nvSpPr>
        <p:spPr>
          <a:xfrm>
            <a:off x="1858336" y="1693975"/>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6" name="Google Shape;126;p22"/>
          <p:cNvSpPr txBox="1">
            <a:spLocks noGrp="1"/>
          </p:cNvSpPr>
          <p:nvPr>
            <p:ph type="subTitle" idx="6"/>
          </p:nvPr>
        </p:nvSpPr>
        <p:spPr>
          <a:xfrm>
            <a:off x="1858336" y="3127450"/>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7" name="Google Shape;127;p22"/>
          <p:cNvSpPr txBox="1">
            <a:spLocks noGrp="1"/>
          </p:cNvSpPr>
          <p:nvPr>
            <p:ph type="subTitle" idx="7"/>
          </p:nvPr>
        </p:nvSpPr>
        <p:spPr>
          <a:xfrm>
            <a:off x="5874136" y="1693975"/>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8" name="Google Shape;128;p22"/>
          <p:cNvSpPr txBox="1">
            <a:spLocks noGrp="1"/>
          </p:cNvSpPr>
          <p:nvPr>
            <p:ph type="subTitle" idx="8"/>
          </p:nvPr>
        </p:nvSpPr>
        <p:spPr>
          <a:xfrm>
            <a:off x="5874136" y="3127450"/>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9"/>
        <p:cNvGrpSpPr/>
        <p:nvPr/>
      </p:nvGrpSpPr>
      <p:grpSpPr>
        <a:xfrm>
          <a:off x="0" y="0"/>
          <a:ext cx="0" cy="0"/>
          <a:chOff x="0" y="0"/>
          <a:chExt cx="0" cy="0"/>
        </a:xfrm>
      </p:grpSpPr>
      <p:sp>
        <p:nvSpPr>
          <p:cNvPr id="130" name="Google Shape;130;p23"/>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2" name="Google Shape;132;p23"/>
          <p:cNvSpPr txBox="1">
            <a:spLocks noGrp="1"/>
          </p:cNvSpPr>
          <p:nvPr>
            <p:ph type="subTitle" idx="1"/>
          </p:nvPr>
        </p:nvSpPr>
        <p:spPr>
          <a:xfrm>
            <a:off x="865825" y="2246798"/>
            <a:ext cx="19752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3" name="Google Shape;133;p23"/>
          <p:cNvSpPr txBox="1">
            <a:spLocks noGrp="1"/>
          </p:cNvSpPr>
          <p:nvPr>
            <p:ph type="subTitle" idx="2"/>
          </p:nvPr>
        </p:nvSpPr>
        <p:spPr>
          <a:xfrm>
            <a:off x="3582448" y="2246798"/>
            <a:ext cx="19752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4" name="Google Shape;134;p23"/>
          <p:cNvSpPr txBox="1">
            <a:spLocks noGrp="1"/>
          </p:cNvSpPr>
          <p:nvPr>
            <p:ph type="subTitle" idx="3"/>
          </p:nvPr>
        </p:nvSpPr>
        <p:spPr>
          <a:xfrm>
            <a:off x="865825" y="4060924"/>
            <a:ext cx="19752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5" name="Google Shape;135;p23"/>
          <p:cNvSpPr txBox="1">
            <a:spLocks noGrp="1"/>
          </p:cNvSpPr>
          <p:nvPr>
            <p:ph type="subTitle" idx="4"/>
          </p:nvPr>
        </p:nvSpPr>
        <p:spPr>
          <a:xfrm>
            <a:off x="3582448" y="4060924"/>
            <a:ext cx="19752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6" name="Google Shape;136;p23"/>
          <p:cNvSpPr txBox="1">
            <a:spLocks noGrp="1"/>
          </p:cNvSpPr>
          <p:nvPr>
            <p:ph type="subTitle" idx="5"/>
          </p:nvPr>
        </p:nvSpPr>
        <p:spPr>
          <a:xfrm>
            <a:off x="6299072" y="2246798"/>
            <a:ext cx="19752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7" name="Google Shape;137;p23"/>
          <p:cNvSpPr txBox="1">
            <a:spLocks noGrp="1"/>
          </p:cNvSpPr>
          <p:nvPr>
            <p:ph type="subTitle" idx="6"/>
          </p:nvPr>
        </p:nvSpPr>
        <p:spPr>
          <a:xfrm>
            <a:off x="6299072" y="4060924"/>
            <a:ext cx="19752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8" name="Google Shape;138;p23"/>
          <p:cNvSpPr txBox="1">
            <a:spLocks noGrp="1"/>
          </p:cNvSpPr>
          <p:nvPr>
            <p:ph type="subTitle" idx="7"/>
          </p:nvPr>
        </p:nvSpPr>
        <p:spPr>
          <a:xfrm>
            <a:off x="864330" y="2040857"/>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9" name="Google Shape;139;p23"/>
          <p:cNvSpPr txBox="1">
            <a:spLocks noGrp="1"/>
          </p:cNvSpPr>
          <p:nvPr>
            <p:ph type="subTitle" idx="8"/>
          </p:nvPr>
        </p:nvSpPr>
        <p:spPr>
          <a:xfrm>
            <a:off x="3580950" y="2040857"/>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0" name="Google Shape;140;p23"/>
          <p:cNvSpPr txBox="1">
            <a:spLocks noGrp="1"/>
          </p:cNvSpPr>
          <p:nvPr>
            <p:ph type="subTitle" idx="9"/>
          </p:nvPr>
        </p:nvSpPr>
        <p:spPr>
          <a:xfrm>
            <a:off x="6297570" y="2040857"/>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1" name="Google Shape;141;p23"/>
          <p:cNvSpPr txBox="1">
            <a:spLocks noGrp="1"/>
          </p:cNvSpPr>
          <p:nvPr>
            <p:ph type="subTitle" idx="13"/>
          </p:nvPr>
        </p:nvSpPr>
        <p:spPr>
          <a:xfrm>
            <a:off x="864330" y="3853822"/>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2" name="Google Shape;142;p23"/>
          <p:cNvSpPr txBox="1">
            <a:spLocks noGrp="1"/>
          </p:cNvSpPr>
          <p:nvPr>
            <p:ph type="subTitle" idx="14"/>
          </p:nvPr>
        </p:nvSpPr>
        <p:spPr>
          <a:xfrm>
            <a:off x="3580950" y="3853822"/>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3" name="Google Shape;143;p23"/>
          <p:cNvSpPr txBox="1">
            <a:spLocks noGrp="1"/>
          </p:cNvSpPr>
          <p:nvPr>
            <p:ph type="subTitle" idx="15"/>
          </p:nvPr>
        </p:nvSpPr>
        <p:spPr>
          <a:xfrm>
            <a:off x="6297570" y="3853822"/>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44"/>
        <p:cNvGrpSpPr/>
        <p:nvPr/>
      </p:nvGrpSpPr>
      <p:grpSpPr>
        <a:xfrm>
          <a:off x="0" y="0"/>
          <a:ext cx="0" cy="0"/>
          <a:chOff x="0" y="0"/>
          <a:chExt cx="0" cy="0"/>
        </a:xfrm>
      </p:grpSpPr>
      <p:sp>
        <p:nvSpPr>
          <p:cNvPr id="145" name="Google Shape;145;p24"/>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4"/>
          <p:cNvSpPr txBox="1">
            <a:spLocks noGrp="1"/>
          </p:cNvSpPr>
          <p:nvPr>
            <p:ph type="title" hasCustomPrompt="1"/>
          </p:nvPr>
        </p:nvSpPr>
        <p:spPr>
          <a:xfrm>
            <a:off x="713225" y="747325"/>
            <a:ext cx="46968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5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47" name="Google Shape;147;p24"/>
          <p:cNvSpPr txBox="1">
            <a:spLocks noGrp="1"/>
          </p:cNvSpPr>
          <p:nvPr>
            <p:ph type="subTitle" idx="1"/>
          </p:nvPr>
        </p:nvSpPr>
        <p:spPr>
          <a:xfrm>
            <a:off x="713225" y="1428226"/>
            <a:ext cx="4696800" cy="37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48" name="Google Shape;148;p24"/>
          <p:cNvSpPr txBox="1">
            <a:spLocks noGrp="1"/>
          </p:cNvSpPr>
          <p:nvPr>
            <p:ph type="title" idx="2" hasCustomPrompt="1"/>
          </p:nvPr>
        </p:nvSpPr>
        <p:spPr>
          <a:xfrm>
            <a:off x="713225" y="2045031"/>
            <a:ext cx="46968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5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49" name="Google Shape;149;p24"/>
          <p:cNvSpPr txBox="1">
            <a:spLocks noGrp="1"/>
          </p:cNvSpPr>
          <p:nvPr>
            <p:ph type="subTitle" idx="3"/>
          </p:nvPr>
        </p:nvSpPr>
        <p:spPr>
          <a:xfrm>
            <a:off x="713225" y="2728503"/>
            <a:ext cx="4696800" cy="37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50" name="Google Shape;150;p24"/>
          <p:cNvSpPr txBox="1">
            <a:spLocks noGrp="1"/>
          </p:cNvSpPr>
          <p:nvPr>
            <p:ph type="title" idx="4" hasCustomPrompt="1"/>
          </p:nvPr>
        </p:nvSpPr>
        <p:spPr>
          <a:xfrm>
            <a:off x="713225" y="3350449"/>
            <a:ext cx="46968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45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1" name="Google Shape;151;p24"/>
          <p:cNvSpPr txBox="1">
            <a:spLocks noGrp="1"/>
          </p:cNvSpPr>
          <p:nvPr>
            <p:ph type="subTitle" idx="5"/>
          </p:nvPr>
        </p:nvSpPr>
        <p:spPr>
          <a:xfrm>
            <a:off x="713225" y="4036492"/>
            <a:ext cx="4696800" cy="37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52" name="Google Shape;152;p24"/>
          <p:cNvSpPr>
            <a:spLocks noGrp="1"/>
          </p:cNvSpPr>
          <p:nvPr>
            <p:ph type="pic" idx="6"/>
          </p:nvPr>
        </p:nvSpPr>
        <p:spPr>
          <a:xfrm>
            <a:off x="5146450" y="1092450"/>
            <a:ext cx="2987100" cy="29871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153"/>
        <p:cNvGrpSpPr/>
        <p:nvPr/>
      </p:nvGrpSpPr>
      <p:grpSpPr>
        <a:xfrm>
          <a:off x="0" y="0"/>
          <a:ext cx="0" cy="0"/>
          <a:chOff x="0" y="0"/>
          <a:chExt cx="0" cy="0"/>
        </a:xfrm>
      </p:grpSpPr>
      <p:sp>
        <p:nvSpPr>
          <p:cNvPr id="154" name="Google Shape;154;p25"/>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5"/>
          <p:cNvSpPr txBox="1">
            <a:spLocks noGrp="1"/>
          </p:cNvSpPr>
          <p:nvPr>
            <p:ph type="title" hasCustomPrompt="1"/>
          </p:nvPr>
        </p:nvSpPr>
        <p:spPr>
          <a:xfrm>
            <a:off x="1284900" y="1962150"/>
            <a:ext cx="11742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6" name="Google Shape;156;p25"/>
          <p:cNvSpPr txBox="1">
            <a:spLocks noGrp="1"/>
          </p:cNvSpPr>
          <p:nvPr>
            <p:ph type="subTitle" idx="1"/>
          </p:nvPr>
        </p:nvSpPr>
        <p:spPr>
          <a:xfrm>
            <a:off x="720000" y="3552975"/>
            <a:ext cx="23040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157" name="Google Shape;157;p25"/>
          <p:cNvSpPr txBox="1">
            <a:spLocks noGrp="1"/>
          </p:cNvSpPr>
          <p:nvPr>
            <p:ph type="subTitle" idx="2"/>
          </p:nvPr>
        </p:nvSpPr>
        <p:spPr>
          <a:xfrm>
            <a:off x="720000" y="3197100"/>
            <a:ext cx="23040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58" name="Google Shape;158;p25"/>
          <p:cNvSpPr txBox="1">
            <a:spLocks noGrp="1"/>
          </p:cNvSpPr>
          <p:nvPr>
            <p:ph type="title" idx="3" hasCustomPrompt="1"/>
          </p:nvPr>
        </p:nvSpPr>
        <p:spPr>
          <a:xfrm>
            <a:off x="3984900" y="1962150"/>
            <a:ext cx="11742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9" name="Google Shape;159;p25"/>
          <p:cNvSpPr txBox="1">
            <a:spLocks noGrp="1"/>
          </p:cNvSpPr>
          <p:nvPr>
            <p:ph type="subTitle" idx="4"/>
          </p:nvPr>
        </p:nvSpPr>
        <p:spPr>
          <a:xfrm>
            <a:off x="3420000" y="3552975"/>
            <a:ext cx="23040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160" name="Google Shape;160;p25"/>
          <p:cNvSpPr txBox="1">
            <a:spLocks noGrp="1"/>
          </p:cNvSpPr>
          <p:nvPr>
            <p:ph type="subTitle" idx="5"/>
          </p:nvPr>
        </p:nvSpPr>
        <p:spPr>
          <a:xfrm>
            <a:off x="3420000" y="3197100"/>
            <a:ext cx="23040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61" name="Google Shape;161;p25"/>
          <p:cNvSpPr txBox="1">
            <a:spLocks noGrp="1"/>
          </p:cNvSpPr>
          <p:nvPr>
            <p:ph type="title" idx="6" hasCustomPrompt="1"/>
          </p:nvPr>
        </p:nvSpPr>
        <p:spPr>
          <a:xfrm>
            <a:off x="6685015" y="1962150"/>
            <a:ext cx="11742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solidFill>
                  <a:schemeClr val="accen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2" name="Google Shape;162;p25"/>
          <p:cNvSpPr txBox="1">
            <a:spLocks noGrp="1"/>
          </p:cNvSpPr>
          <p:nvPr>
            <p:ph type="subTitle" idx="7"/>
          </p:nvPr>
        </p:nvSpPr>
        <p:spPr>
          <a:xfrm>
            <a:off x="6120115" y="3552975"/>
            <a:ext cx="23040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163" name="Google Shape;163;p25"/>
          <p:cNvSpPr txBox="1">
            <a:spLocks noGrp="1"/>
          </p:cNvSpPr>
          <p:nvPr>
            <p:ph type="subTitle" idx="8"/>
          </p:nvPr>
        </p:nvSpPr>
        <p:spPr>
          <a:xfrm>
            <a:off x="6120115" y="3197100"/>
            <a:ext cx="23040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000">
                <a:solidFill>
                  <a:schemeClr val="dk1"/>
                </a:solidFill>
                <a:latin typeface="Corben"/>
                <a:ea typeface="Corben"/>
                <a:cs typeface="Corben"/>
                <a:sym typeface="Corben"/>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64" name="Google Shape;164;p25"/>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65"/>
        <p:cNvGrpSpPr/>
        <p:nvPr/>
      </p:nvGrpSpPr>
      <p:grpSpPr>
        <a:xfrm>
          <a:off x="0" y="0"/>
          <a:ext cx="0" cy="0"/>
          <a:chOff x="0" y="0"/>
          <a:chExt cx="0" cy="0"/>
        </a:xfrm>
      </p:grpSpPr>
      <p:sp>
        <p:nvSpPr>
          <p:cNvPr id="166" name="Google Shape;166;p26"/>
          <p:cNvSpPr/>
          <p:nvPr/>
        </p:nvSpPr>
        <p:spPr>
          <a:xfrm>
            <a:off x="334325" y="342300"/>
            <a:ext cx="8480400" cy="4452900"/>
          </a:xfrm>
          <a:prstGeom prst="rect">
            <a:avLst/>
          </a:prstGeom>
          <a:solidFill>
            <a:srgbClr val="202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6"/>
          <p:cNvSpPr>
            <a:spLocks noGrp="1"/>
          </p:cNvSpPr>
          <p:nvPr>
            <p:ph type="pic" idx="2"/>
          </p:nvPr>
        </p:nvSpPr>
        <p:spPr>
          <a:xfrm>
            <a:off x="5173850" y="1078200"/>
            <a:ext cx="2987100" cy="29871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sp>
      <p:sp>
        <p:nvSpPr>
          <p:cNvPr id="168" name="Google Shape;168;p26"/>
          <p:cNvSpPr txBox="1">
            <a:spLocks noGrp="1"/>
          </p:cNvSpPr>
          <p:nvPr>
            <p:ph type="title"/>
          </p:nvPr>
        </p:nvSpPr>
        <p:spPr>
          <a:xfrm>
            <a:off x="1094225" y="668975"/>
            <a:ext cx="3525000" cy="8811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9" name="Google Shape;169;p26"/>
          <p:cNvSpPr txBox="1">
            <a:spLocks noGrp="1"/>
          </p:cNvSpPr>
          <p:nvPr>
            <p:ph type="subTitle" idx="1"/>
          </p:nvPr>
        </p:nvSpPr>
        <p:spPr>
          <a:xfrm>
            <a:off x="1094225" y="1753325"/>
            <a:ext cx="3525000" cy="105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0" name="Google Shape;170;p26"/>
          <p:cNvSpPr txBox="1"/>
          <p:nvPr/>
        </p:nvSpPr>
        <p:spPr>
          <a:xfrm>
            <a:off x="1094225" y="3830300"/>
            <a:ext cx="4054800" cy="773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Albert Sans"/>
                <a:ea typeface="Albert Sans"/>
                <a:cs typeface="Albert Sans"/>
                <a:sym typeface="Albert Sans"/>
              </a:rPr>
              <a:t>CREDITS:</a:t>
            </a:r>
            <a:r>
              <a:rPr lang="en" sz="1200">
                <a:solidFill>
                  <a:schemeClr val="dk1"/>
                </a:solidFill>
                <a:latin typeface="Albert Sans"/>
                <a:ea typeface="Albert Sans"/>
                <a:cs typeface="Albert Sans"/>
                <a:sym typeface="Albert Sans"/>
              </a:rPr>
              <a:t> This presentation template was created by </a:t>
            </a:r>
            <a:r>
              <a:rPr lang="en" sz="1200" b="1" u="sng">
                <a:solidFill>
                  <a:schemeClr val="hlink"/>
                </a:solidFill>
                <a:latin typeface="Albert Sans"/>
                <a:ea typeface="Albert Sans"/>
                <a:cs typeface="Albert Sans"/>
                <a:sym typeface="Albert Sans"/>
                <a:hlinkClick r:id="rId2"/>
              </a:rPr>
              <a:t>Slidesgo</a:t>
            </a:r>
            <a:r>
              <a:rPr lang="en" sz="1200">
                <a:solidFill>
                  <a:schemeClr val="dk1"/>
                </a:solidFill>
                <a:latin typeface="Albert Sans"/>
                <a:ea typeface="Albert Sans"/>
                <a:cs typeface="Albert Sans"/>
                <a:sym typeface="Albert Sans"/>
              </a:rPr>
              <a:t>, and includes icons by </a:t>
            </a:r>
            <a:r>
              <a:rPr lang="en" sz="1200" b="1" u="sng">
                <a:solidFill>
                  <a:schemeClr val="dk1"/>
                </a:solidFill>
                <a:latin typeface="Albert Sans"/>
                <a:ea typeface="Albert Sans"/>
                <a:cs typeface="Albert Sans"/>
                <a:sym typeface="Albert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Albert Sans"/>
                <a:ea typeface="Albert Sans"/>
                <a:cs typeface="Albert Sans"/>
                <a:sym typeface="Albert Sans"/>
              </a:rPr>
              <a:t>, and infographics &amp; images by </a:t>
            </a:r>
            <a:r>
              <a:rPr lang="en" sz="1200" b="1" u="sng">
                <a:solidFill>
                  <a:schemeClr val="dk1"/>
                </a:solidFill>
                <a:latin typeface="Albert Sans"/>
                <a:ea typeface="Albert Sans"/>
                <a:cs typeface="Albert Sans"/>
                <a:sym typeface="Albert Sans"/>
                <a:hlinkClick r:id="rId4">
                  <a:extLst>
                    <a:ext uri="{A12FA001-AC4F-418D-AE19-62706E023703}">
                      <ahyp:hlinkClr xmlns:ahyp="http://schemas.microsoft.com/office/drawing/2018/hyperlinkcolor" val="tx"/>
                    </a:ext>
                  </a:extLst>
                </a:hlinkClick>
              </a:rPr>
              <a:t>Freepik</a:t>
            </a:r>
            <a:r>
              <a:rPr lang="en" sz="1200" u="sng">
                <a:solidFill>
                  <a:schemeClr val="dk1"/>
                </a:solidFill>
                <a:latin typeface="Albert Sans"/>
                <a:ea typeface="Albert Sans"/>
                <a:cs typeface="Albert Sans"/>
                <a:sym typeface="Albert Sans"/>
              </a:rPr>
              <a:t> </a:t>
            </a:r>
            <a:endParaRPr sz="1200" b="1" u="sng">
              <a:solidFill>
                <a:schemeClr val="dk1"/>
              </a:solidFill>
              <a:latin typeface="Albert Sans"/>
              <a:ea typeface="Albert Sans"/>
              <a:cs typeface="Albert Sans"/>
              <a:sym typeface="Albert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71"/>
        <p:cNvGrpSpPr/>
        <p:nvPr/>
      </p:nvGrpSpPr>
      <p:grpSpPr>
        <a:xfrm>
          <a:off x="0" y="0"/>
          <a:ext cx="0" cy="0"/>
          <a:chOff x="0" y="0"/>
          <a:chExt cx="0" cy="0"/>
        </a:xfrm>
      </p:grpSpPr>
      <p:sp>
        <p:nvSpPr>
          <p:cNvPr id="172" name="Google Shape;172;p27"/>
          <p:cNvSpPr/>
          <p:nvPr/>
        </p:nvSpPr>
        <p:spPr>
          <a:xfrm>
            <a:off x="334325" y="342300"/>
            <a:ext cx="8480400" cy="4452900"/>
          </a:xfrm>
          <a:prstGeom prst="rect">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73"/>
        <p:cNvGrpSpPr/>
        <p:nvPr/>
      </p:nvGrpSpPr>
      <p:grpSpPr>
        <a:xfrm>
          <a:off x="0" y="0"/>
          <a:ext cx="0" cy="0"/>
          <a:chOff x="0" y="0"/>
          <a:chExt cx="0" cy="0"/>
        </a:xfrm>
      </p:grpSpPr>
      <p:sp>
        <p:nvSpPr>
          <p:cNvPr id="174" name="Google Shape;174;p28"/>
          <p:cNvSpPr/>
          <p:nvPr/>
        </p:nvSpPr>
        <p:spPr>
          <a:xfrm>
            <a:off x="334325" y="342300"/>
            <a:ext cx="8480400" cy="44529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78"/>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79"/>
        <p:cNvGrpSpPr/>
        <p:nvPr/>
      </p:nvGrpSpPr>
      <p:grpSpPr>
        <a:xfrm>
          <a:off x="0" y="0"/>
          <a:ext cx="0" cy="0"/>
          <a:chOff x="0" y="0"/>
          <a:chExt cx="0" cy="0"/>
        </a:xfrm>
      </p:grpSpPr>
      <p:sp>
        <p:nvSpPr>
          <p:cNvPr id="180" name="Google Shape;180;p3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9.xml"/><Relationship Id="rId1" Type="http://schemas.openxmlformats.org/officeDocument/2006/relationships/slideLayout" Target="../slideLayouts/slideLayout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a:effectLst>
            <a:outerShdw blurRad="57150" dist="19050" dir="5400000" algn="bl" rotWithShape="0">
              <a:schemeClr val="lt1">
                <a:alpha val="50000"/>
              </a:schemeClr>
            </a:outerShdw>
          </a:effectLst>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1pPr>
            <a:lvl2pPr lvl="1"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2pPr>
            <a:lvl3pPr lvl="2"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3pPr>
            <a:lvl4pPr lvl="3"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4pPr>
            <a:lvl5pPr lvl="4"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5pPr>
            <a:lvl6pPr lvl="5"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6pPr>
            <a:lvl7pPr lvl="6"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7pPr>
            <a:lvl8pPr lvl="7"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8pPr>
            <a:lvl9pPr lvl="8" rtl="0">
              <a:spcBef>
                <a:spcPts val="0"/>
              </a:spcBef>
              <a:spcAft>
                <a:spcPts val="0"/>
              </a:spcAft>
              <a:buClr>
                <a:schemeClr val="dk1"/>
              </a:buClr>
              <a:buSzPts val="3000"/>
              <a:buFont typeface="Corben"/>
              <a:buNone/>
              <a:defRPr sz="3000">
                <a:solidFill>
                  <a:schemeClr val="dk1"/>
                </a:solidFill>
                <a:latin typeface="Corben"/>
                <a:ea typeface="Corben"/>
                <a:cs typeface="Corben"/>
                <a:sym typeface="Corben"/>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marL="914400" lvl="1"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marL="1371600" lvl="2"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marL="1828800" lvl="3"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marL="2286000" lvl="4"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marL="2743200" lvl="5"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marL="3200400" lvl="6"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marL="3657600" lvl="7"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marL="4114800" lvl="8" indent="-317500">
              <a:lnSpc>
                <a:spcPct val="100000"/>
              </a:lnSpc>
              <a:spcBef>
                <a:spcPts val="1600"/>
              </a:spcBef>
              <a:spcAft>
                <a:spcPts val="1600"/>
              </a:spcAft>
              <a:buClr>
                <a:schemeClr val="dk1"/>
              </a:buClr>
              <a:buSzPts val="1400"/>
              <a:buFont typeface="Albert Sans"/>
              <a:buChar char="■"/>
              <a:defRPr>
                <a:solidFill>
                  <a:schemeClr val="dk1"/>
                </a:solidFill>
                <a:latin typeface="Albert Sans"/>
                <a:ea typeface="Albert Sans"/>
                <a:cs typeface="Albert Sans"/>
                <a:sym typeface="Albert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75"/>
        <p:cNvGrpSpPr/>
        <p:nvPr/>
      </p:nvGrpSpPr>
      <p:grpSpPr>
        <a:xfrm>
          <a:off x="0" y="0"/>
          <a:ext cx="0" cy="0"/>
          <a:chOff x="0" y="0"/>
          <a:chExt cx="0" cy="0"/>
        </a:xfrm>
      </p:grpSpPr>
      <p:sp>
        <p:nvSpPr>
          <p:cNvPr id="176" name="Google Shape;176;p2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77" name="Google Shape;177;p2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5" r:id="rId1"/>
    <p:sldLayoutId id="2147483676"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43.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41.xml"/><Relationship Id="rId7" Type="http://schemas.openxmlformats.org/officeDocument/2006/relationships/slide" Target="slide49.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2.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5.xml"/><Relationship Id="rId6" Type="http://schemas.openxmlformats.org/officeDocument/2006/relationships/slide" Target="slide35.xml"/><Relationship Id="rId11" Type="http://schemas.openxmlformats.org/officeDocument/2006/relationships/hyperlink" Target="http://bit.ly/30B07Gq" TargetMode="External"/><Relationship Id="rId5" Type="http://schemas.openxmlformats.org/officeDocument/2006/relationships/slide" Target="slide37.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38.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2.xml"/></Relationships>
</file>

<file path=ppt/slides/_rels/slide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7.xml"/><Relationship Id="rId1" Type="http://schemas.openxmlformats.org/officeDocument/2006/relationships/slideLayout" Target="../slideLayouts/slideLayout2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1.xml"/><Relationship Id="rId1" Type="http://schemas.openxmlformats.org/officeDocument/2006/relationships/slideLayout" Target="../slideLayouts/slideLayout1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6.xml"/><Relationship Id="rId1" Type="http://schemas.openxmlformats.org/officeDocument/2006/relationships/slideLayout" Target="../slideLayouts/slideLayout5.xml"/><Relationship Id="rId5" Type="http://schemas.openxmlformats.org/officeDocument/2006/relationships/image" Target="../media/image12.png"/><Relationship Id="rId4" Type="http://schemas.openxmlformats.org/officeDocument/2006/relationships/hyperlink" Target="https://docs.google.com/spreadsheets/d/1Tj7Jt5WeeBPfJ6ENW5f3zaMo9r12Uvwzc8B0RVAuDd8/copy" TargetMode="Externa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3" Type="http://schemas.openxmlformats.org/officeDocument/2006/relationships/hyperlink" Target="https://docs.google.com/spreadsheets/d/1Tj7Jt5WeeBPfJ6ENW5f3zaMo9r12Uvwzc8B0RVAuDd8/copy" TargetMode="External"/><Relationship Id="rId2" Type="http://schemas.openxmlformats.org/officeDocument/2006/relationships/notesSlide" Target="../notesSlides/notesSlide28.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3.pn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34.xml"/><Relationship Id="rId1" Type="http://schemas.openxmlformats.org/officeDocument/2006/relationships/slideLayout" Target="../slideLayouts/slideLayout4.xml"/><Relationship Id="rId4" Type="http://schemas.openxmlformats.org/officeDocument/2006/relationships/image" Target="../media/image15.jpg"/></Relationships>
</file>

<file path=ppt/slides/_rels/slide35.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photo/elevated-view-winding-road-forest_2573052.htm/?utm_source=slidesgo_template&amp;utm_medium=referral-link&amp;utm_campaign=s%20g_resources&amp;utm_content=freepik" TargetMode="External"/><Relationship Id="rId13" Type="http://schemas.openxmlformats.org/officeDocument/2006/relationships/hyperlink" Target="https://www.freepik.com/free-photo/high-angle-view-road-green-tropical-forest_2586785.htm/?utm_source=slidesgo_template&amp;utm_medium=referral-link&amp;utm_campaign=s%20g_resources&amp;utm_content=freepik" TargetMode="External"/><Relationship Id="rId3" Type="http://schemas.openxmlformats.org/officeDocument/2006/relationships/hyperlink" Target="https://www.freepik.com/free-photo/high-angle-view-trees-growing-land_2572947.htm/?utm_source=slidesgo_template&amp;utm_medium=referral-link&amp;utm_campaign=s%20g_resources&amp;utm_content=freepik" TargetMode="External"/><Relationship Id="rId7" Type="http://schemas.openxmlformats.org/officeDocument/2006/relationships/hyperlink" Target="https://www.freepik.com/free-photo/elevated-view-dirt-road-dense-forest_2573027.htm/?utm_source=slidesgo_template&amp;utm_medium=referral-link&amp;utm_campaign=s%20g_resources&amp;utm_content=freepik" TargetMode="External"/><Relationship Id="rId12" Type="http://schemas.openxmlformats.org/officeDocument/2006/relationships/hyperlink" Target="https://www.freepik.com/free-photo/scenic-view-trees-against-cloudy-sky_2579745.htm/?utm_source=slidesgo_template&amp;utm_medium=referral-link&amp;utm_campaign=s%20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17.xml"/><Relationship Id="rId6" Type="http://schemas.openxmlformats.org/officeDocument/2006/relationships/hyperlink" Target="https://www.freepik.com/free-photo/rural-round-surrounded-by-green-tropical-trees_2573009.htm/?utm_source=slidesgo_template&amp;utm_medium=referral-link&amp;utm_campaign=s%20g_resources&amp;utm_content=freepik" TargetMode="External"/><Relationship Id="rId11" Type="http://schemas.openxmlformats.org/officeDocument/2006/relationships/hyperlink" Target="https://www.freepik.com/free-photo/full-frame-shot-trees-growing-outdoors_2579737.htm/?utm_source=slidesgo_template&amp;utm_medium=referral-link&amp;utm_campaign=s%20g_resources&amp;utm_content=freepik" TargetMode="External"/><Relationship Id="rId5" Type="http://schemas.openxmlformats.org/officeDocument/2006/relationships/hyperlink" Target="https://www.freepik.com/free-photo/elevated-view-trees-rocky-mountain_2572969.htm/?utm_source=slidesgo_template&amp;utm_medium=referral-link&amp;utm_campaign=s%20g_resources&amp;utm_content=freepik" TargetMode="External"/><Relationship Id="rId10" Type="http://schemas.openxmlformats.org/officeDocument/2006/relationships/hyperlink" Target="https://www.freepik.com/free-photo/scenic-view-trees-growing-forest_2579675.htm/?utm_source=slidesgo_template&amp;utm_medium=referral-link&amp;utm_campaign=s%20g_resources&amp;utm_content=freepik" TargetMode="External"/><Relationship Id="rId4" Type="http://schemas.openxmlformats.org/officeDocument/2006/relationships/hyperlink" Target="https://www.freepik.com/free-photo/full-frame-show-green-coniferous-trees_2572964.htm/?utm_source=slidesgo_template&amp;utm_medium=referral-link&amp;utm_campaign=s%20g_resources&amp;utm_content=freepik" TargetMode="External"/><Relationship Id="rId9" Type="http://schemas.openxmlformats.org/officeDocument/2006/relationships/hyperlink" Target="https://www.freepik.com/free-photo/high-angle-view-winding-road-surrounded-by-green-trees_2579639.htm/?utm_source=slidesgo_template&amp;utm_medium=referral-link&amp;utm_campaign=s%20g_resources&amp;utm_content=freepik" TargetMode="External"/><Relationship Id="rId14" Type="http://schemas.openxmlformats.org/officeDocument/2006/relationships/hyperlink" Target="https://www.freepik.com/free-photo/elevated-view-road-green-coniferous-trees_2579807.htm/?utm_source=slidesgo_template&amp;utm_medium=referral-link&amp;utm_campaign=s%20g_resources&amp;utm_content=freepik" TargetMode="External"/></Relationships>
</file>

<file path=ppt/slides/_rels/slide38.xml.rels><?xml version="1.0" encoding="UTF-8" standalone="yes"?>
<Relationships xmlns="http://schemas.openxmlformats.org/package/2006/relationships"><Relationship Id="rId8" Type="http://schemas.openxmlformats.org/officeDocument/2006/relationships/hyperlink" Target="https://www.freepik.com/free-photo/high-angle-view-green-trees-growing-forest_2572937.htm/?utm_source=slidesgo_template&amp;utm_medium=referral-link&amp;utm_campaign=s%20g_resources&amp;utm_content=freepik" TargetMode="External"/><Relationship Id="rId13" Type="http://schemas.openxmlformats.org/officeDocument/2006/relationships/hyperlink" Target="https://www.freepik.com/free-photo/ferns-growing-dense-forest_2573039.htm/?utm_source=slidesgo_template&amp;utm_medium=referral-link&amp;utm_campaign=s%20g_resources&amp;utm_content=freepik" TargetMode="External"/><Relationship Id="rId3" Type="http://schemas.openxmlformats.org/officeDocument/2006/relationships/hyperlink" Target="https://www.flaticon.com/packs/adventure-10?word=forest/?utm_source=slidesgo_template&amp;utm_medium=referral-link&amp;utm_campaign=s%20g_resources&amp;utm_content=flaticon" TargetMode="External"/><Relationship Id="rId7" Type="http://schemas.openxmlformats.org/officeDocument/2006/relationships/hyperlink" Target="https://www.freepik.com/free-photo/elevated-view-coniferous-forest_2572932.htm/?utm_source=slidesgo_template&amp;utm_medium=referral-link&amp;utm_campaign=s%20g_resources&amp;utm_content=freepik" TargetMode="External"/><Relationship Id="rId12" Type="http://schemas.openxmlformats.org/officeDocument/2006/relationships/hyperlink" Target="https://www.freepik.com/free-photo/elevated-view-forest-mountain_2573020.htm/?utm_source=slidesgo_template&amp;utm_medium=referral-link&amp;utm_campaign=s%20g_resources&amp;utm_content=freepik" TargetMode="External"/><Relationship Id="rId2" Type="http://schemas.openxmlformats.org/officeDocument/2006/relationships/notesSlide" Target="../notesSlides/notesSlide38.xml"/><Relationship Id="rId1" Type="http://schemas.openxmlformats.org/officeDocument/2006/relationships/slideLayout" Target="../slideLayouts/slideLayout3.xml"/><Relationship Id="rId6" Type="http://schemas.openxmlformats.org/officeDocument/2006/relationships/hyperlink" Target="https://www.freepik.com/free-photo/dog-walking-dirt-road-forest_2593080.htm/?utm_source=slidesgo_template&amp;utm_medium=referral-link&amp;utm_campaign=s%20g_resources&amp;utm_content=freepik" TargetMode="External"/><Relationship Id="rId11" Type="http://schemas.openxmlformats.org/officeDocument/2006/relationships/hyperlink" Target="https://www.freepik.com/free-photo/full-frame-shot-green-trees-growing-forest_2572958.htm/?utm_source=slidesgo_template&amp;utm_medium=referral-link&amp;utm_campaign=s%20g_resources&amp;utm_content=freepik" TargetMode="External"/><Relationship Id="rId5" Type="http://schemas.openxmlformats.org/officeDocument/2006/relationships/hyperlink" Target="https://www.freepik.com/free-photo/side-view-smiley-peasant-woman-outdoors_34240817.htm/?utm_source=slidesgo_template&amp;utm_medium=referral-link&amp;utm_campaign=s%20g_resources&amp;utm_content=freepik" TargetMode="External"/><Relationship Id="rId10" Type="http://schemas.openxmlformats.org/officeDocument/2006/relationships/hyperlink" Target="https://www.freepik.com/free-photo/high-angle-view-tropical-trees-growing-forest_2572951.htm/?utm_source=slidesgo_template&amp;utm_medium=referral-link&amp;utm_campaign=s%20g_resources&amp;utm_content=freepik" TargetMode="External"/><Relationship Id="rId4" Type="http://schemas.openxmlformats.org/officeDocument/2006/relationships/hyperlink" Target="https://www.freepik.com/free-photo/close-up-park-ranger-woods_23441359.htm/?utm_source=slidesgo_template&amp;utm_medium=referral-link&amp;utm_campaign=s%20g_resources&amp;utm_content=freepik" TargetMode="External"/><Relationship Id="rId9" Type="http://schemas.openxmlformats.org/officeDocument/2006/relationships/hyperlink" Target="https://www.freepik.com/free-photo/elevated-view-trees-growing-land_2572942.htm/?utm_source=slidesgo_template&amp;utm_medium=referral-link&amp;utm_campaign=s%20g_resources&amp;utm_content=freepik" TargetMode="External"/><Relationship Id="rId14" Type="http://schemas.openxmlformats.org/officeDocument/2006/relationships/hyperlink" Target="https://www.freepik.com/free-photo/elevated-view-ferns-growing-tropical-forest_2573046.htm/?utm_source=slidesgo_template&amp;utm_medium=referral-link&amp;utm_campaign=s%20g_resources&amp;utm_content=freepik"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29.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29.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Corben" TargetMode="External"/><Relationship Id="rId2" Type="http://schemas.openxmlformats.org/officeDocument/2006/relationships/notesSlide" Target="../notesSlides/notesSlide41.xml"/><Relationship Id="rId1" Type="http://schemas.openxmlformats.org/officeDocument/2006/relationships/slideLayout" Target="../slideLayouts/slideLayout29.xml"/><Relationship Id="rId4" Type="http://schemas.openxmlformats.org/officeDocument/2006/relationships/hyperlink" Target="https://fonts.google.com/specimen/Albert+Sans"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1.png"/><Relationship Id="rId2" Type="http://schemas.openxmlformats.org/officeDocument/2006/relationships/notesSlide" Target="../notesSlides/notesSlide42.xml"/><Relationship Id="rId1" Type="http://schemas.openxmlformats.org/officeDocument/2006/relationships/slideLayout" Target="../slideLayouts/slideLayout29.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0.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9.png"/><Relationship Id="rId4" Type="http://schemas.openxmlformats.org/officeDocument/2006/relationships/image" Target="../media/image17.png"/><Relationship Id="rId9" Type="http://schemas.openxmlformats.org/officeDocument/2006/relationships/image" Target="../media/image18.png"/></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3.xml"/><Relationship Id="rId1" Type="http://schemas.openxmlformats.org/officeDocument/2006/relationships/slideLayout" Target="../slideLayouts/slideLayout2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8.xml"/></Relationships>
</file>

<file path=ppt/slides/_rels/slide4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9.xml"/><Relationship Id="rId1" Type="http://schemas.openxmlformats.org/officeDocument/2006/relationships/slideLayout" Target="../slideLayouts/slideLayout29.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9.xml"/></Relationships>
</file>

<file path=ppt/slides/_rels/slide5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6.xml"/><Relationship Id="rId1" Type="http://schemas.openxmlformats.org/officeDocument/2006/relationships/slideLayout" Target="../slideLayouts/slideLayout28.xml"/><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84"/>
        <p:cNvGrpSpPr/>
        <p:nvPr/>
      </p:nvGrpSpPr>
      <p:grpSpPr>
        <a:xfrm>
          <a:off x="0" y="0"/>
          <a:ext cx="0" cy="0"/>
          <a:chOff x="0" y="0"/>
          <a:chExt cx="0" cy="0"/>
        </a:xfrm>
      </p:grpSpPr>
      <p:pic>
        <p:nvPicPr>
          <p:cNvPr id="185" name="Google Shape;185;p32"/>
          <p:cNvPicPr preferRelativeResize="0">
            <a:picLocks noGrp="1"/>
          </p:cNvPicPr>
          <p:nvPr>
            <p:ph type="pic" idx="2"/>
          </p:nvPr>
        </p:nvPicPr>
        <p:blipFill rotWithShape="1">
          <a:blip r:embed="rId3">
            <a:alphaModFix/>
          </a:blip>
          <a:srcRect t="12491" b="12484"/>
          <a:stretch/>
        </p:blipFill>
        <p:spPr>
          <a:xfrm>
            <a:off x="-3750" y="-25"/>
            <a:ext cx="9144001" cy="5143500"/>
          </a:xfrm>
          <a:prstGeom prst="rect">
            <a:avLst/>
          </a:prstGeom>
        </p:spPr>
      </p:pic>
      <p:sp>
        <p:nvSpPr>
          <p:cNvPr id="186" name="Google Shape;186;p32"/>
          <p:cNvSpPr/>
          <p:nvPr/>
        </p:nvSpPr>
        <p:spPr>
          <a:xfrm>
            <a:off x="331800" y="345300"/>
            <a:ext cx="8480400" cy="4452900"/>
          </a:xfrm>
          <a:prstGeom prst="rect">
            <a:avLst/>
          </a:prstGeom>
          <a:solidFill>
            <a:srgbClr val="373829">
              <a:alpha val="632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2"/>
          <p:cNvSpPr txBox="1">
            <a:spLocks noGrp="1"/>
          </p:cNvSpPr>
          <p:nvPr>
            <p:ph type="ctrTitle"/>
          </p:nvPr>
        </p:nvSpPr>
        <p:spPr>
          <a:xfrm>
            <a:off x="331801" y="480848"/>
            <a:ext cx="5107302" cy="4099035"/>
          </a:xfrm>
          <a:prstGeom prst="rect">
            <a:avLst/>
          </a:prstGeom>
        </p:spPr>
        <p:txBody>
          <a:bodyPr spcFirstLastPara="1" wrap="square" lIns="91425" tIns="91425" rIns="91425" bIns="91425" anchor="b" anchorCtr="0">
            <a:noAutofit/>
          </a:bodyPr>
          <a:lstStyle/>
          <a:p>
            <a:r>
              <a:rPr lang="en-US" sz="4000" dirty="0"/>
              <a:t>Image Classification with Scikit-Learn: Plant &amp; Animal Image Classification</a:t>
            </a:r>
          </a:p>
        </p:txBody>
      </p:sp>
      <p:sp>
        <p:nvSpPr>
          <p:cNvPr id="188" name="Google Shape;188;p32"/>
          <p:cNvSpPr txBox="1">
            <a:spLocks noGrp="1"/>
          </p:cNvSpPr>
          <p:nvPr>
            <p:ph type="subTitle" idx="1"/>
          </p:nvPr>
        </p:nvSpPr>
        <p:spPr>
          <a:xfrm>
            <a:off x="987300" y="3342375"/>
            <a:ext cx="4186500" cy="47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cxnSp>
        <p:nvCxnSpPr>
          <p:cNvPr id="189" name="Google Shape;189;p32"/>
          <p:cNvCxnSpPr/>
          <p:nvPr/>
        </p:nvCxnSpPr>
        <p:spPr>
          <a:xfrm>
            <a:off x="1082950" y="3220525"/>
            <a:ext cx="3709800" cy="0"/>
          </a:xfrm>
          <a:prstGeom prst="straightConnector1">
            <a:avLst/>
          </a:prstGeom>
          <a:noFill/>
          <a:ln w="19050" cap="flat" cmpd="sng">
            <a:solidFill>
              <a:schemeClr val="accent1"/>
            </a:solidFill>
            <a:prstDash val="solid"/>
            <a:round/>
            <a:headEnd type="none" w="med" len="med"/>
            <a:tailEnd type="none" w="med" len="med"/>
          </a:ln>
          <a:effectLst>
            <a:outerShdw blurRad="57150" dist="19050" dir="5400000" algn="bl" rotWithShape="0">
              <a:schemeClr val="lt1"/>
            </a:outerShdw>
          </a:effectLst>
        </p:spPr>
      </p:cxnSp>
      <p:pic>
        <p:nvPicPr>
          <p:cNvPr id="190" name="Google Shape;190;p32"/>
          <p:cNvPicPr preferRelativeResize="0">
            <a:picLocks noGrp="1"/>
          </p:cNvPicPr>
          <p:nvPr>
            <p:ph type="pic" idx="3"/>
          </p:nvPr>
        </p:nvPicPr>
        <p:blipFill rotWithShape="1">
          <a:blip r:embed="rId3">
            <a:alphaModFix/>
          </a:blip>
          <a:srcRect l="56466" t="28274" r="10955" b="28274"/>
          <a:stretch/>
        </p:blipFill>
        <p:spPr>
          <a:xfrm>
            <a:off x="5733527" y="1092450"/>
            <a:ext cx="2987100" cy="2987100"/>
          </a:xfrm>
          <a:prstGeom prst="ellipse">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141712"/>
        </a:solidFill>
        <a:effectLst/>
      </p:bgPr>
    </p:bg>
    <p:spTree>
      <p:nvGrpSpPr>
        <p:cNvPr id="1" name="Shape 194"/>
        <p:cNvGrpSpPr/>
        <p:nvPr/>
      </p:nvGrpSpPr>
      <p:grpSpPr>
        <a:xfrm>
          <a:off x="0" y="0"/>
          <a:ext cx="0" cy="0"/>
          <a:chOff x="0" y="0"/>
          <a:chExt cx="0" cy="0"/>
        </a:xfrm>
      </p:grpSpPr>
      <p:sp>
        <p:nvSpPr>
          <p:cNvPr id="195" name="Google Shape;195;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this template</a:t>
            </a:r>
            <a:endParaRPr/>
          </a:p>
        </p:txBody>
      </p:sp>
      <p:graphicFrame>
        <p:nvGraphicFramePr>
          <p:cNvPr id="196" name="Google Shape;196;p33"/>
          <p:cNvGraphicFramePr/>
          <p:nvPr/>
        </p:nvGraphicFramePr>
        <p:xfrm>
          <a:off x="720000" y="1770206"/>
          <a:ext cx="3000000" cy="3000000"/>
        </p:xfrm>
        <a:graphic>
          <a:graphicData uri="http://schemas.openxmlformats.org/drawingml/2006/table">
            <a:tbl>
              <a:tblPr>
                <a:noFill/>
                <a:tableStyleId>{14EB5DC0-6C13-44D8-B183-1ABDBCA710C1}</a:tableStyleId>
              </a:tblPr>
              <a:tblGrid>
                <a:gridCol w="2420725">
                  <a:extLst>
                    <a:ext uri="{9D8B030D-6E8A-4147-A177-3AD203B41FA5}">
                      <a16:colId xmlns:a16="http://schemas.microsoft.com/office/drawing/2014/main" val="20000"/>
                    </a:ext>
                  </a:extLst>
                </a:gridCol>
                <a:gridCol w="5283275">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n" sz="1100" b="1" u="sng">
                          <a:solidFill>
                            <a:schemeClr val="hlink"/>
                          </a:solidFill>
                          <a:latin typeface="Albert Sans"/>
                          <a:ea typeface="Albert Sans"/>
                          <a:cs typeface="Albert Sans"/>
                          <a:sym typeface="Albert Sans"/>
                          <a:hlinkClick r:id="rId3" action="ppaction://hlinksldjump"/>
                        </a:rPr>
                        <a:t>Fonts</a:t>
                      </a:r>
                      <a:endParaRPr sz="1100" b="1" u="sng">
                        <a:solidFill>
                          <a:schemeClr val="dk1"/>
                        </a:solidFill>
                        <a:latin typeface="Albert Sans"/>
                        <a:ea typeface="Albert Sans"/>
                        <a:cs typeface="Albert Sans"/>
                        <a:sym typeface="Albert Sans"/>
                      </a:endParaRPr>
                    </a:p>
                  </a:txBody>
                  <a:tcPr marL="91425" marR="91425" marT="0" marB="0" anchor="ctr">
                    <a:lnL w="28575" cap="flat" cmpd="sng">
                      <a:solidFill>
                        <a:srgbClr val="4C6448">
                          <a:alpha val="0"/>
                        </a:srgbClr>
                      </a:solidFill>
                      <a:prstDash val="solid"/>
                      <a:round/>
                      <a:headEnd type="none" w="sm" len="sm"/>
                      <a:tailEnd type="none" w="sm" len="sm"/>
                    </a:lnL>
                    <a:lnR w="19050" cap="flat" cmpd="sng">
                      <a:solidFill>
                        <a:srgbClr val="4C6448"/>
                      </a:solidFill>
                      <a:prstDash val="solid"/>
                      <a:round/>
                      <a:headEnd type="none" w="sm" len="sm"/>
                      <a:tailEnd type="none" w="sm" len="sm"/>
                    </a:lnR>
                    <a:lnT w="28575" cap="flat" cmpd="sng">
                      <a:solidFill>
                        <a:srgbClr val="4C6448">
                          <a:alpha val="0"/>
                        </a:srgbClr>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tc>
                  <a:txBody>
                    <a:bodyPr/>
                    <a:lstStyle/>
                    <a:p>
                      <a:pPr marL="0" lvl="0" indent="0" algn="l" rtl="0">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L="91425" marR="91425" marT="0" marB="0" anchor="ctr">
                    <a:lnL w="19050" cap="flat" cmpd="sng">
                      <a:solidFill>
                        <a:srgbClr val="4C6448"/>
                      </a:solidFill>
                      <a:prstDash val="solid"/>
                      <a:round/>
                      <a:headEnd type="none" w="sm" len="sm"/>
                      <a:tailEnd type="none" w="sm" len="sm"/>
                    </a:lnL>
                    <a:lnR w="28575" cap="flat" cmpd="sng">
                      <a:solidFill>
                        <a:srgbClr val="4C6448">
                          <a:alpha val="0"/>
                        </a:srgbClr>
                      </a:solidFill>
                      <a:prstDash val="solid"/>
                      <a:round/>
                      <a:headEnd type="none" w="sm" len="sm"/>
                      <a:tailEnd type="none" w="sm" len="sm"/>
                    </a:lnR>
                    <a:lnT w="28575" cap="flat" cmpd="sng">
                      <a:solidFill>
                        <a:srgbClr val="4C6448">
                          <a:alpha val="0"/>
                        </a:srgbClr>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n" sz="1100" b="1" u="sng">
                          <a:solidFill>
                            <a:schemeClr val="hlink"/>
                          </a:solidFill>
                          <a:latin typeface="Albert Sans"/>
                          <a:ea typeface="Albert Sans"/>
                          <a:cs typeface="Albert Sans"/>
                          <a:sym typeface="Albert Sans"/>
                          <a:hlinkClick r:id="rId4" action="ppaction://hlinksldjump"/>
                        </a:rPr>
                        <a:t>Used</a:t>
                      </a:r>
                      <a:r>
                        <a:rPr lang="en" sz="1100" b="1">
                          <a:solidFill>
                            <a:schemeClr val="dk1"/>
                          </a:solidFill>
                          <a:latin typeface="Albert Sans"/>
                          <a:ea typeface="Albert Sans"/>
                          <a:cs typeface="Albert Sans"/>
                          <a:sym typeface="Albert Sans"/>
                        </a:rPr>
                        <a:t> </a:t>
                      </a:r>
                      <a:r>
                        <a:rPr lang="en" sz="1100">
                          <a:solidFill>
                            <a:schemeClr val="dk1"/>
                          </a:solidFill>
                          <a:latin typeface="Albert Sans"/>
                          <a:ea typeface="Albert Sans"/>
                          <a:cs typeface="Albert Sans"/>
                          <a:sym typeface="Albert Sans"/>
                        </a:rPr>
                        <a:t>and</a:t>
                      </a:r>
                      <a:r>
                        <a:rPr lang="en" sz="1100" b="1">
                          <a:solidFill>
                            <a:schemeClr val="dk1"/>
                          </a:solidFill>
                          <a:latin typeface="Albert Sans"/>
                          <a:ea typeface="Albert Sans"/>
                          <a:cs typeface="Albert Sans"/>
                          <a:sym typeface="Albert Sans"/>
                        </a:rPr>
                        <a:t> </a:t>
                      </a:r>
                      <a:r>
                        <a:rPr lang="en" sz="1100" b="1" u="sng">
                          <a:solidFill>
                            <a:schemeClr val="hlink"/>
                          </a:solidFill>
                          <a:latin typeface="Albert Sans"/>
                          <a:ea typeface="Albert Sans"/>
                          <a:cs typeface="Albert Sans"/>
                          <a:sym typeface="Albert Sans"/>
                          <a:hlinkClick r:id="rId5" action="ppaction://hlinksldjump"/>
                        </a:rPr>
                        <a:t>alternative</a:t>
                      </a:r>
                      <a:r>
                        <a:rPr lang="en" sz="1100" b="1" u="sng">
                          <a:solidFill>
                            <a:schemeClr val="hlink"/>
                          </a:solidFill>
                          <a:latin typeface="Albert Sans"/>
                          <a:ea typeface="Albert Sans"/>
                          <a:cs typeface="Albert Sans"/>
                          <a:sym typeface="Albert Sans"/>
                          <a:hlinkClick r:id="rId5" action="ppaction://hlinksldjump"/>
                        </a:rPr>
                        <a:t> resources</a:t>
                      </a:r>
                      <a:endParaRPr sz="1100" b="1" u="sng">
                        <a:solidFill>
                          <a:schemeClr val="dk1"/>
                        </a:solidFill>
                        <a:latin typeface="Albert Sans"/>
                        <a:ea typeface="Albert Sans"/>
                        <a:cs typeface="Albert Sans"/>
                        <a:sym typeface="Albert Sans"/>
                      </a:endParaRPr>
                    </a:p>
                  </a:txBody>
                  <a:tcPr marL="91425" marR="91425" marT="0" marB="0" anchor="ctr">
                    <a:lnL w="28575" cap="flat" cmpd="sng">
                      <a:solidFill>
                        <a:srgbClr val="4C6448">
                          <a:alpha val="0"/>
                        </a:srgbClr>
                      </a:solidFill>
                      <a:prstDash val="solid"/>
                      <a:round/>
                      <a:headEnd type="none" w="sm" len="sm"/>
                      <a:tailEnd type="none" w="sm" len="sm"/>
                    </a:lnL>
                    <a:lnR w="19050" cap="flat" cmpd="sng">
                      <a:solidFill>
                        <a:srgbClr val="4C6448"/>
                      </a:solidFill>
                      <a:prstDash val="solid"/>
                      <a:round/>
                      <a:headEnd type="none" w="sm" len="sm"/>
                      <a:tailEnd type="none" w="sm" len="sm"/>
                    </a:lnR>
                    <a:lnT w="19050" cap="flat" cmpd="sng">
                      <a:solidFill>
                        <a:srgbClr val="4C6448"/>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tc>
                  <a:txBody>
                    <a:bodyPr/>
                    <a:lstStyle/>
                    <a:p>
                      <a:pPr marL="0" marR="0" lvl="0" indent="0" algn="l" rtl="0">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L="91425" marR="91425" marT="0" marB="0" anchor="ctr">
                    <a:lnL w="19050" cap="flat" cmpd="sng">
                      <a:solidFill>
                        <a:srgbClr val="4C6448"/>
                      </a:solidFill>
                      <a:prstDash val="solid"/>
                      <a:round/>
                      <a:headEnd type="none" w="sm" len="sm"/>
                      <a:tailEnd type="none" w="sm" len="sm"/>
                    </a:lnL>
                    <a:lnR w="28575" cap="flat" cmpd="sng">
                      <a:solidFill>
                        <a:srgbClr val="4C6448">
                          <a:alpha val="0"/>
                        </a:srgbClr>
                      </a:solidFill>
                      <a:prstDash val="solid"/>
                      <a:round/>
                      <a:headEnd type="none" w="sm" len="sm"/>
                      <a:tailEnd type="none" w="sm" len="sm"/>
                    </a:lnR>
                    <a:lnT w="19050" cap="flat" cmpd="sng">
                      <a:solidFill>
                        <a:srgbClr val="4C6448"/>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n" sz="1100" b="1" u="sng">
                          <a:solidFill>
                            <a:schemeClr val="hlink"/>
                          </a:solidFill>
                          <a:latin typeface="Albert Sans"/>
                          <a:ea typeface="Albert Sans"/>
                          <a:cs typeface="Albert Sans"/>
                          <a:sym typeface="Albert Sans"/>
                          <a:hlinkClick r:id="rId6" action="ppaction://hlinksldjump"/>
                        </a:rPr>
                        <a:t>Thanks slide</a:t>
                      </a:r>
                      <a:endParaRPr sz="1100" b="1" u="sng">
                        <a:solidFill>
                          <a:schemeClr val="dk1"/>
                        </a:solidFill>
                        <a:latin typeface="Albert Sans"/>
                        <a:ea typeface="Albert Sans"/>
                        <a:cs typeface="Albert Sans"/>
                        <a:sym typeface="Albert Sans"/>
                      </a:endParaRPr>
                    </a:p>
                  </a:txBody>
                  <a:tcPr marL="91425" marR="91425" marT="0" marB="0" anchor="ctr">
                    <a:lnL w="28575" cap="flat" cmpd="sng">
                      <a:solidFill>
                        <a:srgbClr val="4C6448">
                          <a:alpha val="0"/>
                        </a:srgbClr>
                      </a:solidFill>
                      <a:prstDash val="solid"/>
                      <a:round/>
                      <a:headEnd type="none" w="sm" len="sm"/>
                      <a:tailEnd type="none" w="sm" len="sm"/>
                    </a:lnL>
                    <a:lnR w="19050" cap="flat" cmpd="sng">
                      <a:solidFill>
                        <a:srgbClr val="4C6448"/>
                      </a:solidFill>
                      <a:prstDash val="solid"/>
                      <a:round/>
                      <a:headEnd type="none" w="sm" len="sm"/>
                      <a:tailEnd type="none" w="sm" len="sm"/>
                    </a:lnR>
                    <a:lnT w="19050" cap="flat" cmpd="sng">
                      <a:solidFill>
                        <a:srgbClr val="4C6448"/>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tc>
                  <a:txBody>
                    <a:bodyPr/>
                    <a:lstStyle/>
                    <a:p>
                      <a:pPr marL="0" lvl="0" indent="0" algn="l" rtl="0">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L="91425" marR="91425" marT="0" marB="0" anchor="ctr">
                    <a:lnL w="19050" cap="flat" cmpd="sng">
                      <a:solidFill>
                        <a:srgbClr val="4C6448"/>
                      </a:solidFill>
                      <a:prstDash val="solid"/>
                      <a:round/>
                      <a:headEnd type="none" w="sm" len="sm"/>
                      <a:tailEnd type="none" w="sm" len="sm"/>
                    </a:lnL>
                    <a:lnR w="28575" cap="flat" cmpd="sng">
                      <a:solidFill>
                        <a:srgbClr val="4C6448">
                          <a:alpha val="0"/>
                        </a:srgbClr>
                      </a:solidFill>
                      <a:prstDash val="solid"/>
                      <a:round/>
                      <a:headEnd type="none" w="sm" len="sm"/>
                      <a:tailEnd type="none" w="sm" len="sm"/>
                    </a:lnR>
                    <a:lnT w="19050" cap="flat" cmpd="sng">
                      <a:solidFill>
                        <a:srgbClr val="4C6448"/>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n" sz="1100" b="1" u="sng">
                          <a:solidFill>
                            <a:schemeClr val="hlink"/>
                          </a:solidFill>
                          <a:latin typeface="Albert Sans"/>
                          <a:ea typeface="Albert Sans"/>
                          <a:cs typeface="Albert Sans"/>
                          <a:sym typeface="Albert Sans"/>
                          <a:hlinkClick r:id="rId3" action="ppaction://hlinksldjump"/>
                        </a:rPr>
                        <a:t>Colors</a:t>
                      </a:r>
                      <a:endParaRPr sz="1100" b="1" u="sng">
                        <a:solidFill>
                          <a:schemeClr val="dk1"/>
                        </a:solidFill>
                        <a:latin typeface="Albert Sans"/>
                        <a:ea typeface="Albert Sans"/>
                        <a:cs typeface="Albert Sans"/>
                        <a:sym typeface="Albert Sans"/>
                      </a:endParaRPr>
                    </a:p>
                  </a:txBody>
                  <a:tcPr marL="91425" marR="91425" marT="0" marB="0" anchor="ctr">
                    <a:lnL w="28575" cap="flat" cmpd="sng">
                      <a:solidFill>
                        <a:srgbClr val="4C6448">
                          <a:alpha val="0"/>
                        </a:srgbClr>
                      </a:solidFill>
                      <a:prstDash val="solid"/>
                      <a:round/>
                      <a:headEnd type="none" w="sm" len="sm"/>
                      <a:tailEnd type="none" w="sm" len="sm"/>
                    </a:lnL>
                    <a:lnR w="19050" cap="flat" cmpd="sng">
                      <a:solidFill>
                        <a:srgbClr val="4C6448"/>
                      </a:solidFill>
                      <a:prstDash val="solid"/>
                      <a:round/>
                      <a:headEnd type="none" w="sm" len="sm"/>
                      <a:tailEnd type="none" w="sm" len="sm"/>
                    </a:lnR>
                    <a:lnT w="19050" cap="flat" cmpd="sng">
                      <a:solidFill>
                        <a:srgbClr val="4C6448"/>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tc>
                  <a:txBody>
                    <a:bodyPr/>
                    <a:lstStyle/>
                    <a:p>
                      <a:pPr marL="0" lvl="0" indent="0" algn="l" rtl="0">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L="91425" marR="91425" marT="0" marB="0" anchor="ctr">
                    <a:lnL w="19050" cap="flat" cmpd="sng">
                      <a:solidFill>
                        <a:srgbClr val="4C6448"/>
                      </a:solidFill>
                      <a:prstDash val="solid"/>
                      <a:round/>
                      <a:headEnd type="none" w="sm" len="sm"/>
                      <a:tailEnd type="none" w="sm" len="sm"/>
                    </a:lnL>
                    <a:lnR w="28575" cap="flat" cmpd="sng">
                      <a:solidFill>
                        <a:srgbClr val="4C6448">
                          <a:alpha val="0"/>
                        </a:srgbClr>
                      </a:solidFill>
                      <a:prstDash val="solid"/>
                      <a:round/>
                      <a:headEnd type="none" w="sm" len="sm"/>
                      <a:tailEnd type="none" w="sm" len="sm"/>
                    </a:lnR>
                    <a:lnT w="19050" cap="flat" cmpd="sng">
                      <a:solidFill>
                        <a:srgbClr val="4C6448"/>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n" sz="1100" b="1" u="sng">
                          <a:solidFill>
                            <a:schemeClr val="hlink"/>
                          </a:solidFill>
                          <a:latin typeface="Albert Sans"/>
                          <a:ea typeface="Albert Sans"/>
                          <a:cs typeface="Albert Sans"/>
                          <a:sym typeface="Albert Sans"/>
                          <a:hlinkClick r:id="rId7" action="ppaction://hlinksldjump"/>
                        </a:rPr>
                        <a:t>Icons</a:t>
                      </a:r>
                      <a:r>
                        <a:rPr lang="en" sz="1100" b="1">
                          <a:solidFill>
                            <a:schemeClr val="dk1"/>
                          </a:solidFill>
                          <a:latin typeface="Albert Sans"/>
                          <a:ea typeface="Albert Sans"/>
                          <a:cs typeface="Albert Sans"/>
                          <a:sym typeface="Albert Sans"/>
                        </a:rPr>
                        <a:t> </a:t>
                      </a:r>
                      <a:r>
                        <a:rPr lang="en" sz="1100">
                          <a:solidFill>
                            <a:schemeClr val="dk1"/>
                          </a:solidFill>
                          <a:latin typeface="Albert Sans"/>
                          <a:ea typeface="Albert Sans"/>
                          <a:cs typeface="Albert Sans"/>
                          <a:sym typeface="Albert Sans"/>
                        </a:rPr>
                        <a:t>and</a:t>
                      </a:r>
                      <a:r>
                        <a:rPr lang="en" sz="1100" b="1">
                          <a:solidFill>
                            <a:schemeClr val="dk1"/>
                          </a:solidFill>
                          <a:latin typeface="Albert Sans"/>
                          <a:ea typeface="Albert Sans"/>
                          <a:cs typeface="Albert Sans"/>
                          <a:sym typeface="Albert Sans"/>
                        </a:rPr>
                        <a:t> </a:t>
                      </a:r>
                      <a:r>
                        <a:rPr lang="en" sz="1100" b="1" u="sng">
                          <a:solidFill>
                            <a:schemeClr val="hlink"/>
                          </a:solidFill>
                          <a:latin typeface="Albert Sans"/>
                          <a:ea typeface="Albert Sans"/>
                          <a:cs typeface="Albert Sans"/>
                          <a:sym typeface="Albert Sans"/>
                          <a:hlinkClick r:id="rId8" action="ppaction://hlinksldjump"/>
                        </a:rPr>
                        <a:t>infographic resources</a:t>
                      </a:r>
                      <a:endParaRPr sz="1100" b="1" u="sng">
                        <a:solidFill>
                          <a:schemeClr val="dk1"/>
                        </a:solidFill>
                        <a:latin typeface="Albert Sans"/>
                        <a:ea typeface="Albert Sans"/>
                        <a:cs typeface="Albert Sans"/>
                        <a:sym typeface="Albert Sans"/>
                      </a:endParaRPr>
                    </a:p>
                  </a:txBody>
                  <a:tcPr marL="91425" marR="91425" marT="0" marB="0" anchor="ctr">
                    <a:lnL w="28575" cap="flat" cmpd="sng">
                      <a:solidFill>
                        <a:srgbClr val="4C6448">
                          <a:alpha val="0"/>
                        </a:srgbClr>
                      </a:solidFill>
                      <a:prstDash val="solid"/>
                      <a:round/>
                      <a:headEnd type="none" w="sm" len="sm"/>
                      <a:tailEnd type="none" w="sm" len="sm"/>
                    </a:lnL>
                    <a:lnR w="19050" cap="flat" cmpd="sng">
                      <a:solidFill>
                        <a:srgbClr val="4C6448"/>
                      </a:solidFill>
                      <a:prstDash val="solid"/>
                      <a:round/>
                      <a:headEnd type="none" w="sm" len="sm"/>
                      <a:tailEnd type="none" w="sm" len="sm"/>
                    </a:lnR>
                    <a:lnT w="19050" cap="flat" cmpd="sng">
                      <a:solidFill>
                        <a:srgbClr val="4C6448"/>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tc>
                  <a:txBody>
                    <a:bodyPr/>
                    <a:lstStyle/>
                    <a:p>
                      <a:pPr marL="0" lvl="0" indent="0" algn="l" rtl="0">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L="91425" marR="91425" marT="0" marB="0" anchor="ctr">
                    <a:lnL w="19050" cap="flat" cmpd="sng">
                      <a:solidFill>
                        <a:srgbClr val="4C6448"/>
                      </a:solidFill>
                      <a:prstDash val="solid"/>
                      <a:round/>
                      <a:headEnd type="none" w="sm" len="sm"/>
                      <a:tailEnd type="none" w="sm" len="sm"/>
                    </a:lnL>
                    <a:lnR w="28575" cap="flat" cmpd="sng">
                      <a:solidFill>
                        <a:srgbClr val="4C6448">
                          <a:alpha val="0"/>
                        </a:srgbClr>
                      </a:solidFill>
                      <a:prstDash val="solid"/>
                      <a:round/>
                      <a:headEnd type="none" w="sm" len="sm"/>
                      <a:tailEnd type="none" w="sm" len="sm"/>
                    </a:lnR>
                    <a:lnT w="19050" cap="flat" cmpd="sng">
                      <a:solidFill>
                        <a:srgbClr val="4C6448"/>
                      </a:solidFill>
                      <a:prstDash val="solid"/>
                      <a:round/>
                      <a:headEnd type="none" w="sm" len="sm"/>
                      <a:tailEnd type="none" w="sm" len="sm"/>
                    </a:lnT>
                    <a:lnB w="19050" cap="flat" cmpd="sng">
                      <a:solidFill>
                        <a:srgbClr val="4C6448"/>
                      </a:solidFill>
                      <a:prstDash val="solid"/>
                      <a:round/>
                      <a:headEnd type="none" w="sm" len="sm"/>
                      <a:tailEnd type="none" w="sm" len="sm"/>
                    </a:lnB>
                    <a:solidFill>
                      <a:srgbClr val="20251E"/>
                    </a:solidFill>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n" sz="1100">
                          <a:solidFill>
                            <a:schemeClr val="dk1"/>
                          </a:solidFill>
                          <a:latin typeface="Albert Sans"/>
                          <a:ea typeface="Albert Sans"/>
                          <a:cs typeface="Albert Sans"/>
                          <a:sym typeface="Albert Sans"/>
                        </a:rPr>
                        <a:t>Editable presentation theme </a:t>
                      </a:r>
                      <a:endParaRPr sz="1100">
                        <a:solidFill>
                          <a:schemeClr val="dk1"/>
                        </a:solidFill>
                        <a:latin typeface="Albert Sans"/>
                        <a:ea typeface="Albert Sans"/>
                        <a:cs typeface="Albert Sans"/>
                        <a:sym typeface="Albert Sans"/>
                      </a:endParaRPr>
                    </a:p>
                  </a:txBody>
                  <a:tcPr marL="91425" marR="91425" marT="0" marB="0" anchor="ctr">
                    <a:lnL w="28575" cap="flat" cmpd="sng">
                      <a:solidFill>
                        <a:srgbClr val="4C6448">
                          <a:alpha val="0"/>
                        </a:srgbClr>
                      </a:solidFill>
                      <a:prstDash val="solid"/>
                      <a:round/>
                      <a:headEnd type="none" w="sm" len="sm"/>
                      <a:tailEnd type="none" w="sm" len="sm"/>
                    </a:lnL>
                    <a:lnR w="19050" cap="flat" cmpd="sng">
                      <a:solidFill>
                        <a:srgbClr val="4C6448"/>
                      </a:solidFill>
                      <a:prstDash val="solid"/>
                      <a:round/>
                      <a:headEnd type="none" w="sm" len="sm"/>
                      <a:tailEnd type="none" w="sm" len="sm"/>
                    </a:lnR>
                    <a:lnT w="19050" cap="flat" cmpd="sng">
                      <a:solidFill>
                        <a:srgbClr val="4C6448"/>
                      </a:solidFill>
                      <a:prstDash val="solid"/>
                      <a:round/>
                      <a:headEnd type="none" w="sm" len="sm"/>
                      <a:tailEnd type="none" w="sm" len="sm"/>
                    </a:lnT>
                    <a:lnB w="28575" cap="flat" cmpd="sng">
                      <a:solidFill>
                        <a:srgbClr val="4C6448">
                          <a:alpha val="0"/>
                        </a:srgbClr>
                      </a:solidFill>
                      <a:prstDash val="solid"/>
                      <a:round/>
                      <a:headEnd type="none" w="sm" len="sm"/>
                      <a:tailEnd type="none" w="sm" len="sm"/>
                    </a:lnB>
                    <a:solidFill>
                      <a:srgbClr val="20251E"/>
                    </a:solidFill>
                  </a:tcPr>
                </a:tc>
                <a:tc>
                  <a:txBody>
                    <a:bodyPr/>
                    <a:lstStyle/>
                    <a:p>
                      <a:pPr marL="0" lvl="0" indent="0" algn="l" rtl="0">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lang="en" sz="1000" b="1" u="sng">
                          <a:solidFill>
                            <a:schemeClr val="dk1"/>
                          </a:solidFill>
                          <a:latin typeface="Albert Sans"/>
                          <a:ea typeface="Albert Sans"/>
                          <a:cs typeface="Albert Sans"/>
                          <a:sym typeface="Albert Sans"/>
                          <a:hlinkClick r:id="rId9">
                            <a:extLst>
                              <a:ext uri="{A12FA001-AC4F-418D-AE19-62706E023703}">
                                <ahyp:hlinkClr xmlns:ahyp="http://schemas.microsoft.com/office/drawing/2018/hyperlinkcolor" val="tx"/>
                              </a:ext>
                            </a:extLst>
                          </a:hlinkClick>
                        </a:rPr>
                        <a:t>here</a:t>
                      </a:r>
                      <a:endParaRPr sz="1000">
                        <a:solidFill>
                          <a:schemeClr val="dk1"/>
                        </a:solidFill>
                        <a:latin typeface="Albert Sans"/>
                        <a:ea typeface="Albert Sans"/>
                        <a:cs typeface="Albert Sans"/>
                        <a:sym typeface="Albert Sans"/>
                      </a:endParaRPr>
                    </a:p>
                  </a:txBody>
                  <a:tcPr marL="91425" marR="91425" marT="0" marB="0" anchor="ctr">
                    <a:lnL w="19050" cap="flat" cmpd="sng">
                      <a:solidFill>
                        <a:srgbClr val="4C6448"/>
                      </a:solidFill>
                      <a:prstDash val="solid"/>
                      <a:round/>
                      <a:headEnd type="none" w="sm" len="sm"/>
                      <a:tailEnd type="none" w="sm" len="sm"/>
                    </a:lnL>
                    <a:lnR w="28575" cap="flat" cmpd="sng">
                      <a:solidFill>
                        <a:srgbClr val="4C6448">
                          <a:alpha val="0"/>
                        </a:srgbClr>
                      </a:solidFill>
                      <a:prstDash val="solid"/>
                      <a:round/>
                      <a:headEnd type="none" w="sm" len="sm"/>
                      <a:tailEnd type="none" w="sm" len="sm"/>
                    </a:lnR>
                    <a:lnT w="19050" cap="flat" cmpd="sng">
                      <a:solidFill>
                        <a:srgbClr val="4C6448"/>
                      </a:solidFill>
                      <a:prstDash val="solid"/>
                      <a:round/>
                      <a:headEnd type="none" w="sm" len="sm"/>
                      <a:tailEnd type="none" w="sm" len="sm"/>
                    </a:lnT>
                    <a:lnB w="28575" cap="flat" cmpd="sng">
                      <a:solidFill>
                        <a:srgbClr val="4C6448">
                          <a:alpha val="0"/>
                        </a:srgbClr>
                      </a:solidFill>
                      <a:prstDash val="solid"/>
                      <a:round/>
                      <a:headEnd type="none" w="sm" len="sm"/>
                      <a:tailEnd type="none" w="sm" len="sm"/>
                    </a:lnB>
                    <a:solidFill>
                      <a:srgbClr val="20251E"/>
                    </a:solidFill>
                  </a:tcPr>
                </a:tc>
                <a:extLst>
                  <a:ext uri="{0D108BD9-81ED-4DB2-BD59-A6C34878D82A}">
                    <a16:rowId xmlns:a16="http://schemas.microsoft.com/office/drawing/2014/main" val="10005"/>
                  </a:ext>
                </a:extLst>
              </a:tr>
            </a:tbl>
          </a:graphicData>
        </a:graphic>
      </p:graphicFrame>
      <p:sp>
        <p:nvSpPr>
          <p:cNvPr id="197" name="Google Shape;197;p33"/>
          <p:cNvSpPr txBox="1"/>
          <p:nvPr/>
        </p:nvSpPr>
        <p:spPr>
          <a:xfrm>
            <a:off x="720000" y="1295306"/>
            <a:ext cx="7704000" cy="369900"/>
          </a:xfrm>
          <a:prstGeom prst="rect">
            <a:avLst/>
          </a:prstGeom>
          <a:noFill/>
          <a:ln>
            <a:noFill/>
          </a:ln>
        </p:spPr>
        <p:txBody>
          <a:bodyPr spcFirstLastPara="1" wrap="square" lIns="91425" tIns="91425" rIns="0" bIns="91425" anchor="t" anchorCtr="0">
            <a:noAutofit/>
          </a:bodyPr>
          <a:lstStyle/>
          <a:p>
            <a:pPr marL="0" lvl="0" indent="0" algn="l" rtl="0">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b="1">
              <a:solidFill>
                <a:schemeClr val="dk1"/>
              </a:solidFill>
              <a:latin typeface="Albert Sans"/>
              <a:ea typeface="Albert Sans"/>
              <a:cs typeface="Albert Sans"/>
              <a:sym typeface="Albert Sans"/>
            </a:endParaRPr>
          </a:p>
          <a:p>
            <a:pPr marL="0" lvl="0" indent="0" algn="l" rtl="0">
              <a:spcBef>
                <a:spcPts val="0"/>
              </a:spcBef>
              <a:spcAft>
                <a:spcPts val="0"/>
              </a:spcAft>
              <a:buNone/>
            </a:pPr>
            <a:endParaRPr sz="1200">
              <a:solidFill>
                <a:schemeClr val="dk1"/>
              </a:solidFill>
              <a:latin typeface="Albert Sans"/>
              <a:ea typeface="Albert Sans"/>
              <a:cs typeface="Albert Sans"/>
              <a:sym typeface="Albert Sans"/>
            </a:endParaRPr>
          </a:p>
        </p:txBody>
      </p:sp>
      <p:sp>
        <p:nvSpPr>
          <p:cNvPr id="198" name="Google Shape;198;p33"/>
          <p:cNvSpPr txBox="1"/>
          <p:nvPr/>
        </p:nvSpPr>
        <p:spPr>
          <a:xfrm>
            <a:off x="720000" y="4200425"/>
            <a:ext cx="1941000" cy="46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800">
                <a:solidFill>
                  <a:schemeClr val="dk1"/>
                </a:solidFill>
                <a:latin typeface="Albert Sans"/>
                <a:ea typeface="Albert Sans"/>
                <a:cs typeface="Albert Sans"/>
                <a:sym typeface="Albert Sans"/>
              </a:rPr>
              <a:t>For more info:</a:t>
            </a:r>
            <a:br>
              <a:rPr lang="en" sz="800">
                <a:solidFill>
                  <a:schemeClr val="dk1"/>
                </a:solidFill>
                <a:latin typeface="Albert Sans"/>
                <a:ea typeface="Albert Sans"/>
                <a:cs typeface="Albert Sans"/>
                <a:sym typeface="Albert Sans"/>
              </a:rPr>
            </a:br>
            <a:r>
              <a:rPr lang="en" sz="1000" b="1" u="sng">
                <a:solidFill>
                  <a:schemeClr val="hlink"/>
                </a:solidFill>
                <a:latin typeface="Albert Sans"/>
                <a:ea typeface="Albert Sans"/>
                <a:cs typeface="Albert Sans"/>
                <a:sym typeface="Albert Sans"/>
                <a:hlinkClick r:id="rId10"/>
              </a:rPr>
              <a:t>Slidesgo</a:t>
            </a:r>
            <a:r>
              <a:rPr lang="en" sz="1000" b="1">
                <a:solidFill>
                  <a:schemeClr val="dk1"/>
                </a:solidFill>
                <a:latin typeface="Albert Sans"/>
                <a:ea typeface="Albert Sans"/>
                <a:cs typeface="Albert Sans"/>
                <a:sym typeface="Albert Sans"/>
              </a:rPr>
              <a:t> | </a:t>
            </a:r>
            <a:r>
              <a:rPr lang="en" sz="1000" b="1" u="sng">
                <a:solidFill>
                  <a:schemeClr val="hlink"/>
                </a:solidFill>
                <a:latin typeface="Albert Sans"/>
                <a:ea typeface="Albert Sans"/>
                <a:cs typeface="Albert Sans"/>
                <a:sym typeface="Albert Sans"/>
                <a:hlinkClick r:id="rId11"/>
              </a:rPr>
              <a:t>Blog</a:t>
            </a:r>
            <a:r>
              <a:rPr lang="en" sz="1000" b="1">
                <a:solidFill>
                  <a:schemeClr val="dk1"/>
                </a:solidFill>
                <a:latin typeface="Albert Sans"/>
                <a:ea typeface="Albert Sans"/>
                <a:cs typeface="Albert Sans"/>
                <a:sym typeface="Albert Sans"/>
              </a:rPr>
              <a:t> | </a:t>
            </a:r>
            <a:r>
              <a:rPr lang="en" sz="1000" b="1" u="sng">
                <a:solidFill>
                  <a:schemeClr val="dk1"/>
                </a:solidFill>
                <a:latin typeface="Albert Sans"/>
                <a:ea typeface="Albert Sans"/>
                <a:cs typeface="Albert Sans"/>
                <a:sym typeface="Albert Sans"/>
                <a:hlinkClick r:id="rId12">
                  <a:extLst>
                    <a:ext uri="{A12FA001-AC4F-418D-AE19-62706E023703}">
                      <ahyp:hlinkClr xmlns:ahyp="http://schemas.microsoft.com/office/drawing/2018/hyperlinkcolor" val="tx"/>
                    </a:ext>
                  </a:extLst>
                </a:hlinkClick>
              </a:rPr>
              <a:t>FAQ</a:t>
            </a:r>
            <a:r>
              <a:rPr lang="en" sz="1000" b="1" u="sng">
                <a:solidFill>
                  <a:schemeClr val="dk1"/>
                </a:solidFill>
                <a:latin typeface="Albert Sans"/>
                <a:ea typeface="Albert Sans"/>
                <a:cs typeface="Albert Sans"/>
                <a:sym typeface="Albert Sans"/>
              </a:rPr>
              <a:t>s</a:t>
            </a:r>
            <a:endParaRPr sz="1000" b="1" u="sng">
              <a:solidFill>
                <a:schemeClr val="dk1"/>
              </a:solidFill>
              <a:latin typeface="Albert Sans"/>
              <a:ea typeface="Albert Sans"/>
              <a:cs typeface="Albert Sans"/>
              <a:sym typeface="Albert Sans"/>
            </a:endParaRPr>
          </a:p>
        </p:txBody>
      </p:sp>
      <p:sp>
        <p:nvSpPr>
          <p:cNvPr id="199" name="Google Shape;199;p33"/>
          <p:cNvSpPr txBox="1"/>
          <p:nvPr/>
        </p:nvSpPr>
        <p:spPr>
          <a:xfrm>
            <a:off x="3138362" y="4200425"/>
            <a:ext cx="3398700" cy="46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800">
                <a:solidFill>
                  <a:schemeClr val="dk1"/>
                </a:solidFill>
                <a:latin typeface="Albert Sans"/>
                <a:ea typeface="Albert Sans"/>
                <a:cs typeface="Albert Sans"/>
                <a:sym typeface="Albert Sans"/>
              </a:rPr>
              <a:t>You can visit our sister projects:</a:t>
            </a:r>
            <a:br>
              <a:rPr lang="en" sz="800">
                <a:solidFill>
                  <a:schemeClr val="dk1"/>
                </a:solidFill>
                <a:latin typeface="Albert Sans"/>
                <a:ea typeface="Albert Sans"/>
                <a:cs typeface="Albert Sans"/>
                <a:sym typeface="Albert Sans"/>
              </a:rPr>
            </a:br>
            <a:r>
              <a:rPr lang="en" sz="1000" b="1" u="sng">
                <a:solidFill>
                  <a:schemeClr val="hlink"/>
                </a:solidFill>
                <a:latin typeface="Albert Sans"/>
                <a:ea typeface="Albert Sans"/>
                <a:cs typeface="Albert Sans"/>
                <a:sym typeface="Albert Sans"/>
                <a:hlinkClick r:id="rId13"/>
              </a:rPr>
              <a:t>Freepik</a:t>
            </a:r>
            <a:r>
              <a:rPr lang="en" sz="1000" b="1">
                <a:solidFill>
                  <a:schemeClr val="dk1"/>
                </a:solidFill>
                <a:latin typeface="Albert Sans"/>
                <a:ea typeface="Albert Sans"/>
                <a:cs typeface="Albert Sans"/>
                <a:sym typeface="Albert Sans"/>
              </a:rPr>
              <a:t> | </a:t>
            </a:r>
            <a:r>
              <a:rPr lang="en" sz="1000" b="1" u="sng">
                <a:solidFill>
                  <a:schemeClr val="hlink"/>
                </a:solidFill>
                <a:latin typeface="Albert Sans"/>
                <a:ea typeface="Albert Sans"/>
                <a:cs typeface="Albert Sans"/>
                <a:sym typeface="Albert Sans"/>
                <a:hlinkClick r:id="rId14"/>
              </a:rPr>
              <a:t>Flaticon</a:t>
            </a:r>
            <a:r>
              <a:rPr lang="en" sz="1000" b="1">
                <a:solidFill>
                  <a:schemeClr val="dk1"/>
                </a:solidFill>
                <a:latin typeface="Albert Sans"/>
                <a:ea typeface="Albert Sans"/>
                <a:cs typeface="Albert Sans"/>
                <a:sym typeface="Albert Sans"/>
              </a:rPr>
              <a:t> | </a:t>
            </a:r>
            <a:r>
              <a:rPr lang="en" sz="1000" b="1" u="sng">
                <a:solidFill>
                  <a:schemeClr val="hlink"/>
                </a:solidFill>
                <a:latin typeface="Albert Sans"/>
                <a:ea typeface="Albert Sans"/>
                <a:cs typeface="Albert Sans"/>
                <a:sym typeface="Albert Sans"/>
                <a:hlinkClick r:id="rId15"/>
              </a:rPr>
              <a:t>Storyset</a:t>
            </a:r>
            <a:r>
              <a:rPr lang="en" sz="1000" b="1">
                <a:solidFill>
                  <a:schemeClr val="dk1"/>
                </a:solidFill>
                <a:latin typeface="Albert Sans"/>
                <a:ea typeface="Albert Sans"/>
                <a:cs typeface="Albert Sans"/>
                <a:sym typeface="Albert Sans"/>
              </a:rPr>
              <a:t> | </a:t>
            </a:r>
            <a:r>
              <a:rPr lang="en" sz="1000" b="1" u="sng">
                <a:solidFill>
                  <a:schemeClr val="hlink"/>
                </a:solidFill>
                <a:latin typeface="Albert Sans"/>
                <a:ea typeface="Albert Sans"/>
                <a:cs typeface="Albert Sans"/>
                <a:sym typeface="Albert Sans"/>
                <a:hlinkClick r:id="rId16"/>
              </a:rPr>
              <a:t>Wepik</a:t>
            </a:r>
            <a:r>
              <a:rPr lang="en" sz="1000" b="1">
                <a:solidFill>
                  <a:schemeClr val="dk1"/>
                </a:solidFill>
                <a:latin typeface="Albert Sans"/>
                <a:ea typeface="Albert Sans"/>
                <a:cs typeface="Albert Sans"/>
                <a:sym typeface="Albert Sans"/>
              </a:rPr>
              <a:t> | </a:t>
            </a:r>
            <a:r>
              <a:rPr lang="en" sz="1000" b="1" u="sng">
                <a:solidFill>
                  <a:schemeClr val="hlink"/>
                </a:solidFill>
                <a:latin typeface="Albert Sans"/>
                <a:ea typeface="Albert Sans"/>
                <a:cs typeface="Albert Sans"/>
                <a:sym typeface="Albert Sans"/>
                <a:hlinkClick r:id="rId17"/>
              </a:rPr>
              <a:t>Videvo</a:t>
            </a:r>
            <a:endParaRPr sz="1000" b="1">
              <a:solidFill>
                <a:schemeClr val="dk1"/>
              </a:solidFill>
              <a:latin typeface="Albert Sans"/>
              <a:ea typeface="Albert Sans"/>
              <a:cs typeface="Albert Sans"/>
              <a:sym typeface="Alber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03"/>
        <p:cNvGrpSpPr/>
        <p:nvPr/>
      </p:nvGrpSpPr>
      <p:grpSpPr>
        <a:xfrm>
          <a:off x="0" y="0"/>
          <a:ext cx="0" cy="0"/>
          <a:chOff x="0" y="0"/>
          <a:chExt cx="0" cy="0"/>
        </a:xfrm>
      </p:grpSpPr>
      <p:sp>
        <p:nvSpPr>
          <p:cNvPr id="204" name="Google Shape;204;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3000"/>
              <a:t>Table of contents</a:t>
            </a:r>
            <a:endParaRPr sz="3000"/>
          </a:p>
        </p:txBody>
      </p:sp>
      <p:sp>
        <p:nvSpPr>
          <p:cNvPr id="205" name="Google Shape;205;p34"/>
          <p:cNvSpPr txBox="1">
            <a:spLocks noGrp="1"/>
          </p:cNvSpPr>
          <p:nvPr>
            <p:ph type="subTitle" idx="3"/>
          </p:nvPr>
        </p:nvSpPr>
        <p:spPr>
          <a:xfrm>
            <a:off x="720000" y="4008204"/>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sz="1600">
              <a:solidFill>
                <a:srgbClr val="666666"/>
              </a:solidFill>
            </a:endParaRPr>
          </a:p>
        </p:txBody>
      </p:sp>
      <p:sp>
        <p:nvSpPr>
          <p:cNvPr id="206" name="Google Shape;206;p34"/>
          <p:cNvSpPr txBox="1">
            <a:spLocks noGrp="1"/>
          </p:cNvSpPr>
          <p:nvPr>
            <p:ph type="subTitle" idx="1"/>
          </p:nvPr>
        </p:nvSpPr>
        <p:spPr>
          <a:xfrm>
            <a:off x="720000" y="2232403"/>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07" name="Google Shape;207;p34"/>
          <p:cNvSpPr txBox="1">
            <a:spLocks noGrp="1"/>
          </p:cNvSpPr>
          <p:nvPr>
            <p:ph type="subTitle" idx="2"/>
          </p:nvPr>
        </p:nvSpPr>
        <p:spPr>
          <a:xfrm>
            <a:off x="3419271" y="2232403"/>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08" name="Google Shape;208;p34"/>
          <p:cNvSpPr txBox="1">
            <a:spLocks noGrp="1"/>
          </p:cNvSpPr>
          <p:nvPr>
            <p:ph type="subTitle" idx="4"/>
          </p:nvPr>
        </p:nvSpPr>
        <p:spPr>
          <a:xfrm>
            <a:off x="3419271" y="4008204"/>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09" name="Google Shape;209;p34"/>
          <p:cNvSpPr txBox="1">
            <a:spLocks noGrp="1"/>
          </p:cNvSpPr>
          <p:nvPr>
            <p:ph type="subTitle" idx="5"/>
          </p:nvPr>
        </p:nvSpPr>
        <p:spPr>
          <a:xfrm>
            <a:off x="6118549" y="2232403"/>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10" name="Google Shape;210;p34"/>
          <p:cNvSpPr txBox="1">
            <a:spLocks noGrp="1"/>
          </p:cNvSpPr>
          <p:nvPr>
            <p:ph type="subTitle" idx="6"/>
          </p:nvPr>
        </p:nvSpPr>
        <p:spPr>
          <a:xfrm>
            <a:off x="6118549" y="4008204"/>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11" name="Google Shape;211;p34"/>
          <p:cNvSpPr txBox="1">
            <a:spLocks noGrp="1"/>
          </p:cNvSpPr>
          <p:nvPr>
            <p:ph type="title" idx="7"/>
          </p:nvPr>
        </p:nvSpPr>
        <p:spPr>
          <a:xfrm>
            <a:off x="720000" y="1155416"/>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212" name="Google Shape;212;p34"/>
          <p:cNvSpPr txBox="1">
            <a:spLocks noGrp="1"/>
          </p:cNvSpPr>
          <p:nvPr>
            <p:ph type="title" idx="8"/>
          </p:nvPr>
        </p:nvSpPr>
        <p:spPr>
          <a:xfrm>
            <a:off x="720000" y="2931218"/>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213" name="Google Shape;213;p34"/>
          <p:cNvSpPr txBox="1">
            <a:spLocks noGrp="1"/>
          </p:cNvSpPr>
          <p:nvPr>
            <p:ph type="title" idx="9"/>
          </p:nvPr>
        </p:nvSpPr>
        <p:spPr>
          <a:xfrm>
            <a:off x="3419269" y="1155416"/>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214" name="Google Shape;214;p34"/>
          <p:cNvSpPr txBox="1">
            <a:spLocks noGrp="1"/>
          </p:cNvSpPr>
          <p:nvPr>
            <p:ph type="title" idx="13"/>
          </p:nvPr>
        </p:nvSpPr>
        <p:spPr>
          <a:xfrm>
            <a:off x="3419269" y="2931218"/>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215" name="Google Shape;215;p34"/>
          <p:cNvSpPr txBox="1">
            <a:spLocks noGrp="1"/>
          </p:cNvSpPr>
          <p:nvPr>
            <p:ph type="title" idx="14"/>
          </p:nvPr>
        </p:nvSpPr>
        <p:spPr>
          <a:xfrm>
            <a:off x="6118545" y="1155416"/>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216" name="Google Shape;216;p34"/>
          <p:cNvSpPr txBox="1">
            <a:spLocks noGrp="1"/>
          </p:cNvSpPr>
          <p:nvPr>
            <p:ph type="title" idx="15"/>
          </p:nvPr>
        </p:nvSpPr>
        <p:spPr>
          <a:xfrm>
            <a:off x="6118545" y="2931218"/>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06</a:t>
            </a:r>
            <a:endParaRPr/>
          </a:p>
        </p:txBody>
      </p:sp>
      <p:sp>
        <p:nvSpPr>
          <p:cNvPr id="217" name="Google Shape;217;p34"/>
          <p:cNvSpPr txBox="1">
            <a:spLocks noGrp="1"/>
          </p:cNvSpPr>
          <p:nvPr>
            <p:ph type="subTitle" idx="16"/>
          </p:nvPr>
        </p:nvSpPr>
        <p:spPr>
          <a:xfrm>
            <a:off x="720000" y="1538091"/>
            <a:ext cx="2305500" cy="811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18" name="Google Shape;218;p34"/>
          <p:cNvSpPr txBox="1">
            <a:spLocks noGrp="1"/>
          </p:cNvSpPr>
          <p:nvPr>
            <p:ph type="subTitle" idx="17"/>
          </p:nvPr>
        </p:nvSpPr>
        <p:spPr>
          <a:xfrm>
            <a:off x="3419269" y="1538091"/>
            <a:ext cx="2305500" cy="811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19" name="Google Shape;219;p34"/>
          <p:cNvSpPr txBox="1">
            <a:spLocks noGrp="1"/>
          </p:cNvSpPr>
          <p:nvPr>
            <p:ph type="subTitle" idx="18"/>
          </p:nvPr>
        </p:nvSpPr>
        <p:spPr>
          <a:xfrm>
            <a:off x="6118545" y="1538091"/>
            <a:ext cx="2305500" cy="811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20" name="Google Shape;220;p34"/>
          <p:cNvSpPr txBox="1">
            <a:spLocks noGrp="1"/>
          </p:cNvSpPr>
          <p:nvPr>
            <p:ph type="subTitle" idx="19"/>
          </p:nvPr>
        </p:nvSpPr>
        <p:spPr>
          <a:xfrm>
            <a:off x="720000" y="3313860"/>
            <a:ext cx="2305500" cy="811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21" name="Google Shape;221;p34"/>
          <p:cNvSpPr txBox="1">
            <a:spLocks noGrp="1"/>
          </p:cNvSpPr>
          <p:nvPr>
            <p:ph type="subTitle" idx="20"/>
          </p:nvPr>
        </p:nvSpPr>
        <p:spPr>
          <a:xfrm>
            <a:off x="3419269" y="3313860"/>
            <a:ext cx="2305500" cy="811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22" name="Google Shape;222;p34"/>
          <p:cNvSpPr txBox="1">
            <a:spLocks noGrp="1"/>
          </p:cNvSpPr>
          <p:nvPr>
            <p:ph type="subTitle" idx="21"/>
          </p:nvPr>
        </p:nvSpPr>
        <p:spPr>
          <a:xfrm>
            <a:off x="6118545" y="3313860"/>
            <a:ext cx="2305500" cy="811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26"/>
        <p:cNvGrpSpPr/>
        <p:nvPr/>
      </p:nvGrpSpPr>
      <p:grpSpPr>
        <a:xfrm>
          <a:off x="0" y="0"/>
          <a:ext cx="0" cy="0"/>
          <a:chOff x="0" y="0"/>
          <a:chExt cx="0" cy="0"/>
        </a:xfrm>
      </p:grpSpPr>
      <p:pic>
        <p:nvPicPr>
          <p:cNvPr id="227" name="Google Shape;227;p35"/>
          <p:cNvPicPr preferRelativeResize="0">
            <a:picLocks noGrp="1"/>
          </p:cNvPicPr>
          <p:nvPr>
            <p:ph type="pic" idx="2"/>
          </p:nvPr>
        </p:nvPicPr>
        <p:blipFill rotWithShape="1">
          <a:blip r:embed="rId3">
            <a:alphaModFix/>
          </a:blip>
          <a:srcRect t="12491" b="12484"/>
          <a:stretch/>
        </p:blipFill>
        <p:spPr>
          <a:xfrm>
            <a:off x="-3750" y="-25"/>
            <a:ext cx="9144001" cy="5143500"/>
          </a:xfrm>
          <a:prstGeom prst="rect">
            <a:avLst/>
          </a:prstGeom>
        </p:spPr>
      </p:pic>
      <p:sp>
        <p:nvSpPr>
          <p:cNvPr id="228" name="Google Shape;228;p35"/>
          <p:cNvSpPr/>
          <p:nvPr/>
        </p:nvSpPr>
        <p:spPr>
          <a:xfrm>
            <a:off x="331800" y="345300"/>
            <a:ext cx="8480400" cy="4452900"/>
          </a:xfrm>
          <a:prstGeom prst="rect">
            <a:avLst/>
          </a:prstGeom>
          <a:solidFill>
            <a:srgbClr val="373829">
              <a:alpha val="632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5"/>
          <p:cNvSpPr txBox="1">
            <a:spLocks noGrp="1"/>
          </p:cNvSpPr>
          <p:nvPr>
            <p:ph type="title"/>
          </p:nvPr>
        </p:nvSpPr>
        <p:spPr>
          <a:xfrm>
            <a:off x="940700" y="1596225"/>
            <a:ext cx="3829200" cy="981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Whoa!</a:t>
            </a:r>
            <a:endParaRPr/>
          </a:p>
        </p:txBody>
      </p:sp>
      <p:sp>
        <p:nvSpPr>
          <p:cNvPr id="230" name="Google Shape;230;p35"/>
          <p:cNvSpPr txBox="1">
            <a:spLocks noGrp="1"/>
          </p:cNvSpPr>
          <p:nvPr>
            <p:ph type="subTitle" idx="1"/>
          </p:nvPr>
        </p:nvSpPr>
        <p:spPr>
          <a:xfrm>
            <a:off x="940700" y="2735167"/>
            <a:ext cx="3829200" cy="91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can be the part of the presentation where you introduce yourself, write your email…</a:t>
            </a:r>
            <a:endParaRPr/>
          </a:p>
        </p:txBody>
      </p:sp>
      <p:pic>
        <p:nvPicPr>
          <p:cNvPr id="231" name="Google Shape;231;p35"/>
          <p:cNvPicPr preferRelativeResize="0">
            <a:picLocks noGrp="1"/>
          </p:cNvPicPr>
          <p:nvPr>
            <p:ph type="pic" idx="3"/>
          </p:nvPr>
        </p:nvPicPr>
        <p:blipFill rotWithShape="1">
          <a:blip r:embed="rId3">
            <a:alphaModFix/>
          </a:blip>
          <a:srcRect l="56624" t="28212" r="10708" b="28216"/>
          <a:stretch/>
        </p:blipFill>
        <p:spPr>
          <a:xfrm>
            <a:off x="5173850" y="1092450"/>
            <a:ext cx="2987100" cy="2987100"/>
          </a:xfrm>
          <a:prstGeom prst="ellipse">
            <a:avLst/>
          </a:prstGeom>
        </p:spPr>
      </p:pic>
      <p:cxnSp>
        <p:nvCxnSpPr>
          <p:cNvPr id="232" name="Google Shape;232;p35"/>
          <p:cNvCxnSpPr/>
          <p:nvPr/>
        </p:nvCxnSpPr>
        <p:spPr>
          <a:xfrm>
            <a:off x="1000400" y="2634188"/>
            <a:ext cx="3381000" cy="0"/>
          </a:xfrm>
          <a:prstGeom prst="straightConnector1">
            <a:avLst/>
          </a:prstGeom>
          <a:noFill/>
          <a:ln w="19050" cap="flat" cmpd="sng">
            <a:solidFill>
              <a:schemeClr val="accent1"/>
            </a:solidFill>
            <a:prstDash val="solid"/>
            <a:round/>
            <a:headEnd type="none" w="med" len="med"/>
            <a:tailEnd type="none" w="med" len="med"/>
          </a:ln>
          <a:effectLst>
            <a:outerShdw blurRad="57150" dist="19050" dir="5400000" algn="bl" rotWithShape="0">
              <a:schemeClr val="lt1"/>
            </a:outerShdw>
          </a:effectLst>
        </p:spPr>
      </p:cxn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36"/>
        <p:cNvGrpSpPr/>
        <p:nvPr/>
      </p:nvGrpSpPr>
      <p:grpSpPr>
        <a:xfrm>
          <a:off x="0" y="0"/>
          <a:ext cx="0" cy="0"/>
          <a:chOff x="0" y="0"/>
          <a:chExt cx="0" cy="0"/>
        </a:xfrm>
      </p:grpSpPr>
      <p:pic>
        <p:nvPicPr>
          <p:cNvPr id="237" name="Google Shape;237;p36"/>
          <p:cNvPicPr preferRelativeResize="0">
            <a:picLocks noGrp="1"/>
          </p:cNvPicPr>
          <p:nvPr>
            <p:ph type="pic" idx="2"/>
          </p:nvPr>
        </p:nvPicPr>
        <p:blipFill rotWithShape="1">
          <a:blip r:embed="rId3">
            <a:alphaModFix/>
          </a:blip>
          <a:srcRect t="12491" b="12484"/>
          <a:stretch/>
        </p:blipFill>
        <p:spPr>
          <a:xfrm>
            <a:off x="-3750" y="-25"/>
            <a:ext cx="9144001" cy="5143500"/>
          </a:xfrm>
          <a:prstGeom prst="rect">
            <a:avLst/>
          </a:prstGeom>
        </p:spPr>
      </p:pic>
      <p:sp>
        <p:nvSpPr>
          <p:cNvPr id="238" name="Google Shape;238;p36"/>
          <p:cNvSpPr/>
          <p:nvPr/>
        </p:nvSpPr>
        <p:spPr>
          <a:xfrm>
            <a:off x="331800" y="345300"/>
            <a:ext cx="8480400" cy="4452900"/>
          </a:xfrm>
          <a:prstGeom prst="rect">
            <a:avLst/>
          </a:prstGeom>
          <a:solidFill>
            <a:srgbClr val="373829">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6"/>
          <p:cNvSpPr txBox="1">
            <a:spLocks noGrp="1"/>
          </p:cNvSpPr>
          <p:nvPr>
            <p:ph type="title"/>
          </p:nvPr>
        </p:nvSpPr>
        <p:spPr>
          <a:xfrm>
            <a:off x="4235725" y="1324425"/>
            <a:ext cx="3686400" cy="175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40" name="Google Shape;240;p36"/>
          <p:cNvSpPr txBox="1">
            <a:spLocks noGrp="1"/>
          </p:cNvSpPr>
          <p:nvPr>
            <p:ph type="title" idx="3"/>
          </p:nvPr>
        </p:nvSpPr>
        <p:spPr>
          <a:xfrm>
            <a:off x="7455175" y="571525"/>
            <a:ext cx="9756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41" name="Google Shape;241;p36"/>
          <p:cNvSpPr txBox="1">
            <a:spLocks noGrp="1"/>
          </p:cNvSpPr>
          <p:nvPr>
            <p:ph type="subTitle" idx="1"/>
          </p:nvPr>
        </p:nvSpPr>
        <p:spPr>
          <a:xfrm>
            <a:off x="4235725" y="3144975"/>
            <a:ext cx="2861100" cy="67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pic>
        <p:nvPicPr>
          <p:cNvPr id="242" name="Google Shape;242;p36"/>
          <p:cNvPicPr preferRelativeResize="0">
            <a:picLocks noGrp="1"/>
          </p:cNvPicPr>
          <p:nvPr>
            <p:ph type="pic" idx="4"/>
          </p:nvPr>
        </p:nvPicPr>
        <p:blipFill rotWithShape="1">
          <a:blip r:embed="rId3">
            <a:alphaModFix/>
          </a:blip>
          <a:srcRect l="9316" t="28212" r="58016" b="28216"/>
          <a:stretch/>
        </p:blipFill>
        <p:spPr>
          <a:xfrm>
            <a:off x="842750" y="1092400"/>
            <a:ext cx="2987100" cy="2987100"/>
          </a:xfrm>
          <a:prstGeom prst="ellipse">
            <a:avLst/>
          </a:prstGeom>
        </p:spPr>
      </p:pic>
      <p:cxnSp>
        <p:nvCxnSpPr>
          <p:cNvPr id="243" name="Google Shape;243;p36"/>
          <p:cNvCxnSpPr/>
          <p:nvPr/>
        </p:nvCxnSpPr>
        <p:spPr>
          <a:xfrm>
            <a:off x="4263900" y="3114475"/>
            <a:ext cx="3709800" cy="0"/>
          </a:xfrm>
          <a:prstGeom prst="straightConnector1">
            <a:avLst/>
          </a:prstGeom>
          <a:noFill/>
          <a:ln w="19050" cap="flat" cmpd="sng">
            <a:solidFill>
              <a:schemeClr val="accent1"/>
            </a:solidFill>
            <a:prstDash val="solid"/>
            <a:round/>
            <a:headEnd type="none" w="med" len="med"/>
            <a:tailEnd type="none" w="med" len="med"/>
          </a:ln>
          <a:effectLst>
            <a:outerShdw blurRad="57150" dist="19050" dir="5400000" algn="bl" rotWithShape="0">
              <a:schemeClr val="lt1"/>
            </a:outerShdw>
          </a:effectLst>
        </p:spPr>
      </p:cxn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47"/>
        <p:cNvGrpSpPr/>
        <p:nvPr/>
      </p:nvGrpSpPr>
      <p:grpSpPr>
        <a:xfrm>
          <a:off x="0" y="0"/>
          <a:ext cx="0" cy="0"/>
          <a:chOff x="0" y="0"/>
          <a:chExt cx="0" cy="0"/>
        </a:xfrm>
      </p:grpSpPr>
      <p:sp>
        <p:nvSpPr>
          <p:cNvPr id="248" name="Google Shape;248;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need a longer text?</a:t>
            </a:r>
            <a:endParaRPr/>
          </a:p>
        </p:txBody>
      </p:sp>
      <p:sp>
        <p:nvSpPr>
          <p:cNvPr id="249" name="Google Shape;249;p37"/>
          <p:cNvSpPr txBox="1">
            <a:spLocks noGrp="1"/>
          </p:cNvSpPr>
          <p:nvPr>
            <p:ph type="subTitle" idx="1"/>
          </p:nvPr>
        </p:nvSpPr>
        <p:spPr>
          <a:xfrm>
            <a:off x="4680205" y="1563911"/>
            <a:ext cx="3628200" cy="257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and the solar radiation is so high, Mercury has been deemed to be non-habitable for humans</a:t>
            </a:r>
            <a:endParaRPr/>
          </a:p>
        </p:txBody>
      </p:sp>
      <p:sp>
        <p:nvSpPr>
          <p:cNvPr id="250" name="Google Shape;250;p37"/>
          <p:cNvSpPr txBox="1">
            <a:spLocks noGrp="1"/>
          </p:cNvSpPr>
          <p:nvPr>
            <p:ph type="subTitle" idx="2"/>
          </p:nvPr>
        </p:nvSpPr>
        <p:spPr>
          <a:xfrm>
            <a:off x="835600" y="1563911"/>
            <a:ext cx="3628200" cy="257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54"/>
        <p:cNvGrpSpPr/>
        <p:nvPr/>
      </p:nvGrpSpPr>
      <p:grpSpPr>
        <a:xfrm>
          <a:off x="0" y="0"/>
          <a:ext cx="0" cy="0"/>
          <a:chOff x="0" y="0"/>
          <a:chExt cx="0" cy="0"/>
        </a:xfrm>
      </p:grpSpPr>
      <p:sp>
        <p:nvSpPr>
          <p:cNvPr id="255" name="Google Shape;255;p38"/>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slide title goes here!</a:t>
            </a:r>
            <a:endParaRPr/>
          </a:p>
        </p:txBody>
      </p:sp>
      <p:sp>
        <p:nvSpPr>
          <p:cNvPr id="256" name="Google Shape;256;p38"/>
          <p:cNvSpPr txBox="1">
            <a:spLocks noGrp="1"/>
          </p:cNvSpPr>
          <p:nvPr>
            <p:ph type="subTitle" idx="1"/>
          </p:nvPr>
        </p:nvSpPr>
        <p:spPr>
          <a:xfrm>
            <a:off x="720000" y="1650300"/>
            <a:ext cx="4294800" cy="229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30200" algn="l" rtl="0">
              <a:spcBef>
                <a:spcPts val="1000"/>
              </a:spcBef>
              <a:spcAft>
                <a:spcPts val="0"/>
              </a:spcAft>
              <a:buSzPts val="1600"/>
              <a:buChar char="●"/>
            </a:pPr>
            <a:r>
              <a:rPr lang="en"/>
              <a:t>They’re simple </a:t>
            </a:r>
            <a:endParaRPr/>
          </a:p>
          <a:p>
            <a:pPr marL="457200" lvl="0" indent="-330200" algn="l" rtl="0">
              <a:spcBef>
                <a:spcPts val="0"/>
              </a:spcBef>
              <a:spcAft>
                <a:spcPts val="0"/>
              </a:spcAft>
              <a:buSzPts val="1600"/>
              <a:buChar char="●"/>
            </a:pPr>
            <a:r>
              <a:rPr lang="en"/>
              <a:t>You can organize your ideas clearly</a:t>
            </a:r>
            <a:endParaRPr/>
          </a:p>
          <a:p>
            <a:pPr marL="457200" lvl="0" indent="-330200" algn="l" rtl="0">
              <a:spcBef>
                <a:spcPts val="0"/>
              </a:spcBef>
              <a:spcAft>
                <a:spcPts val="0"/>
              </a:spcAft>
              <a:buSzPts val="16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pic>
        <p:nvPicPr>
          <p:cNvPr id="257" name="Google Shape;257;p38"/>
          <p:cNvPicPr preferRelativeResize="0">
            <a:picLocks noGrp="1"/>
          </p:cNvPicPr>
          <p:nvPr>
            <p:ph type="pic" idx="2"/>
          </p:nvPr>
        </p:nvPicPr>
        <p:blipFill rotWithShape="1">
          <a:blip r:embed="rId3">
            <a:alphaModFix/>
          </a:blip>
          <a:srcRect l="12513" r="12513"/>
          <a:stretch/>
        </p:blipFill>
        <p:spPr>
          <a:xfrm>
            <a:off x="5330700" y="1305900"/>
            <a:ext cx="2987100" cy="2987100"/>
          </a:xfrm>
          <a:prstGeom prst="ellipse">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61"/>
        <p:cNvGrpSpPr/>
        <p:nvPr/>
      </p:nvGrpSpPr>
      <p:grpSpPr>
        <a:xfrm>
          <a:off x="0" y="0"/>
          <a:ext cx="0" cy="0"/>
          <a:chOff x="0" y="0"/>
          <a:chExt cx="0" cy="0"/>
        </a:xfrm>
      </p:grpSpPr>
      <p:sp>
        <p:nvSpPr>
          <p:cNvPr id="262" name="Google Shape;262;p39"/>
          <p:cNvSpPr/>
          <p:nvPr/>
        </p:nvSpPr>
        <p:spPr>
          <a:xfrm>
            <a:off x="1266300" y="3174300"/>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9"/>
          <p:cNvSpPr/>
          <p:nvPr/>
        </p:nvSpPr>
        <p:spPr>
          <a:xfrm>
            <a:off x="1266300" y="1738033"/>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need to divide the content?</a:t>
            </a:r>
            <a:endParaRPr/>
          </a:p>
        </p:txBody>
      </p:sp>
      <p:sp>
        <p:nvSpPr>
          <p:cNvPr id="265" name="Google Shape;265;p39"/>
          <p:cNvSpPr txBox="1">
            <a:spLocks noGrp="1"/>
          </p:cNvSpPr>
          <p:nvPr>
            <p:ph type="subTitle" idx="1"/>
          </p:nvPr>
        </p:nvSpPr>
        <p:spPr>
          <a:xfrm>
            <a:off x="2719475" y="3500551"/>
            <a:ext cx="5158200" cy="63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hot and has a poisonous atmosphere</a:t>
            </a:r>
            <a:endParaRPr/>
          </a:p>
        </p:txBody>
      </p:sp>
      <p:sp>
        <p:nvSpPr>
          <p:cNvPr id="266" name="Google Shape;266;p39"/>
          <p:cNvSpPr txBox="1">
            <a:spLocks noGrp="1"/>
          </p:cNvSpPr>
          <p:nvPr>
            <p:ph type="subTitle" idx="2"/>
          </p:nvPr>
        </p:nvSpPr>
        <p:spPr>
          <a:xfrm>
            <a:off x="2719500" y="2062724"/>
            <a:ext cx="5158200" cy="63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a:t>
            </a:r>
            <a:endParaRPr/>
          </a:p>
        </p:txBody>
      </p:sp>
      <p:sp>
        <p:nvSpPr>
          <p:cNvPr id="267" name="Google Shape;267;p39"/>
          <p:cNvSpPr txBox="1">
            <a:spLocks noGrp="1"/>
          </p:cNvSpPr>
          <p:nvPr>
            <p:ph type="subTitle" idx="3"/>
          </p:nvPr>
        </p:nvSpPr>
        <p:spPr>
          <a:xfrm>
            <a:off x="2719492" y="1575100"/>
            <a:ext cx="51582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268" name="Google Shape;268;p39"/>
          <p:cNvSpPr txBox="1">
            <a:spLocks noGrp="1"/>
          </p:cNvSpPr>
          <p:nvPr>
            <p:ph type="subTitle" idx="4"/>
          </p:nvPr>
        </p:nvSpPr>
        <p:spPr>
          <a:xfrm>
            <a:off x="2719486" y="3012932"/>
            <a:ext cx="51582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grpSp>
        <p:nvGrpSpPr>
          <p:cNvPr id="269" name="Google Shape;269;p39"/>
          <p:cNvGrpSpPr/>
          <p:nvPr/>
        </p:nvGrpSpPr>
        <p:grpSpPr>
          <a:xfrm>
            <a:off x="1424967" y="1900883"/>
            <a:ext cx="490547" cy="430874"/>
            <a:chOff x="4677742" y="1186145"/>
            <a:chExt cx="490547" cy="430874"/>
          </a:xfrm>
        </p:grpSpPr>
        <p:sp>
          <p:nvSpPr>
            <p:cNvPr id="270" name="Google Shape;270;p39"/>
            <p:cNvSpPr/>
            <p:nvPr/>
          </p:nvSpPr>
          <p:spPr>
            <a:xfrm>
              <a:off x="4876937" y="1541439"/>
              <a:ext cx="15169" cy="14429"/>
            </a:xfrm>
            <a:custGeom>
              <a:avLst/>
              <a:gdLst/>
              <a:ahLst/>
              <a:cxnLst/>
              <a:rect l="l" t="t" r="r" b="b"/>
              <a:pathLst>
                <a:path w="636" h="605"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9"/>
            <p:cNvSpPr/>
            <p:nvPr/>
          </p:nvSpPr>
          <p:spPr>
            <a:xfrm>
              <a:off x="4677742" y="1186145"/>
              <a:ext cx="490547" cy="430874"/>
            </a:xfrm>
            <a:custGeom>
              <a:avLst/>
              <a:gdLst/>
              <a:ahLst/>
              <a:cxnLst/>
              <a:rect l="l" t="t" r="r" b="b"/>
              <a:pathLst>
                <a:path w="20568" h="18066" extrusionOk="0">
                  <a:moveTo>
                    <a:pt x="10283" y="2715"/>
                  </a:moveTo>
                  <a:lnTo>
                    <a:pt x="11882" y="3952"/>
                  </a:lnTo>
                  <a:lnTo>
                    <a:pt x="8715" y="3952"/>
                  </a:lnTo>
                  <a:lnTo>
                    <a:pt x="10283" y="2715"/>
                  </a:lnTo>
                  <a:close/>
                  <a:moveTo>
                    <a:pt x="12635" y="4555"/>
                  </a:moveTo>
                  <a:lnTo>
                    <a:pt x="14324" y="5882"/>
                  </a:lnTo>
                  <a:lnTo>
                    <a:pt x="11520" y="5882"/>
                  </a:lnTo>
                  <a:cubicBezTo>
                    <a:pt x="11368" y="5308"/>
                    <a:pt x="10886" y="4917"/>
                    <a:pt x="10283" y="4917"/>
                  </a:cubicBezTo>
                  <a:cubicBezTo>
                    <a:pt x="9680" y="4917"/>
                    <a:pt x="9197" y="5308"/>
                    <a:pt x="9047" y="5882"/>
                  </a:cubicBezTo>
                  <a:lnTo>
                    <a:pt x="6242" y="5882"/>
                  </a:lnTo>
                  <a:lnTo>
                    <a:pt x="7930" y="4555"/>
                  </a:lnTo>
                  <a:close/>
                  <a:moveTo>
                    <a:pt x="10283" y="5489"/>
                  </a:moveTo>
                  <a:cubicBezTo>
                    <a:pt x="10645" y="5489"/>
                    <a:pt x="10946" y="5791"/>
                    <a:pt x="10946" y="6153"/>
                  </a:cubicBezTo>
                  <a:cubicBezTo>
                    <a:pt x="10946" y="6514"/>
                    <a:pt x="10645" y="6816"/>
                    <a:pt x="10283" y="6816"/>
                  </a:cubicBezTo>
                  <a:cubicBezTo>
                    <a:pt x="9921" y="6816"/>
                    <a:pt x="9619" y="6514"/>
                    <a:pt x="9619" y="6153"/>
                  </a:cubicBezTo>
                  <a:cubicBezTo>
                    <a:pt x="9619" y="5791"/>
                    <a:pt x="9921" y="5489"/>
                    <a:pt x="10283" y="5489"/>
                  </a:cubicBezTo>
                  <a:close/>
                  <a:moveTo>
                    <a:pt x="15108" y="6485"/>
                  </a:moveTo>
                  <a:lnTo>
                    <a:pt x="16797" y="7812"/>
                  </a:lnTo>
                  <a:cubicBezTo>
                    <a:pt x="16782" y="7827"/>
                    <a:pt x="16767" y="7827"/>
                    <a:pt x="16752" y="7827"/>
                  </a:cubicBezTo>
                  <a:cubicBezTo>
                    <a:pt x="16737" y="7827"/>
                    <a:pt x="16722" y="7827"/>
                    <a:pt x="16707" y="7841"/>
                  </a:cubicBezTo>
                  <a:lnTo>
                    <a:pt x="16707" y="7812"/>
                  </a:lnTo>
                  <a:lnTo>
                    <a:pt x="3860" y="7812"/>
                  </a:lnTo>
                  <a:lnTo>
                    <a:pt x="3860" y="7841"/>
                  </a:lnTo>
                  <a:cubicBezTo>
                    <a:pt x="3845" y="7827"/>
                    <a:pt x="3830" y="7827"/>
                    <a:pt x="3815" y="7827"/>
                  </a:cubicBezTo>
                  <a:cubicBezTo>
                    <a:pt x="3800" y="7827"/>
                    <a:pt x="3784" y="7827"/>
                    <a:pt x="3769" y="7812"/>
                  </a:cubicBezTo>
                  <a:lnTo>
                    <a:pt x="5489" y="6485"/>
                  </a:lnTo>
                  <a:lnTo>
                    <a:pt x="9047" y="6485"/>
                  </a:lnTo>
                  <a:cubicBezTo>
                    <a:pt x="9197" y="6997"/>
                    <a:pt x="9680" y="7450"/>
                    <a:pt x="10283" y="7450"/>
                  </a:cubicBezTo>
                  <a:cubicBezTo>
                    <a:pt x="10886" y="7450"/>
                    <a:pt x="11368" y="6997"/>
                    <a:pt x="11520" y="6485"/>
                  </a:cubicBezTo>
                  <a:close/>
                  <a:moveTo>
                    <a:pt x="9952" y="997"/>
                  </a:moveTo>
                  <a:lnTo>
                    <a:pt x="9952" y="2143"/>
                  </a:lnTo>
                  <a:lnTo>
                    <a:pt x="1569" y="8746"/>
                  </a:lnTo>
                  <a:lnTo>
                    <a:pt x="1569" y="7600"/>
                  </a:lnTo>
                  <a:lnTo>
                    <a:pt x="9952" y="997"/>
                  </a:lnTo>
                  <a:close/>
                  <a:moveTo>
                    <a:pt x="10555" y="997"/>
                  </a:moveTo>
                  <a:lnTo>
                    <a:pt x="18968" y="7600"/>
                  </a:lnTo>
                  <a:lnTo>
                    <a:pt x="18968" y="8746"/>
                  </a:lnTo>
                  <a:lnTo>
                    <a:pt x="10555" y="2143"/>
                  </a:lnTo>
                  <a:lnTo>
                    <a:pt x="10555" y="997"/>
                  </a:lnTo>
                  <a:close/>
                  <a:moveTo>
                    <a:pt x="3528" y="8384"/>
                  </a:moveTo>
                  <a:cubicBezTo>
                    <a:pt x="3889" y="8384"/>
                    <a:pt x="4191" y="8686"/>
                    <a:pt x="4191" y="9048"/>
                  </a:cubicBezTo>
                  <a:cubicBezTo>
                    <a:pt x="4191" y="9409"/>
                    <a:pt x="3889" y="9711"/>
                    <a:pt x="3528" y="9711"/>
                  </a:cubicBezTo>
                  <a:cubicBezTo>
                    <a:pt x="3166" y="9711"/>
                    <a:pt x="2864" y="9409"/>
                    <a:pt x="2864" y="9048"/>
                  </a:cubicBezTo>
                  <a:cubicBezTo>
                    <a:pt x="2864" y="8686"/>
                    <a:pt x="3166" y="8384"/>
                    <a:pt x="3528" y="8384"/>
                  </a:cubicBezTo>
                  <a:close/>
                  <a:moveTo>
                    <a:pt x="17038" y="8384"/>
                  </a:moveTo>
                  <a:cubicBezTo>
                    <a:pt x="17400" y="8384"/>
                    <a:pt x="17701" y="8686"/>
                    <a:pt x="17701" y="9048"/>
                  </a:cubicBezTo>
                  <a:cubicBezTo>
                    <a:pt x="17701" y="9409"/>
                    <a:pt x="17400" y="9711"/>
                    <a:pt x="17038" y="9711"/>
                  </a:cubicBezTo>
                  <a:cubicBezTo>
                    <a:pt x="16676" y="9711"/>
                    <a:pt x="16374" y="9409"/>
                    <a:pt x="16374" y="9048"/>
                  </a:cubicBezTo>
                  <a:cubicBezTo>
                    <a:pt x="16374" y="8686"/>
                    <a:pt x="16676" y="8384"/>
                    <a:pt x="17038" y="8384"/>
                  </a:cubicBezTo>
                  <a:close/>
                  <a:moveTo>
                    <a:pt x="3528" y="10314"/>
                  </a:moveTo>
                  <a:cubicBezTo>
                    <a:pt x="3889" y="10314"/>
                    <a:pt x="4191" y="10616"/>
                    <a:pt x="4191" y="10978"/>
                  </a:cubicBezTo>
                  <a:cubicBezTo>
                    <a:pt x="4191" y="11340"/>
                    <a:pt x="3889" y="11641"/>
                    <a:pt x="3528" y="11641"/>
                  </a:cubicBezTo>
                  <a:cubicBezTo>
                    <a:pt x="3166" y="11641"/>
                    <a:pt x="2864" y="11340"/>
                    <a:pt x="2864" y="10978"/>
                  </a:cubicBezTo>
                  <a:cubicBezTo>
                    <a:pt x="2864" y="10616"/>
                    <a:pt x="3166" y="10314"/>
                    <a:pt x="3528" y="10314"/>
                  </a:cubicBezTo>
                  <a:close/>
                  <a:moveTo>
                    <a:pt x="17038" y="10314"/>
                  </a:moveTo>
                  <a:cubicBezTo>
                    <a:pt x="17400" y="10314"/>
                    <a:pt x="17701" y="10616"/>
                    <a:pt x="17701" y="10978"/>
                  </a:cubicBezTo>
                  <a:cubicBezTo>
                    <a:pt x="17701" y="11340"/>
                    <a:pt x="17400" y="11641"/>
                    <a:pt x="17038" y="11641"/>
                  </a:cubicBezTo>
                  <a:cubicBezTo>
                    <a:pt x="16676" y="11641"/>
                    <a:pt x="16374" y="11340"/>
                    <a:pt x="16374" y="10978"/>
                  </a:cubicBezTo>
                  <a:cubicBezTo>
                    <a:pt x="16374" y="10616"/>
                    <a:pt x="16676" y="10314"/>
                    <a:pt x="17038" y="10314"/>
                  </a:cubicBezTo>
                  <a:close/>
                  <a:moveTo>
                    <a:pt x="15952" y="8416"/>
                  </a:moveTo>
                  <a:cubicBezTo>
                    <a:pt x="15832" y="8565"/>
                    <a:pt x="15771" y="8838"/>
                    <a:pt x="15771" y="9079"/>
                  </a:cubicBezTo>
                  <a:cubicBezTo>
                    <a:pt x="15771" y="9320"/>
                    <a:pt x="15832" y="9530"/>
                    <a:pt x="15952" y="9742"/>
                  </a:cubicBezTo>
                  <a:lnTo>
                    <a:pt x="7057" y="9742"/>
                  </a:lnTo>
                  <a:lnTo>
                    <a:pt x="7057" y="10346"/>
                  </a:lnTo>
                  <a:lnTo>
                    <a:pt x="15952" y="10346"/>
                  </a:lnTo>
                  <a:cubicBezTo>
                    <a:pt x="15832" y="10495"/>
                    <a:pt x="15771" y="10768"/>
                    <a:pt x="15771" y="11009"/>
                  </a:cubicBezTo>
                  <a:cubicBezTo>
                    <a:pt x="15771" y="11250"/>
                    <a:pt x="15832" y="11460"/>
                    <a:pt x="15952" y="11672"/>
                  </a:cubicBezTo>
                  <a:lnTo>
                    <a:pt x="4613" y="11672"/>
                  </a:lnTo>
                  <a:cubicBezTo>
                    <a:pt x="4734" y="11460"/>
                    <a:pt x="4794" y="11250"/>
                    <a:pt x="4794" y="11009"/>
                  </a:cubicBezTo>
                  <a:cubicBezTo>
                    <a:pt x="4794" y="10768"/>
                    <a:pt x="4734" y="10495"/>
                    <a:pt x="4613" y="10346"/>
                  </a:cubicBezTo>
                  <a:lnTo>
                    <a:pt x="5791" y="10346"/>
                  </a:lnTo>
                  <a:lnTo>
                    <a:pt x="5791" y="9742"/>
                  </a:lnTo>
                  <a:lnTo>
                    <a:pt x="4613" y="9742"/>
                  </a:lnTo>
                  <a:cubicBezTo>
                    <a:pt x="4734" y="9530"/>
                    <a:pt x="4794" y="9320"/>
                    <a:pt x="4794" y="9079"/>
                  </a:cubicBezTo>
                  <a:cubicBezTo>
                    <a:pt x="4794" y="8838"/>
                    <a:pt x="4734" y="8565"/>
                    <a:pt x="4613" y="8416"/>
                  </a:cubicBezTo>
                  <a:close/>
                  <a:moveTo>
                    <a:pt x="3528" y="12244"/>
                  </a:moveTo>
                  <a:cubicBezTo>
                    <a:pt x="3889" y="12244"/>
                    <a:pt x="4191" y="12546"/>
                    <a:pt x="4191" y="12908"/>
                  </a:cubicBezTo>
                  <a:cubicBezTo>
                    <a:pt x="4191" y="13270"/>
                    <a:pt x="3889" y="13571"/>
                    <a:pt x="3528" y="13571"/>
                  </a:cubicBezTo>
                  <a:cubicBezTo>
                    <a:pt x="3166" y="13571"/>
                    <a:pt x="2864" y="13270"/>
                    <a:pt x="2864" y="12908"/>
                  </a:cubicBezTo>
                  <a:cubicBezTo>
                    <a:pt x="2864" y="12546"/>
                    <a:pt x="3166" y="12244"/>
                    <a:pt x="3528" y="12244"/>
                  </a:cubicBezTo>
                  <a:close/>
                  <a:moveTo>
                    <a:pt x="17038" y="12244"/>
                  </a:moveTo>
                  <a:cubicBezTo>
                    <a:pt x="17400" y="12244"/>
                    <a:pt x="17701" y="12546"/>
                    <a:pt x="17701" y="12908"/>
                  </a:cubicBezTo>
                  <a:cubicBezTo>
                    <a:pt x="17701" y="13270"/>
                    <a:pt x="17400" y="13571"/>
                    <a:pt x="17038" y="13571"/>
                  </a:cubicBezTo>
                  <a:cubicBezTo>
                    <a:pt x="16676" y="13571"/>
                    <a:pt x="16374" y="13270"/>
                    <a:pt x="16374" y="12908"/>
                  </a:cubicBezTo>
                  <a:cubicBezTo>
                    <a:pt x="16374" y="12546"/>
                    <a:pt x="16676" y="12244"/>
                    <a:pt x="17038" y="12244"/>
                  </a:cubicBezTo>
                  <a:close/>
                  <a:moveTo>
                    <a:pt x="5458" y="12276"/>
                  </a:moveTo>
                  <a:lnTo>
                    <a:pt x="5458" y="13602"/>
                  </a:lnTo>
                  <a:lnTo>
                    <a:pt x="4613" y="13602"/>
                  </a:lnTo>
                  <a:cubicBezTo>
                    <a:pt x="4734" y="13390"/>
                    <a:pt x="4794" y="13180"/>
                    <a:pt x="4794" y="12939"/>
                  </a:cubicBezTo>
                  <a:cubicBezTo>
                    <a:pt x="4794" y="12698"/>
                    <a:pt x="4734" y="12425"/>
                    <a:pt x="4613" y="12276"/>
                  </a:cubicBezTo>
                  <a:close/>
                  <a:moveTo>
                    <a:pt x="10616" y="12276"/>
                  </a:moveTo>
                  <a:lnTo>
                    <a:pt x="10616" y="13602"/>
                  </a:lnTo>
                  <a:lnTo>
                    <a:pt x="9921" y="13602"/>
                  </a:lnTo>
                  <a:lnTo>
                    <a:pt x="9921" y="12276"/>
                  </a:lnTo>
                  <a:close/>
                  <a:moveTo>
                    <a:pt x="15952" y="12276"/>
                  </a:moveTo>
                  <a:cubicBezTo>
                    <a:pt x="15832" y="12425"/>
                    <a:pt x="15771" y="12698"/>
                    <a:pt x="15771" y="12939"/>
                  </a:cubicBezTo>
                  <a:cubicBezTo>
                    <a:pt x="15771" y="13180"/>
                    <a:pt x="15832" y="13390"/>
                    <a:pt x="15952" y="13602"/>
                  </a:cubicBezTo>
                  <a:lnTo>
                    <a:pt x="15079" y="13602"/>
                  </a:lnTo>
                  <a:lnTo>
                    <a:pt x="15079" y="12276"/>
                  </a:lnTo>
                  <a:close/>
                  <a:moveTo>
                    <a:pt x="12546" y="12276"/>
                  </a:moveTo>
                  <a:lnTo>
                    <a:pt x="12546" y="14235"/>
                  </a:lnTo>
                  <a:lnTo>
                    <a:pt x="11219" y="14235"/>
                  </a:lnTo>
                  <a:lnTo>
                    <a:pt x="11219" y="12276"/>
                  </a:lnTo>
                  <a:close/>
                  <a:moveTo>
                    <a:pt x="14476" y="12276"/>
                  </a:moveTo>
                  <a:lnTo>
                    <a:pt x="14476" y="14235"/>
                  </a:lnTo>
                  <a:lnTo>
                    <a:pt x="13149" y="14235"/>
                  </a:lnTo>
                  <a:lnTo>
                    <a:pt x="13149" y="12276"/>
                  </a:lnTo>
                  <a:close/>
                  <a:moveTo>
                    <a:pt x="3528" y="14174"/>
                  </a:moveTo>
                  <a:cubicBezTo>
                    <a:pt x="3889" y="14174"/>
                    <a:pt x="4191" y="14476"/>
                    <a:pt x="4191" y="14838"/>
                  </a:cubicBezTo>
                  <a:cubicBezTo>
                    <a:pt x="4191" y="15200"/>
                    <a:pt x="3889" y="15501"/>
                    <a:pt x="3528" y="15501"/>
                  </a:cubicBezTo>
                  <a:cubicBezTo>
                    <a:pt x="3166" y="15501"/>
                    <a:pt x="2864" y="15200"/>
                    <a:pt x="2864" y="14838"/>
                  </a:cubicBezTo>
                  <a:cubicBezTo>
                    <a:pt x="2864" y="14476"/>
                    <a:pt x="3166" y="14174"/>
                    <a:pt x="3528" y="14174"/>
                  </a:cubicBezTo>
                  <a:close/>
                  <a:moveTo>
                    <a:pt x="17038" y="14174"/>
                  </a:moveTo>
                  <a:cubicBezTo>
                    <a:pt x="17400" y="14174"/>
                    <a:pt x="17701" y="14476"/>
                    <a:pt x="17701" y="14838"/>
                  </a:cubicBezTo>
                  <a:cubicBezTo>
                    <a:pt x="17701" y="15200"/>
                    <a:pt x="17400" y="15501"/>
                    <a:pt x="17038" y="15501"/>
                  </a:cubicBezTo>
                  <a:cubicBezTo>
                    <a:pt x="16676" y="15501"/>
                    <a:pt x="16374" y="15200"/>
                    <a:pt x="16374" y="14838"/>
                  </a:cubicBezTo>
                  <a:cubicBezTo>
                    <a:pt x="16374" y="14476"/>
                    <a:pt x="16676" y="14174"/>
                    <a:pt x="17038" y="14174"/>
                  </a:cubicBezTo>
                  <a:close/>
                  <a:moveTo>
                    <a:pt x="5458" y="14206"/>
                  </a:moveTo>
                  <a:lnTo>
                    <a:pt x="5458" y="15532"/>
                  </a:lnTo>
                  <a:lnTo>
                    <a:pt x="4613" y="15532"/>
                  </a:lnTo>
                  <a:cubicBezTo>
                    <a:pt x="4734" y="15320"/>
                    <a:pt x="4794" y="15110"/>
                    <a:pt x="4794" y="14869"/>
                  </a:cubicBezTo>
                  <a:cubicBezTo>
                    <a:pt x="4794" y="14628"/>
                    <a:pt x="4734" y="14355"/>
                    <a:pt x="4613" y="14206"/>
                  </a:cubicBezTo>
                  <a:close/>
                  <a:moveTo>
                    <a:pt x="3528" y="16104"/>
                  </a:moveTo>
                  <a:cubicBezTo>
                    <a:pt x="3889" y="16104"/>
                    <a:pt x="4191" y="16406"/>
                    <a:pt x="4191" y="16768"/>
                  </a:cubicBezTo>
                  <a:cubicBezTo>
                    <a:pt x="4191" y="17130"/>
                    <a:pt x="3889" y="17431"/>
                    <a:pt x="3528" y="17431"/>
                  </a:cubicBezTo>
                  <a:cubicBezTo>
                    <a:pt x="3166" y="17431"/>
                    <a:pt x="2864" y="17130"/>
                    <a:pt x="2864" y="16768"/>
                  </a:cubicBezTo>
                  <a:cubicBezTo>
                    <a:pt x="2864" y="16406"/>
                    <a:pt x="3166" y="16104"/>
                    <a:pt x="3528" y="16104"/>
                  </a:cubicBezTo>
                  <a:close/>
                  <a:moveTo>
                    <a:pt x="17038" y="16104"/>
                  </a:moveTo>
                  <a:cubicBezTo>
                    <a:pt x="17400" y="16104"/>
                    <a:pt x="17701" y="16406"/>
                    <a:pt x="17701" y="16768"/>
                  </a:cubicBezTo>
                  <a:cubicBezTo>
                    <a:pt x="17701" y="17130"/>
                    <a:pt x="17400" y="17431"/>
                    <a:pt x="17038" y="17431"/>
                  </a:cubicBezTo>
                  <a:cubicBezTo>
                    <a:pt x="16676" y="17431"/>
                    <a:pt x="16374" y="17130"/>
                    <a:pt x="16374" y="16768"/>
                  </a:cubicBezTo>
                  <a:cubicBezTo>
                    <a:pt x="16374" y="16406"/>
                    <a:pt x="16676" y="16104"/>
                    <a:pt x="17038" y="16104"/>
                  </a:cubicBezTo>
                  <a:close/>
                  <a:moveTo>
                    <a:pt x="5458" y="16136"/>
                  </a:moveTo>
                  <a:lnTo>
                    <a:pt x="5458" y="17463"/>
                  </a:lnTo>
                  <a:lnTo>
                    <a:pt x="4613" y="17463"/>
                  </a:lnTo>
                  <a:cubicBezTo>
                    <a:pt x="4734" y="17250"/>
                    <a:pt x="4794" y="17040"/>
                    <a:pt x="4794" y="16799"/>
                  </a:cubicBezTo>
                  <a:cubicBezTo>
                    <a:pt x="4794" y="16558"/>
                    <a:pt x="4734" y="16285"/>
                    <a:pt x="4613" y="16136"/>
                  </a:cubicBezTo>
                  <a:close/>
                  <a:moveTo>
                    <a:pt x="9318" y="12276"/>
                  </a:moveTo>
                  <a:lnTo>
                    <a:pt x="9318" y="17463"/>
                  </a:lnTo>
                  <a:lnTo>
                    <a:pt x="6061" y="17463"/>
                  </a:lnTo>
                  <a:lnTo>
                    <a:pt x="6061" y="12276"/>
                  </a:lnTo>
                  <a:close/>
                  <a:moveTo>
                    <a:pt x="15952" y="14206"/>
                  </a:moveTo>
                  <a:cubicBezTo>
                    <a:pt x="15832" y="14355"/>
                    <a:pt x="15771" y="14628"/>
                    <a:pt x="15771" y="14869"/>
                  </a:cubicBezTo>
                  <a:cubicBezTo>
                    <a:pt x="15771" y="15231"/>
                    <a:pt x="15952" y="15593"/>
                    <a:pt x="16225" y="15803"/>
                  </a:cubicBezTo>
                  <a:cubicBezTo>
                    <a:pt x="15952" y="16044"/>
                    <a:pt x="15771" y="16406"/>
                    <a:pt x="15771" y="16799"/>
                  </a:cubicBezTo>
                  <a:cubicBezTo>
                    <a:pt x="15771" y="17040"/>
                    <a:pt x="15832" y="17250"/>
                    <a:pt x="15952" y="17463"/>
                  </a:cubicBezTo>
                  <a:lnTo>
                    <a:pt x="9921" y="17463"/>
                  </a:lnTo>
                  <a:lnTo>
                    <a:pt x="9921" y="16136"/>
                  </a:lnTo>
                  <a:lnTo>
                    <a:pt x="14777" y="16136"/>
                  </a:lnTo>
                  <a:lnTo>
                    <a:pt x="14777" y="15532"/>
                  </a:lnTo>
                  <a:lnTo>
                    <a:pt x="9921" y="15532"/>
                  </a:lnTo>
                  <a:lnTo>
                    <a:pt x="9921" y="14206"/>
                  </a:lnTo>
                  <a:lnTo>
                    <a:pt x="10616" y="14206"/>
                  </a:lnTo>
                  <a:lnTo>
                    <a:pt x="10616" y="14838"/>
                  </a:lnTo>
                  <a:lnTo>
                    <a:pt x="15079" y="14838"/>
                  </a:lnTo>
                  <a:lnTo>
                    <a:pt x="15079" y="14206"/>
                  </a:lnTo>
                  <a:close/>
                  <a:moveTo>
                    <a:pt x="10254" y="1"/>
                  </a:moveTo>
                  <a:lnTo>
                    <a:pt x="965" y="7299"/>
                  </a:lnTo>
                  <a:lnTo>
                    <a:pt x="965" y="10013"/>
                  </a:lnTo>
                  <a:lnTo>
                    <a:pt x="2261" y="8987"/>
                  </a:lnTo>
                  <a:lnTo>
                    <a:pt x="2261" y="9048"/>
                  </a:lnTo>
                  <a:cubicBezTo>
                    <a:pt x="2261" y="9441"/>
                    <a:pt x="2442" y="9803"/>
                    <a:pt x="2715" y="10013"/>
                  </a:cubicBezTo>
                  <a:cubicBezTo>
                    <a:pt x="2442" y="10254"/>
                    <a:pt x="2261" y="10616"/>
                    <a:pt x="2261" y="10978"/>
                  </a:cubicBezTo>
                  <a:cubicBezTo>
                    <a:pt x="2261" y="11371"/>
                    <a:pt x="2442" y="11733"/>
                    <a:pt x="2715" y="11943"/>
                  </a:cubicBezTo>
                  <a:cubicBezTo>
                    <a:pt x="2442" y="12184"/>
                    <a:pt x="2261" y="12546"/>
                    <a:pt x="2261" y="12908"/>
                  </a:cubicBezTo>
                  <a:cubicBezTo>
                    <a:pt x="2261" y="13301"/>
                    <a:pt x="2442" y="13663"/>
                    <a:pt x="2715" y="13873"/>
                  </a:cubicBezTo>
                  <a:cubicBezTo>
                    <a:pt x="2442" y="14114"/>
                    <a:pt x="2261" y="14476"/>
                    <a:pt x="2261" y="14838"/>
                  </a:cubicBezTo>
                  <a:cubicBezTo>
                    <a:pt x="2261" y="15231"/>
                    <a:pt x="2442" y="15593"/>
                    <a:pt x="2715" y="15803"/>
                  </a:cubicBezTo>
                  <a:cubicBezTo>
                    <a:pt x="2442" y="16044"/>
                    <a:pt x="2261" y="16406"/>
                    <a:pt x="2261" y="16799"/>
                  </a:cubicBezTo>
                  <a:cubicBezTo>
                    <a:pt x="2261" y="17040"/>
                    <a:pt x="2321" y="17250"/>
                    <a:pt x="2442" y="17463"/>
                  </a:cubicBezTo>
                  <a:lnTo>
                    <a:pt x="0" y="17463"/>
                  </a:lnTo>
                  <a:lnTo>
                    <a:pt x="0" y="18066"/>
                  </a:lnTo>
                  <a:lnTo>
                    <a:pt x="20567" y="18066"/>
                  </a:lnTo>
                  <a:lnTo>
                    <a:pt x="20567" y="17463"/>
                  </a:lnTo>
                  <a:lnTo>
                    <a:pt x="18124" y="17463"/>
                  </a:lnTo>
                  <a:cubicBezTo>
                    <a:pt x="18244" y="17250"/>
                    <a:pt x="18304" y="17040"/>
                    <a:pt x="18304" y="16799"/>
                  </a:cubicBezTo>
                  <a:cubicBezTo>
                    <a:pt x="18304" y="16406"/>
                    <a:pt x="18124" y="16044"/>
                    <a:pt x="17853" y="15803"/>
                  </a:cubicBezTo>
                  <a:cubicBezTo>
                    <a:pt x="18124" y="15593"/>
                    <a:pt x="18304" y="15231"/>
                    <a:pt x="18304" y="14838"/>
                  </a:cubicBezTo>
                  <a:cubicBezTo>
                    <a:pt x="18304" y="14476"/>
                    <a:pt x="18124" y="14114"/>
                    <a:pt x="17853" y="13873"/>
                  </a:cubicBezTo>
                  <a:cubicBezTo>
                    <a:pt x="18124" y="13663"/>
                    <a:pt x="18304" y="13301"/>
                    <a:pt x="18304" y="12908"/>
                  </a:cubicBezTo>
                  <a:cubicBezTo>
                    <a:pt x="18304" y="12546"/>
                    <a:pt x="18124" y="12184"/>
                    <a:pt x="17853" y="11943"/>
                  </a:cubicBezTo>
                  <a:cubicBezTo>
                    <a:pt x="18124" y="11733"/>
                    <a:pt x="18304" y="11371"/>
                    <a:pt x="18304" y="10978"/>
                  </a:cubicBezTo>
                  <a:cubicBezTo>
                    <a:pt x="18304" y="10616"/>
                    <a:pt x="18124" y="10254"/>
                    <a:pt x="17853" y="10013"/>
                  </a:cubicBezTo>
                  <a:cubicBezTo>
                    <a:pt x="18124" y="9803"/>
                    <a:pt x="18304" y="9441"/>
                    <a:pt x="18304" y="9048"/>
                  </a:cubicBezTo>
                  <a:lnTo>
                    <a:pt x="18304" y="8987"/>
                  </a:lnTo>
                  <a:lnTo>
                    <a:pt x="19571" y="10013"/>
                  </a:lnTo>
                  <a:lnTo>
                    <a:pt x="19571" y="7299"/>
                  </a:lnTo>
                  <a:lnTo>
                    <a:pt x="1025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9"/>
            <p:cNvSpPr/>
            <p:nvPr/>
          </p:nvSpPr>
          <p:spPr>
            <a:xfrm>
              <a:off x="5015029" y="1395477"/>
              <a:ext cx="15169" cy="14405"/>
            </a:xfrm>
            <a:custGeom>
              <a:avLst/>
              <a:gdLst/>
              <a:ahLst/>
              <a:cxnLst/>
              <a:rect l="l" t="t" r="r" b="b"/>
              <a:pathLst>
                <a:path w="636" h="604" extrusionOk="0">
                  <a:moveTo>
                    <a:pt x="1" y="0"/>
                  </a:moveTo>
                  <a:lnTo>
                    <a:pt x="1" y="604"/>
                  </a:lnTo>
                  <a:lnTo>
                    <a:pt x="635" y="60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 name="Google Shape;273;p39"/>
          <p:cNvGrpSpPr/>
          <p:nvPr/>
        </p:nvGrpSpPr>
        <p:grpSpPr>
          <a:xfrm>
            <a:off x="1424631" y="3347012"/>
            <a:ext cx="491238" cy="462475"/>
            <a:chOff x="2570356" y="4127136"/>
            <a:chExt cx="491238" cy="462475"/>
          </a:xfrm>
        </p:grpSpPr>
        <p:sp>
          <p:nvSpPr>
            <p:cNvPr id="274" name="Google Shape;274;p39"/>
            <p:cNvSpPr/>
            <p:nvPr/>
          </p:nvSpPr>
          <p:spPr>
            <a:xfrm>
              <a:off x="2570356" y="4127136"/>
              <a:ext cx="491238" cy="462475"/>
            </a:xfrm>
            <a:custGeom>
              <a:avLst/>
              <a:gdLst/>
              <a:ahLst/>
              <a:cxnLst/>
              <a:rect l="l" t="t" r="r" b="b"/>
              <a:pathLst>
                <a:path w="20597" h="19391" extrusionOk="0">
                  <a:moveTo>
                    <a:pt x="15320" y="5880"/>
                  </a:moveTo>
                  <a:lnTo>
                    <a:pt x="17279" y="7841"/>
                  </a:lnTo>
                  <a:lnTo>
                    <a:pt x="12876" y="7841"/>
                  </a:lnTo>
                  <a:lnTo>
                    <a:pt x="12876" y="8444"/>
                  </a:lnTo>
                  <a:lnTo>
                    <a:pt x="15320" y="8444"/>
                  </a:lnTo>
                  <a:lnTo>
                    <a:pt x="17279" y="10435"/>
                  </a:lnTo>
                  <a:lnTo>
                    <a:pt x="11702" y="10435"/>
                  </a:lnTo>
                  <a:lnTo>
                    <a:pt x="11038" y="9740"/>
                  </a:lnTo>
                  <a:lnTo>
                    <a:pt x="13600" y="9740"/>
                  </a:lnTo>
                  <a:lnTo>
                    <a:pt x="11038" y="7178"/>
                  </a:lnTo>
                  <a:lnTo>
                    <a:pt x="13600" y="7178"/>
                  </a:lnTo>
                  <a:lnTo>
                    <a:pt x="12305" y="5880"/>
                  </a:lnTo>
                  <a:close/>
                  <a:moveTo>
                    <a:pt x="15320" y="11038"/>
                  </a:moveTo>
                  <a:lnTo>
                    <a:pt x="17279" y="12997"/>
                  </a:lnTo>
                  <a:lnTo>
                    <a:pt x="11702" y="12997"/>
                  </a:lnTo>
                  <a:lnTo>
                    <a:pt x="11038" y="12305"/>
                  </a:lnTo>
                  <a:lnTo>
                    <a:pt x="13600" y="12305"/>
                  </a:lnTo>
                  <a:lnTo>
                    <a:pt x="12305" y="11038"/>
                  </a:lnTo>
                  <a:close/>
                  <a:moveTo>
                    <a:pt x="7721" y="2141"/>
                  </a:moveTo>
                  <a:lnTo>
                    <a:pt x="12153" y="6575"/>
                  </a:lnTo>
                  <a:lnTo>
                    <a:pt x="6423" y="6575"/>
                  </a:lnTo>
                  <a:lnTo>
                    <a:pt x="6423" y="7178"/>
                  </a:lnTo>
                  <a:lnTo>
                    <a:pt x="10162" y="7178"/>
                  </a:lnTo>
                  <a:lnTo>
                    <a:pt x="12153" y="9137"/>
                  </a:lnTo>
                  <a:lnTo>
                    <a:pt x="9559" y="9137"/>
                  </a:lnTo>
                  <a:lnTo>
                    <a:pt x="12153" y="11701"/>
                  </a:lnTo>
                  <a:lnTo>
                    <a:pt x="9559" y="11701"/>
                  </a:lnTo>
                  <a:lnTo>
                    <a:pt x="12153" y="14295"/>
                  </a:lnTo>
                  <a:lnTo>
                    <a:pt x="3318" y="14295"/>
                  </a:lnTo>
                  <a:lnTo>
                    <a:pt x="5277" y="12305"/>
                  </a:lnTo>
                  <a:lnTo>
                    <a:pt x="8353" y="12305"/>
                  </a:lnTo>
                  <a:lnTo>
                    <a:pt x="8353" y="11701"/>
                  </a:lnTo>
                  <a:lnTo>
                    <a:pt x="3318" y="11701"/>
                  </a:lnTo>
                  <a:lnTo>
                    <a:pt x="5277" y="9740"/>
                  </a:lnTo>
                  <a:lnTo>
                    <a:pt x="9016" y="9740"/>
                  </a:lnTo>
                  <a:lnTo>
                    <a:pt x="9016" y="9137"/>
                  </a:lnTo>
                  <a:lnTo>
                    <a:pt x="3318" y="9137"/>
                  </a:lnTo>
                  <a:lnTo>
                    <a:pt x="5880" y="6575"/>
                  </a:lnTo>
                  <a:lnTo>
                    <a:pt x="3318" y="6575"/>
                  </a:lnTo>
                  <a:lnTo>
                    <a:pt x="7721" y="2141"/>
                  </a:lnTo>
                  <a:close/>
                  <a:moveTo>
                    <a:pt x="13178" y="13600"/>
                  </a:moveTo>
                  <a:lnTo>
                    <a:pt x="13178" y="14476"/>
                  </a:lnTo>
                  <a:lnTo>
                    <a:pt x="12305" y="13600"/>
                  </a:lnTo>
                  <a:close/>
                  <a:moveTo>
                    <a:pt x="8051" y="14898"/>
                  </a:moveTo>
                  <a:lnTo>
                    <a:pt x="8051" y="18787"/>
                  </a:lnTo>
                  <a:lnTo>
                    <a:pt x="7359" y="18787"/>
                  </a:lnTo>
                  <a:lnTo>
                    <a:pt x="7359" y="14898"/>
                  </a:lnTo>
                  <a:close/>
                  <a:moveTo>
                    <a:pt x="12876" y="1"/>
                  </a:moveTo>
                  <a:lnTo>
                    <a:pt x="10073" y="2775"/>
                  </a:lnTo>
                  <a:lnTo>
                    <a:pt x="10495" y="3197"/>
                  </a:lnTo>
                  <a:lnTo>
                    <a:pt x="12876" y="845"/>
                  </a:lnTo>
                  <a:lnTo>
                    <a:pt x="17279" y="5277"/>
                  </a:lnTo>
                  <a:lnTo>
                    <a:pt x="11702" y="5277"/>
                  </a:lnTo>
                  <a:lnTo>
                    <a:pt x="7721" y="1296"/>
                  </a:lnTo>
                  <a:lnTo>
                    <a:pt x="1839" y="7178"/>
                  </a:lnTo>
                  <a:lnTo>
                    <a:pt x="4433" y="7178"/>
                  </a:lnTo>
                  <a:lnTo>
                    <a:pt x="1839" y="9740"/>
                  </a:lnTo>
                  <a:lnTo>
                    <a:pt x="4433" y="9740"/>
                  </a:lnTo>
                  <a:lnTo>
                    <a:pt x="1839" y="12305"/>
                  </a:lnTo>
                  <a:lnTo>
                    <a:pt x="4433" y="12305"/>
                  </a:lnTo>
                  <a:lnTo>
                    <a:pt x="1839" y="14898"/>
                  </a:lnTo>
                  <a:lnTo>
                    <a:pt x="6756" y="14898"/>
                  </a:lnTo>
                  <a:lnTo>
                    <a:pt x="6756" y="17491"/>
                  </a:lnTo>
                  <a:lnTo>
                    <a:pt x="5156" y="17491"/>
                  </a:lnTo>
                  <a:lnTo>
                    <a:pt x="5156" y="18095"/>
                  </a:lnTo>
                  <a:lnTo>
                    <a:pt x="6756" y="18095"/>
                  </a:lnTo>
                  <a:lnTo>
                    <a:pt x="6756" y="18787"/>
                  </a:lnTo>
                  <a:lnTo>
                    <a:pt x="1" y="18787"/>
                  </a:lnTo>
                  <a:lnTo>
                    <a:pt x="1" y="19390"/>
                  </a:lnTo>
                  <a:lnTo>
                    <a:pt x="15441" y="19390"/>
                  </a:lnTo>
                  <a:lnTo>
                    <a:pt x="15441" y="18787"/>
                  </a:lnTo>
                  <a:lnTo>
                    <a:pt x="8654" y="18787"/>
                  </a:lnTo>
                  <a:lnTo>
                    <a:pt x="8654" y="14898"/>
                  </a:lnTo>
                  <a:lnTo>
                    <a:pt x="13178" y="14898"/>
                  </a:lnTo>
                  <a:lnTo>
                    <a:pt x="13178" y="17491"/>
                  </a:lnTo>
                  <a:lnTo>
                    <a:pt x="12515" y="17491"/>
                  </a:lnTo>
                  <a:lnTo>
                    <a:pt x="12515" y="15863"/>
                  </a:lnTo>
                  <a:lnTo>
                    <a:pt x="11911" y="15863"/>
                  </a:lnTo>
                  <a:lnTo>
                    <a:pt x="11911" y="17491"/>
                  </a:lnTo>
                  <a:lnTo>
                    <a:pt x="9651" y="17491"/>
                  </a:lnTo>
                  <a:lnTo>
                    <a:pt x="9651" y="18095"/>
                  </a:lnTo>
                  <a:lnTo>
                    <a:pt x="20597" y="18095"/>
                  </a:lnTo>
                  <a:lnTo>
                    <a:pt x="20597" y="17491"/>
                  </a:lnTo>
                  <a:lnTo>
                    <a:pt x="13781" y="17491"/>
                  </a:lnTo>
                  <a:lnTo>
                    <a:pt x="13781" y="13600"/>
                  </a:lnTo>
                  <a:lnTo>
                    <a:pt x="18758" y="13600"/>
                  </a:lnTo>
                  <a:lnTo>
                    <a:pt x="16165" y="11038"/>
                  </a:lnTo>
                  <a:lnTo>
                    <a:pt x="18758" y="11038"/>
                  </a:lnTo>
                  <a:lnTo>
                    <a:pt x="16165" y="8444"/>
                  </a:lnTo>
                  <a:lnTo>
                    <a:pt x="18758" y="8444"/>
                  </a:lnTo>
                  <a:lnTo>
                    <a:pt x="16165" y="5880"/>
                  </a:lnTo>
                  <a:lnTo>
                    <a:pt x="18758" y="5880"/>
                  </a:lnTo>
                  <a:lnTo>
                    <a:pt x="128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9"/>
            <p:cNvSpPr/>
            <p:nvPr/>
          </p:nvSpPr>
          <p:spPr>
            <a:xfrm>
              <a:off x="2723521" y="4252969"/>
              <a:ext cx="15860" cy="14405"/>
            </a:xfrm>
            <a:custGeom>
              <a:avLst/>
              <a:gdLst/>
              <a:ahLst/>
              <a:cxnLst/>
              <a:rect l="l" t="t" r="r" b="b"/>
              <a:pathLst>
                <a:path w="665" h="604"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9"/>
            <p:cNvSpPr/>
            <p:nvPr/>
          </p:nvSpPr>
          <p:spPr>
            <a:xfrm>
              <a:off x="2769551" y="4375987"/>
              <a:ext cx="15860" cy="14405"/>
            </a:xfrm>
            <a:custGeom>
              <a:avLst/>
              <a:gdLst/>
              <a:ahLst/>
              <a:cxnLst/>
              <a:rect l="l" t="t" r="r" b="b"/>
              <a:pathLst>
                <a:path w="665" h="604"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9"/>
            <p:cNvSpPr/>
            <p:nvPr/>
          </p:nvSpPr>
          <p:spPr>
            <a:xfrm>
              <a:off x="2907666" y="4283926"/>
              <a:ext cx="15836" cy="14405"/>
            </a:xfrm>
            <a:custGeom>
              <a:avLst/>
              <a:gdLst/>
              <a:ahLst/>
              <a:cxnLst/>
              <a:rect l="l" t="t" r="r" b="b"/>
              <a:pathLst>
                <a:path w="664" h="604" extrusionOk="0">
                  <a:moveTo>
                    <a:pt x="0" y="1"/>
                  </a:moveTo>
                  <a:lnTo>
                    <a:pt x="0" y="604"/>
                  </a:lnTo>
                  <a:lnTo>
                    <a:pt x="663" y="604"/>
                  </a:lnTo>
                  <a:lnTo>
                    <a:pt x="6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282" name="Google Shape;282;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 are three important ideas</a:t>
            </a:r>
            <a:endParaRPr/>
          </a:p>
        </p:txBody>
      </p:sp>
      <p:sp>
        <p:nvSpPr>
          <p:cNvPr id="283" name="Google Shape;283;p40"/>
          <p:cNvSpPr txBox="1">
            <a:spLocks noGrp="1"/>
          </p:cNvSpPr>
          <p:nvPr>
            <p:ph type="subTitle" idx="1"/>
          </p:nvPr>
        </p:nvSpPr>
        <p:spPr>
          <a:xfrm>
            <a:off x="713226" y="3289952"/>
            <a:ext cx="23097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284" name="Google Shape;284;p40"/>
          <p:cNvSpPr txBox="1">
            <a:spLocks noGrp="1"/>
          </p:cNvSpPr>
          <p:nvPr>
            <p:ph type="subTitle" idx="2"/>
          </p:nvPr>
        </p:nvSpPr>
        <p:spPr>
          <a:xfrm>
            <a:off x="3417191" y="3289952"/>
            <a:ext cx="23097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285" name="Google Shape;285;p40"/>
          <p:cNvSpPr txBox="1">
            <a:spLocks noGrp="1"/>
          </p:cNvSpPr>
          <p:nvPr>
            <p:ph type="subTitle" idx="3"/>
          </p:nvPr>
        </p:nvSpPr>
        <p:spPr>
          <a:xfrm>
            <a:off x="6121163" y="3289952"/>
            <a:ext cx="23097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286" name="Google Shape;286;p40"/>
          <p:cNvSpPr txBox="1">
            <a:spLocks noGrp="1"/>
          </p:cNvSpPr>
          <p:nvPr>
            <p:ph type="subTitle" idx="4"/>
          </p:nvPr>
        </p:nvSpPr>
        <p:spPr>
          <a:xfrm>
            <a:off x="713225" y="2835375"/>
            <a:ext cx="2309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87" name="Google Shape;287;p40"/>
          <p:cNvSpPr txBox="1">
            <a:spLocks noGrp="1"/>
          </p:cNvSpPr>
          <p:nvPr>
            <p:ph type="subTitle" idx="5"/>
          </p:nvPr>
        </p:nvSpPr>
        <p:spPr>
          <a:xfrm>
            <a:off x="3417194" y="2835375"/>
            <a:ext cx="2309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88" name="Google Shape;288;p40"/>
          <p:cNvSpPr txBox="1">
            <a:spLocks noGrp="1"/>
          </p:cNvSpPr>
          <p:nvPr>
            <p:ph type="subTitle" idx="6"/>
          </p:nvPr>
        </p:nvSpPr>
        <p:spPr>
          <a:xfrm>
            <a:off x="6121164" y="2835375"/>
            <a:ext cx="2309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89" name="Google Shape;289;p40"/>
          <p:cNvSpPr/>
          <p:nvPr/>
        </p:nvSpPr>
        <p:spPr>
          <a:xfrm>
            <a:off x="1464125" y="1589350"/>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40"/>
          <p:cNvSpPr/>
          <p:nvPr/>
        </p:nvSpPr>
        <p:spPr>
          <a:xfrm>
            <a:off x="4168100" y="1589350"/>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40"/>
          <p:cNvSpPr/>
          <p:nvPr/>
        </p:nvSpPr>
        <p:spPr>
          <a:xfrm>
            <a:off x="6872075" y="1589350"/>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2" name="Google Shape;292;p40"/>
          <p:cNvGrpSpPr/>
          <p:nvPr/>
        </p:nvGrpSpPr>
        <p:grpSpPr>
          <a:xfrm>
            <a:off x="1676749" y="1747657"/>
            <a:ext cx="382673" cy="491286"/>
            <a:chOff x="1219611" y="1155951"/>
            <a:chExt cx="382673" cy="491286"/>
          </a:xfrm>
        </p:grpSpPr>
        <p:sp>
          <p:nvSpPr>
            <p:cNvPr id="293" name="Google Shape;293;p40"/>
            <p:cNvSpPr/>
            <p:nvPr/>
          </p:nvSpPr>
          <p:spPr>
            <a:xfrm>
              <a:off x="1219611" y="1155951"/>
              <a:ext cx="382673" cy="491286"/>
            </a:xfrm>
            <a:custGeom>
              <a:avLst/>
              <a:gdLst/>
              <a:ahLst/>
              <a:cxnLst/>
              <a:rect l="l" t="t" r="r" b="b"/>
              <a:pathLst>
                <a:path w="16045" h="20599" extrusionOk="0">
                  <a:moveTo>
                    <a:pt x="8052" y="603"/>
                  </a:moveTo>
                  <a:cubicBezTo>
                    <a:pt x="8775" y="603"/>
                    <a:pt x="9350" y="1177"/>
                    <a:pt x="9350" y="1901"/>
                  </a:cubicBezTo>
                  <a:cubicBezTo>
                    <a:pt x="9350" y="2263"/>
                    <a:pt x="9198" y="2565"/>
                    <a:pt x="8988" y="2806"/>
                  </a:cubicBezTo>
                  <a:cubicBezTo>
                    <a:pt x="8927" y="2352"/>
                    <a:pt x="8534" y="1961"/>
                    <a:pt x="8052" y="1961"/>
                  </a:cubicBezTo>
                  <a:cubicBezTo>
                    <a:pt x="7540" y="1961"/>
                    <a:pt x="7147" y="2352"/>
                    <a:pt x="7087" y="2806"/>
                  </a:cubicBezTo>
                  <a:cubicBezTo>
                    <a:pt x="6877" y="2565"/>
                    <a:pt x="6725" y="2263"/>
                    <a:pt x="6725" y="1901"/>
                  </a:cubicBezTo>
                  <a:cubicBezTo>
                    <a:pt x="6725" y="1177"/>
                    <a:pt x="7328" y="603"/>
                    <a:pt x="8052" y="603"/>
                  </a:cubicBezTo>
                  <a:close/>
                  <a:moveTo>
                    <a:pt x="8023" y="2565"/>
                  </a:moveTo>
                  <a:cubicBezTo>
                    <a:pt x="8204" y="2565"/>
                    <a:pt x="8353" y="2714"/>
                    <a:pt x="8353" y="2926"/>
                  </a:cubicBezTo>
                  <a:lnTo>
                    <a:pt x="8353" y="4555"/>
                  </a:lnTo>
                  <a:lnTo>
                    <a:pt x="7690" y="4555"/>
                  </a:lnTo>
                  <a:lnTo>
                    <a:pt x="7690" y="2926"/>
                  </a:lnTo>
                  <a:cubicBezTo>
                    <a:pt x="7690" y="2714"/>
                    <a:pt x="7842" y="2565"/>
                    <a:pt x="8023" y="2565"/>
                  </a:cubicBezTo>
                  <a:close/>
                  <a:moveTo>
                    <a:pt x="8052" y="5158"/>
                  </a:moveTo>
                  <a:cubicBezTo>
                    <a:pt x="12124" y="5158"/>
                    <a:pt x="15470" y="8475"/>
                    <a:pt x="15470" y="12577"/>
                  </a:cubicBezTo>
                  <a:cubicBezTo>
                    <a:pt x="15470" y="16647"/>
                    <a:pt x="12124" y="19995"/>
                    <a:pt x="8052" y="19995"/>
                  </a:cubicBezTo>
                  <a:cubicBezTo>
                    <a:pt x="3950" y="19995"/>
                    <a:pt x="633" y="16647"/>
                    <a:pt x="633" y="12577"/>
                  </a:cubicBezTo>
                  <a:cubicBezTo>
                    <a:pt x="633" y="8475"/>
                    <a:pt x="3950" y="5158"/>
                    <a:pt x="8052" y="5158"/>
                  </a:cubicBezTo>
                  <a:close/>
                  <a:moveTo>
                    <a:pt x="8023" y="0"/>
                  </a:moveTo>
                  <a:cubicBezTo>
                    <a:pt x="6997" y="0"/>
                    <a:pt x="6122" y="844"/>
                    <a:pt x="6122" y="1901"/>
                  </a:cubicBezTo>
                  <a:cubicBezTo>
                    <a:pt x="6122" y="2593"/>
                    <a:pt x="6515" y="3228"/>
                    <a:pt x="7087" y="3558"/>
                  </a:cubicBezTo>
                  <a:lnTo>
                    <a:pt x="7087" y="4584"/>
                  </a:lnTo>
                  <a:cubicBezTo>
                    <a:pt x="3137" y="5066"/>
                    <a:pt x="1" y="8475"/>
                    <a:pt x="1" y="12577"/>
                  </a:cubicBezTo>
                  <a:cubicBezTo>
                    <a:pt x="1" y="16979"/>
                    <a:pt x="3620" y="20598"/>
                    <a:pt x="8023" y="20598"/>
                  </a:cubicBezTo>
                  <a:cubicBezTo>
                    <a:pt x="12455" y="20598"/>
                    <a:pt x="16044" y="16979"/>
                    <a:pt x="16044" y="12577"/>
                  </a:cubicBezTo>
                  <a:cubicBezTo>
                    <a:pt x="16044" y="8475"/>
                    <a:pt x="12937" y="5066"/>
                    <a:pt x="8956" y="4584"/>
                  </a:cubicBezTo>
                  <a:lnTo>
                    <a:pt x="8956" y="3558"/>
                  </a:lnTo>
                  <a:cubicBezTo>
                    <a:pt x="9560" y="3228"/>
                    <a:pt x="9953" y="2593"/>
                    <a:pt x="9953" y="1901"/>
                  </a:cubicBezTo>
                  <a:cubicBezTo>
                    <a:pt x="9953" y="844"/>
                    <a:pt x="9077" y="0"/>
                    <a:pt x="80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40"/>
            <p:cNvSpPr/>
            <p:nvPr/>
          </p:nvSpPr>
          <p:spPr>
            <a:xfrm>
              <a:off x="1250521" y="1294782"/>
              <a:ext cx="321546" cy="321498"/>
            </a:xfrm>
            <a:custGeom>
              <a:avLst/>
              <a:gdLst/>
              <a:ahLst/>
              <a:cxnLst/>
              <a:rect l="l" t="t" r="r" b="b"/>
              <a:pathLst>
                <a:path w="13482" h="13480" extrusionOk="0">
                  <a:moveTo>
                    <a:pt x="6756" y="0"/>
                  </a:moveTo>
                  <a:cubicBezTo>
                    <a:pt x="3048" y="0"/>
                    <a:pt x="1" y="3016"/>
                    <a:pt x="1" y="6756"/>
                  </a:cubicBezTo>
                  <a:cubicBezTo>
                    <a:pt x="1" y="10464"/>
                    <a:pt x="3048" y="13479"/>
                    <a:pt x="6756" y="13479"/>
                  </a:cubicBezTo>
                  <a:cubicBezTo>
                    <a:pt x="8505" y="13479"/>
                    <a:pt x="10194" y="12787"/>
                    <a:pt x="11460" y="11549"/>
                  </a:cubicBezTo>
                  <a:lnTo>
                    <a:pt x="11038" y="11127"/>
                  </a:lnTo>
                  <a:cubicBezTo>
                    <a:pt x="9892" y="12244"/>
                    <a:pt x="8355" y="12876"/>
                    <a:pt x="6756" y="12876"/>
                  </a:cubicBezTo>
                  <a:cubicBezTo>
                    <a:pt x="3378" y="12876"/>
                    <a:pt x="604" y="10133"/>
                    <a:pt x="604" y="6756"/>
                  </a:cubicBezTo>
                  <a:cubicBezTo>
                    <a:pt x="604" y="3378"/>
                    <a:pt x="3378" y="604"/>
                    <a:pt x="6756" y="604"/>
                  </a:cubicBezTo>
                  <a:cubicBezTo>
                    <a:pt x="10133" y="604"/>
                    <a:pt x="12879" y="3378"/>
                    <a:pt x="12879" y="6756"/>
                  </a:cubicBezTo>
                  <a:cubicBezTo>
                    <a:pt x="12879" y="7930"/>
                    <a:pt x="12546" y="9108"/>
                    <a:pt x="11882" y="10102"/>
                  </a:cubicBezTo>
                  <a:lnTo>
                    <a:pt x="12396" y="10435"/>
                  </a:lnTo>
                  <a:cubicBezTo>
                    <a:pt x="13089" y="9318"/>
                    <a:pt x="13482" y="8051"/>
                    <a:pt x="13482" y="6756"/>
                  </a:cubicBezTo>
                  <a:cubicBezTo>
                    <a:pt x="13482" y="3016"/>
                    <a:pt x="10466" y="0"/>
                    <a:pt x="67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40"/>
            <p:cNvSpPr/>
            <p:nvPr/>
          </p:nvSpPr>
          <p:spPr>
            <a:xfrm>
              <a:off x="1403757" y="1325000"/>
              <a:ext cx="14405" cy="15097"/>
            </a:xfrm>
            <a:custGeom>
              <a:avLst/>
              <a:gdLst/>
              <a:ahLst/>
              <a:cxnLst/>
              <a:rect l="l" t="t" r="r" b="b"/>
              <a:pathLst>
                <a:path w="604" h="633" extrusionOk="0">
                  <a:moveTo>
                    <a:pt x="0" y="0"/>
                  </a:moveTo>
                  <a:lnTo>
                    <a:pt x="0" y="632"/>
                  </a:lnTo>
                  <a:lnTo>
                    <a:pt x="603" y="632"/>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40"/>
            <p:cNvSpPr/>
            <p:nvPr/>
          </p:nvSpPr>
          <p:spPr>
            <a:xfrm>
              <a:off x="1403757" y="1570225"/>
              <a:ext cx="14405" cy="15145"/>
            </a:xfrm>
            <a:custGeom>
              <a:avLst/>
              <a:gdLst/>
              <a:ahLst/>
              <a:cxnLst/>
              <a:rect l="l" t="t" r="r" b="b"/>
              <a:pathLst>
                <a:path w="604" h="635" extrusionOk="0">
                  <a:moveTo>
                    <a:pt x="0" y="0"/>
                  </a:moveTo>
                  <a:lnTo>
                    <a:pt x="0" y="635"/>
                  </a:lnTo>
                  <a:lnTo>
                    <a:pt x="603" y="635"/>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40"/>
            <p:cNvSpPr/>
            <p:nvPr/>
          </p:nvSpPr>
          <p:spPr>
            <a:xfrm>
              <a:off x="1526704" y="1448686"/>
              <a:ext cx="15169" cy="14429"/>
            </a:xfrm>
            <a:custGeom>
              <a:avLst/>
              <a:gdLst/>
              <a:ahLst/>
              <a:cxnLst/>
              <a:rect l="l" t="t" r="r" b="b"/>
              <a:pathLst>
                <a:path w="636" h="605"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40"/>
            <p:cNvSpPr/>
            <p:nvPr/>
          </p:nvSpPr>
          <p:spPr>
            <a:xfrm>
              <a:off x="1280739" y="1448686"/>
              <a:ext cx="15836" cy="14429"/>
            </a:xfrm>
            <a:custGeom>
              <a:avLst/>
              <a:gdLst/>
              <a:ahLst/>
              <a:cxnLst/>
              <a:rect l="l" t="t" r="r" b="b"/>
              <a:pathLst>
                <a:path w="664" h="605"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40"/>
            <p:cNvSpPr/>
            <p:nvPr/>
          </p:nvSpPr>
          <p:spPr>
            <a:xfrm>
              <a:off x="1319567" y="1363828"/>
              <a:ext cx="184146" cy="184146"/>
            </a:xfrm>
            <a:custGeom>
              <a:avLst/>
              <a:gdLst/>
              <a:ahLst/>
              <a:cxnLst/>
              <a:rect l="l" t="t" r="r" b="b"/>
              <a:pathLst>
                <a:path w="7721" h="7721" extrusionOk="0">
                  <a:moveTo>
                    <a:pt x="3861" y="3499"/>
                  </a:moveTo>
                  <a:cubicBezTo>
                    <a:pt x="3952" y="3499"/>
                    <a:pt x="4042" y="3528"/>
                    <a:pt x="4102" y="3619"/>
                  </a:cubicBezTo>
                  <a:cubicBezTo>
                    <a:pt x="4162" y="3680"/>
                    <a:pt x="4194" y="3769"/>
                    <a:pt x="4194" y="3861"/>
                  </a:cubicBezTo>
                  <a:cubicBezTo>
                    <a:pt x="4194" y="3950"/>
                    <a:pt x="4162" y="4041"/>
                    <a:pt x="4102" y="4102"/>
                  </a:cubicBezTo>
                  <a:cubicBezTo>
                    <a:pt x="4042" y="4162"/>
                    <a:pt x="3952" y="4191"/>
                    <a:pt x="3861" y="4191"/>
                  </a:cubicBezTo>
                  <a:cubicBezTo>
                    <a:pt x="3771" y="4191"/>
                    <a:pt x="3680" y="4162"/>
                    <a:pt x="3619" y="4102"/>
                  </a:cubicBezTo>
                  <a:cubicBezTo>
                    <a:pt x="3559" y="4041"/>
                    <a:pt x="3499" y="3950"/>
                    <a:pt x="3499" y="3861"/>
                  </a:cubicBezTo>
                  <a:cubicBezTo>
                    <a:pt x="3499" y="3769"/>
                    <a:pt x="3559" y="3680"/>
                    <a:pt x="3619" y="3619"/>
                  </a:cubicBezTo>
                  <a:cubicBezTo>
                    <a:pt x="3680" y="3528"/>
                    <a:pt x="3771" y="3499"/>
                    <a:pt x="3861" y="3499"/>
                  </a:cubicBezTo>
                  <a:close/>
                  <a:moveTo>
                    <a:pt x="5762" y="1537"/>
                  </a:moveTo>
                  <a:lnTo>
                    <a:pt x="4283" y="3016"/>
                  </a:lnTo>
                  <a:cubicBezTo>
                    <a:pt x="4133" y="2924"/>
                    <a:pt x="4013" y="2896"/>
                    <a:pt x="3861" y="2896"/>
                  </a:cubicBezTo>
                  <a:cubicBezTo>
                    <a:pt x="3590" y="2896"/>
                    <a:pt x="3349" y="3016"/>
                    <a:pt x="3197" y="3166"/>
                  </a:cubicBezTo>
                  <a:cubicBezTo>
                    <a:pt x="3016" y="3347"/>
                    <a:pt x="2896" y="3588"/>
                    <a:pt x="2896" y="3861"/>
                  </a:cubicBezTo>
                  <a:cubicBezTo>
                    <a:pt x="2896" y="4010"/>
                    <a:pt x="2927" y="4131"/>
                    <a:pt x="3016" y="4283"/>
                  </a:cubicBezTo>
                  <a:lnTo>
                    <a:pt x="1540" y="5759"/>
                  </a:lnTo>
                  <a:lnTo>
                    <a:pt x="2806" y="2804"/>
                  </a:lnTo>
                  <a:lnTo>
                    <a:pt x="5762" y="1537"/>
                  </a:lnTo>
                  <a:close/>
                  <a:moveTo>
                    <a:pt x="6184" y="1959"/>
                  </a:moveTo>
                  <a:lnTo>
                    <a:pt x="4917" y="4915"/>
                  </a:lnTo>
                  <a:lnTo>
                    <a:pt x="1962" y="6181"/>
                  </a:lnTo>
                  <a:lnTo>
                    <a:pt x="3438" y="4705"/>
                  </a:lnTo>
                  <a:cubicBezTo>
                    <a:pt x="3559" y="4765"/>
                    <a:pt x="3711" y="4794"/>
                    <a:pt x="3861" y="4794"/>
                  </a:cubicBezTo>
                  <a:cubicBezTo>
                    <a:pt x="4102" y="4794"/>
                    <a:pt x="4343" y="4705"/>
                    <a:pt x="4524" y="4524"/>
                  </a:cubicBezTo>
                  <a:cubicBezTo>
                    <a:pt x="4705" y="4343"/>
                    <a:pt x="4797" y="4102"/>
                    <a:pt x="4797" y="3861"/>
                  </a:cubicBezTo>
                  <a:cubicBezTo>
                    <a:pt x="4797" y="3709"/>
                    <a:pt x="4765" y="3559"/>
                    <a:pt x="4705" y="3438"/>
                  </a:cubicBezTo>
                  <a:lnTo>
                    <a:pt x="6184" y="1959"/>
                  </a:lnTo>
                  <a:close/>
                  <a:moveTo>
                    <a:pt x="3530" y="0"/>
                  </a:moveTo>
                  <a:lnTo>
                    <a:pt x="3530" y="1810"/>
                  </a:lnTo>
                  <a:lnTo>
                    <a:pt x="2625" y="2201"/>
                  </a:lnTo>
                  <a:lnTo>
                    <a:pt x="483" y="61"/>
                  </a:lnTo>
                  <a:lnTo>
                    <a:pt x="61" y="512"/>
                  </a:lnTo>
                  <a:lnTo>
                    <a:pt x="2203" y="2623"/>
                  </a:lnTo>
                  <a:lnTo>
                    <a:pt x="1810" y="3559"/>
                  </a:lnTo>
                  <a:lnTo>
                    <a:pt x="1" y="3559"/>
                  </a:lnTo>
                  <a:lnTo>
                    <a:pt x="1" y="4162"/>
                  </a:lnTo>
                  <a:lnTo>
                    <a:pt x="1569" y="4162"/>
                  </a:lnTo>
                  <a:lnTo>
                    <a:pt x="61" y="7629"/>
                  </a:lnTo>
                  <a:lnTo>
                    <a:pt x="3530" y="6152"/>
                  </a:lnTo>
                  <a:lnTo>
                    <a:pt x="3530" y="7721"/>
                  </a:lnTo>
                  <a:lnTo>
                    <a:pt x="4133" y="7721"/>
                  </a:lnTo>
                  <a:lnTo>
                    <a:pt x="4133" y="5880"/>
                  </a:lnTo>
                  <a:lnTo>
                    <a:pt x="5067" y="5489"/>
                  </a:lnTo>
                  <a:lnTo>
                    <a:pt x="7209" y="7629"/>
                  </a:lnTo>
                  <a:lnTo>
                    <a:pt x="7631" y="7207"/>
                  </a:lnTo>
                  <a:lnTo>
                    <a:pt x="5489" y="5067"/>
                  </a:lnTo>
                  <a:lnTo>
                    <a:pt x="5882" y="4162"/>
                  </a:lnTo>
                  <a:lnTo>
                    <a:pt x="7721" y="4162"/>
                  </a:lnTo>
                  <a:lnTo>
                    <a:pt x="7721" y="3559"/>
                  </a:lnTo>
                  <a:lnTo>
                    <a:pt x="6153" y="3559"/>
                  </a:lnTo>
                  <a:lnTo>
                    <a:pt x="7631" y="61"/>
                  </a:lnTo>
                  <a:lnTo>
                    <a:pt x="7631" y="61"/>
                  </a:lnTo>
                  <a:lnTo>
                    <a:pt x="4133" y="1569"/>
                  </a:lnTo>
                  <a:lnTo>
                    <a:pt x="41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0" name="Google Shape;300;p40"/>
          <p:cNvSpPr/>
          <p:nvPr/>
        </p:nvSpPr>
        <p:spPr>
          <a:xfrm>
            <a:off x="4503722" y="1747657"/>
            <a:ext cx="136661" cy="491286"/>
          </a:xfrm>
          <a:custGeom>
            <a:avLst/>
            <a:gdLst/>
            <a:ahLst/>
            <a:cxnLst/>
            <a:rect l="l" t="t" r="r" b="b"/>
            <a:pathLst>
              <a:path w="5730" h="20599" extrusionOk="0">
                <a:moveTo>
                  <a:pt x="2533" y="6123"/>
                </a:moveTo>
                <a:lnTo>
                  <a:pt x="2533" y="6786"/>
                </a:lnTo>
                <a:lnTo>
                  <a:pt x="1870" y="6786"/>
                </a:lnTo>
                <a:lnTo>
                  <a:pt x="1870" y="6123"/>
                </a:lnTo>
                <a:close/>
                <a:moveTo>
                  <a:pt x="2533" y="7390"/>
                </a:moveTo>
                <a:lnTo>
                  <a:pt x="2533" y="8082"/>
                </a:lnTo>
                <a:lnTo>
                  <a:pt x="1870" y="8082"/>
                </a:lnTo>
                <a:lnTo>
                  <a:pt x="1870" y="7390"/>
                </a:lnTo>
                <a:close/>
                <a:moveTo>
                  <a:pt x="2533" y="8685"/>
                </a:moveTo>
                <a:lnTo>
                  <a:pt x="2533" y="9380"/>
                </a:lnTo>
                <a:lnTo>
                  <a:pt x="1870" y="9380"/>
                </a:lnTo>
                <a:lnTo>
                  <a:pt x="1870" y="8685"/>
                </a:lnTo>
                <a:close/>
                <a:moveTo>
                  <a:pt x="4794" y="12545"/>
                </a:moveTo>
                <a:cubicBezTo>
                  <a:pt x="4975" y="12545"/>
                  <a:pt x="5127" y="12697"/>
                  <a:pt x="5127" y="12878"/>
                </a:cubicBezTo>
                <a:cubicBezTo>
                  <a:pt x="5127" y="13088"/>
                  <a:pt x="4975" y="13240"/>
                  <a:pt x="4794" y="13240"/>
                </a:cubicBezTo>
                <a:lnTo>
                  <a:pt x="934" y="13240"/>
                </a:lnTo>
                <a:cubicBezTo>
                  <a:pt x="753" y="13240"/>
                  <a:pt x="603" y="13088"/>
                  <a:pt x="603" y="12878"/>
                </a:cubicBezTo>
                <a:cubicBezTo>
                  <a:pt x="603" y="12697"/>
                  <a:pt x="753" y="12545"/>
                  <a:pt x="934" y="12545"/>
                </a:cubicBezTo>
                <a:close/>
                <a:moveTo>
                  <a:pt x="2775" y="13843"/>
                </a:moveTo>
                <a:lnTo>
                  <a:pt x="1870" y="14716"/>
                </a:lnTo>
                <a:lnTo>
                  <a:pt x="1870" y="13843"/>
                </a:lnTo>
                <a:close/>
                <a:moveTo>
                  <a:pt x="3829" y="13843"/>
                </a:moveTo>
                <a:lnTo>
                  <a:pt x="3829" y="14656"/>
                </a:lnTo>
                <a:lnTo>
                  <a:pt x="1870" y="16647"/>
                </a:lnTo>
                <a:lnTo>
                  <a:pt x="1870" y="15561"/>
                </a:lnTo>
                <a:lnTo>
                  <a:pt x="3619" y="13843"/>
                </a:lnTo>
                <a:close/>
                <a:moveTo>
                  <a:pt x="3829" y="15532"/>
                </a:moveTo>
                <a:lnTo>
                  <a:pt x="3829" y="16586"/>
                </a:lnTo>
                <a:lnTo>
                  <a:pt x="1870" y="18577"/>
                </a:lnTo>
                <a:lnTo>
                  <a:pt x="1870" y="17491"/>
                </a:lnTo>
                <a:lnTo>
                  <a:pt x="3829" y="15532"/>
                </a:lnTo>
                <a:close/>
                <a:moveTo>
                  <a:pt x="3829" y="17462"/>
                </a:moveTo>
                <a:lnTo>
                  <a:pt x="3829" y="18516"/>
                </a:lnTo>
                <a:lnTo>
                  <a:pt x="2381" y="19995"/>
                </a:lnTo>
                <a:lnTo>
                  <a:pt x="2232" y="19995"/>
                </a:lnTo>
                <a:cubicBezTo>
                  <a:pt x="2019" y="19995"/>
                  <a:pt x="1870" y="19843"/>
                  <a:pt x="1870" y="19633"/>
                </a:cubicBezTo>
                <a:lnTo>
                  <a:pt x="1870" y="19421"/>
                </a:lnTo>
                <a:lnTo>
                  <a:pt x="3829" y="17462"/>
                </a:lnTo>
                <a:close/>
                <a:moveTo>
                  <a:pt x="3829" y="19392"/>
                </a:moveTo>
                <a:lnTo>
                  <a:pt x="3829" y="19633"/>
                </a:lnTo>
                <a:cubicBezTo>
                  <a:pt x="3829" y="19843"/>
                  <a:pt x="3679" y="19995"/>
                  <a:pt x="3498" y="19995"/>
                </a:cubicBezTo>
                <a:lnTo>
                  <a:pt x="3257" y="19995"/>
                </a:lnTo>
                <a:lnTo>
                  <a:pt x="3829" y="19392"/>
                </a:lnTo>
                <a:close/>
                <a:moveTo>
                  <a:pt x="4162" y="0"/>
                </a:moveTo>
                <a:cubicBezTo>
                  <a:pt x="2562" y="0"/>
                  <a:pt x="1267" y="1298"/>
                  <a:pt x="1267" y="2866"/>
                </a:cubicBezTo>
                <a:lnTo>
                  <a:pt x="1267" y="11942"/>
                </a:lnTo>
                <a:lnTo>
                  <a:pt x="934" y="11942"/>
                </a:lnTo>
                <a:cubicBezTo>
                  <a:pt x="422" y="11942"/>
                  <a:pt x="0" y="12364"/>
                  <a:pt x="0" y="12878"/>
                </a:cubicBezTo>
                <a:cubicBezTo>
                  <a:pt x="0" y="13421"/>
                  <a:pt x="422" y="13843"/>
                  <a:pt x="934" y="13843"/>
                </a:cubicBezTo>
                <a:lnTo>
                  <a:pt x="1267" y="13843"/>
                </a:lnTo>
                <a:lnTo>
                  <a:pt x="1267" y="19633"/>
                </a:lnTo>
                <a:cubicBezTo>
                  <a:pt x="1267" y="20176"/>
                  <a:pt x="1689" y="20598"/>
                  <a:pt x="2232" y="20598"/>
                </a:cubicBezTo>
                <a:lnTo>
                  <a:pt x="3498" y="20598"/>
                </a:lnTo>
                <a:cubicBezTo>
                  <a:pt x="4010" y="20598"/>
                  <a:pt x="4432" y="20176"/>
                  <a:pt x="4432" y="19633"/>
                </a:cubicBezTo>
                <a:lnTo>
                  <a:pt x="4432" y="13843"/>
                </a:lnTo>
                <a:lnTo>
                  <a:pt x="4794" y="13843"/>
                </a:lnTo>
                <a:cubicBezTo>
                  <a:pt x="5308" y="13843"/>
                  <a:pt x="5730" y="13421"/>
                  <a:pt x="5730" y="12878"/>
                </a:cubicBezTo>
                <a:cubicBezTo>
                  <a:pt x="5730" y="12364"/>
                  <a:pt x="5308" y="11942"/>
                  <a:pt x="4794" y="11942"/>
                </a:cubicBezTo>
                <a:lnTo>
                  <a:pt x="1870" y="11942"/>
                </a:lnTo>
                <a:lnTo>
                  <a:pt x="1870" y="9983"/>
                </a:lnTo>
                <a:lnTo>
                  <a:pt x="2533" y="9983"/>
                </a:lnTo>
                <a:lnTo>
                  <a:pt x="2533" y="10948"/>
                </a:lnTo>
                <a:lnTo>
                  <a:pt x="3136" y="10948"/>
                </a:lnTo>
                <a:lnTo>
                  <a:pt x="3136" y="4495"/>
                </a:lnTo>
                <a:lnTo>
                  <a:pt x="2533" y="4495"/>
                </a:lnTo>
                <a:lnTo>
                  <a:pt x="2533" y="5520"/>
                </a:lnTo>
                <a:lnTo>
                  <a:pt x="1870" y="5520"/>
                </a:lnTo>
                <a:lnTo>
                  <a:pt x="1870" y="2866"/>
                </a:lnTo>
                <a:cubicBezTo>
                  <a:pt x="1870" y="1720"/>
                  <a:pt x="2743" y="784"/>
                  <a:pt x="3829" y="634"/>
                </a:cubicBezTo>
                <a:lnTo>
                  <a:pt x="3829" y="10948"/>
                </a:lnTo>
                <a:lnTo>
                  <a:pt x="4432" y="10948"/>
                </a:lnTo>
                <a:lnTo>
                  <a:pt x="44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40"/>
          <p:cNvGrpSpPr/>
          <p:nvPr/>
        </p:nvGrpSpPr>
        <p:grpSpPr>
          <a:xfrm>
            <a:off x="7084670" y="1747657"/>
            <a:ext cx="389160" cy="491286"/>
            <a:chOff x="2621395" y="1155951"/>
            <a:chExt cx="389160" cy="491286"/>
          </a:xfrm>
        </p:grpSpPr>
        <p:sp>
          <p:nvSpPr>
            <p:cNvPr id="302" name="Google Shape;302;p40"/>
            <p:cNvSpPr/>
            <p:nvPr/>
          </p:nvSpPr>
          <p:spPr>
            <a:xfrm>
              <a:off x="2621395" y="1155951"/>
              <a:ext cx="389160" cy="491286"/>
            </a:xfrm>
            <a:custGeom>
              <a:avLst/>
              <a:gdLst/>
              <a:ahLst/>
              <a:cxnLst/>
              <a:rect l="l" t="t" r="r" b="b"/>
              <a:pathLst>
                <a:path w="16317" h="20599" extrusionOk="0">
                  <a:moveTo>
                    <a:pt x="9108" y="603"/>
                  </a:moveTo>
                  <a:lnTo>
                    <a:pt x="9108" y="1660"/>
                  </a:lnTo>
                  <a:lnTo>
                    <a:pt x="7149" y="1660"/>
                  </a:lnTo>
                  <a:lnTo>
                    <a:pt x="7149" y="603"/>
                  </a:lnTo>
                  <a:close/>
                  <a:moveTo>
                    <a:pt x="2686" y="2263"/>
                  </a:moveTo>
                  <a:lnTo>
                    <a:pt x="2686" y="5520"/>
                  </a:lnTo>
                  <a:lnTo>
                    <a:pt x="1991" y="5520"/>
                  </a:lnTo>
                  <a:lnTo>
                    <a:pt x="1991" y="2263"/>
                  </a:lnTo>
                  <a:close/>
                  <a:moveTo>
                    <a:pt x="13812" y="2263"/>
                  </a:moveTo>
                  <a:lnTo>
                    <a:pt x="15441" y="3891"/>
                  </a:lnTo>
                  <a:lnTo>
                    <a:pt x="13812" y="5520"/>
                  </a:lnTo>
                  <a:lnTo>
                    <a:pt x="3289" y="5520"/>
                  </a:lnTo>
                  <a:lnTo>
                    <a:pt x="3289" y="2263"/>
                  </a:lnTo>
                  <a:close/>
                  <a:moveTo>
                    <a:pt x="9108" y="6123"/>
                  </a:moveTo>
                  <a:lnTo>
                    <a:pt x="9108" y="7450"/>
                  </a:lnTo>
                  <a:lnTo>
                    <a:pt x="7149" y="7450"/>
                  </a:lnTo>
                  <a:lnTo>
                    <a:pt x="7149" y="6123"/>
                  </a:lnTo>
                  <a:close/>
                  <a:moveTo>
                    <a:pt x="12968" y="8053"/>
                  </a:moveTo>
                  <a:lnTo>
                    <a:pt x="12968" y="11310"/>
                  </a:lnTo>
                  <a:lnTo>
                    <a:pt x="2505" y="11310"/>
                  </a:lnTo>
                  <a:lnTo>
                    <a:pt x="876" y="9682"/>
                  </a:lnTo>
                  <a:lnTo>
                    <a:pt x="2505" y="8053"/>
                  </a:lnTo>
                  <a:close/>
                  <a:moveTo>
                    <a:pt x="14266" y="8053"/>
                  </a:moveTo>
                  <a:lnTo>
                    <a:pt x="14266" y="11310"/>
                  </a:lnTo>
                  <a:lnTo>
                    <a:pt x="13571" y="11310"/>
                  </a:lnTo>
                  <a:lnTo>
                    <a:pt x="13571" y="8053"/>
                  </a:lnTo>
                  <a:close/>
                  <a:moveTo>
                    <a:pt x="6546" y="0"/>
                  </a:moveTo>
                  <a:lnTo>
                    <a:pt x="6546" y="1660"/>
                  </a:lnTo>
                  <a:lnTo>
                    <a:pt x="1388" y="1660"/>
                  </a:lnTo>
                  <a:lnTo>
                    <a:pt x="1388" y="6123"/>
                  </a:lnTo>
                  <a:lnTo>
                    <a:pt x="6546" y="6123"/>
                  </a:lnTo>
                  <a:lnTo>
                    <a:pt x="6546" y="7450"/>
                  </a:lnTo>
                  <a:lnTo>
                    <a:pt x="2232" y="7450"/>
                  </a:lnTo>
                  <a:lnTo>
                    <a:pt x="1" y="9682"/>
                  </a:lnTo>
                  <a:lnTo>
                    <a:pt x="2232" y="11913"/>
                  </a:lnTo>
                  <a:lnTo>
                    <a:pt x="6546" y="11913"/>
                  </a:lnTo>
                  <a:lnTo>
                    <a:pt x="6546" y="19995"/>
                  </a:lnTo>
                  <a:lnTo>
                    <a:pt x="4946" y="19995"/>
                  </a:lnTo>
                  <a:lnTo>
                    <a:pt x="4946" y="20598"/>
                  </a:lnTo>
                  <a:lnTo>
                    <a:pt x="11371" y="20598"/>
                  </a:lnTo>
                  <a:lnTo>
                    <a:pt x="11371" y="19995"/>
                  </a:lnTo>
                  <a:lnTo>
                    <a:pt x="7149" y="19995"/>
                  </a:lnTo>
                  <a:lnTo>
                    <a:pt x="7149" y="11913"/>
                  </a:lnTo>
                  <a:lnTo>
                    <a:pt x="9108" y="11913"/>
                  </a:lnTo>
                  <a:lnTo>
                    <a:pt x="9108" y="19300"/>
                  </a:lnTo>
                  <a:lnTo>
                    <a:pt x="9711" y="19300"/>
                  </a:lnTo>
                  <a:lnTo>
                    <a:pt x="9711" y="11913"/>
                  </a:lnTo>
                  <a:lnTo>
                    <a:pt x="14869" y="11913"/>
                  </a:lnTo>
                  <a:lnTo>
                    <a:pt x="14869" y="7450"/>
                  </a:lnTo>
                  <a:lnTo>
                    <a:pt x="9711" y="7450"/>
                  </a:lnTo>
                  <a:lnTo>
                    <a:pt x="9711" y="6123"/>
                  </a:lnTo>
                  <a:lnTo>
                    <a:pt x="14085" y="6123"/>
                  </a:lnTo>
                  <a:lnTo>
                    <a:pt x="16317" y="3891"/>
                  </a:lnTo>
                  <a:lnTo>
                    <a:pt x="14085" y="1660"/>
                  </a:lnTo>
                  <a:lnTo>
                    <a:pt x="9711" y="1660"/>
                  </a:lnTo>
                  <a:lnTo>
                    <a:pt x="971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40"/>
            <p:cNvSpPr/>
            <p:nvPr/>
          </p:nvSpPr>
          <p:spPr>
            <a:xfrm>
              <a:off x="2907666" y="1379640"/>
              <a:ext cx="15836" cy="14429"/>
            </a:xfrm>
            <a:custGeom>
              <a:avLst/>
              <a:gdLst/>
              <a:ahLst/>
              <a:cxnLst/>
              <a:rect l="l" t="t" r="r" b="b"/>
              <a:pathLst>
                <a:path w="664" h="605" extrusionOk="0">
                  <a:moveTo>
                    <a:pt x="0" y="1"/>
                  </a:moveTo>
                  <a:lnTo>
                    <a:pt x="0" y="604"/>
                  </a:lnTo>
                  <a:lnTo>
                    <a:pt x="663" y="604"/>
                  </a:lnTo>
                  <a:lnTo>
                    <a:pt x="6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40"/>
            <p:cNvSpPr/>
            <p:nvPr/>
          </p:nvSpPr>
          <p:spPr>
            <a:xfrm>
              <a:off x="2754478" y="1379640"/>
              <a:ext cx="138115" cy="14429"/>
            </a:xfrm>
            <a:custGeom>
              <a:avLst/>
              <a:gdLst/>
              <a:ahLst/>
              <a:cxnLst/>
              <a:rect l="l" t="t" r="r" b="b"/>
              <a:pathLst>
                <a:path w="5791" h="605" extrusionOk="0">
                  <a:moveTo>
                    <a:pt x="1" y="1"/>
                  </a:moveTo>
                  <a:lnTo>
                    <a:pt x="1" y="604"/>
                  </a:lnTo>
                  <a:lnTo>
                    <a:pt x="5791" y="604"/>
                  </a:lnTo>
                  <a:lnTo>
                    <a:pt x="57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40"/>
            <p:cNvSpPr/>
            <p:nvPr/>
          </p:nvSpPr>
          <p:spPr>
            <a:xfrm>
              <a:off x="2708447" y="1379640"/>
              <a:ext cx="30933" cy="14429"/>
            </a:xfrm>
            <a:custGeom>
              <a:avLst/>
              <a:gdLst/>
              <a:ahLst/>
              <a:cxnLst/>
              <a:rect l="l" t="t" r="r" b="b"/>
              <a:pathLst>
                <a:path w="1297" h="605" extrusionOk="0">
                  <a:moveTo>
                    <a:pt x="1" y="1"/>
                  </a:moveTo>
                  <a:lnTo>
                    <a:pt x="1" y="604"/>
                  </a:lnTo>
                  <a:lnTo>
                    <a:pt x="1296" y="604"/>
                  </a:lnTo>
                  <a:lnTo>
                    <a:pt x="12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40"/>
            <p:cNvSpPr/>
            <p:nvPr/>
          </p:nvSpPr>
          <p:spPr>
            <a:xfrm>
              <a:off x="2708447" y="1241549"/>
              <a:ext cx="15097" cy="14405"/>
            </a:xfrm>
            <a:custGeom>
              <a:avLst/>
              <a:gdLst/>
              <a:ahLst/>
              <a:cxnLst/>
              <a:rect l="l" t="t" r="r" b="b"/>
              <a:pathLst>
                <a:path w="633" h="604" extrusionOk="0">
                  <a:moveTo>
                    <a:pt x="1" y="1"/>
                  </a:moveTo>
                  <a:lnTo>
                    <a:pt x="1"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40"/>
            <p:cNvSpPr/>
            <p:nvPr/>
          </p:nvSpPr>
          <p:spPr>
            <a:xfrm>
              <a:off x="2739357" y="1241549"/>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40"/>
            <p:cNvSpPr/>
            <p:nvPr/>
          </p:nvSpPr>
          <p:spPr>
            <a:xfrm>
              <a:off x="2769551" y="1241549"/>
              <a:ext cx="153952" cy="14405"/>
            </a:xfrm>
            <a:custGeom>
              <a:avLst/>
              <a:gdLst/>
              <a:ahLst/>
              <a:cxnLst/>
              <a:rect l="l" t="t" r="r" b="b"/>
              <a:pathLst>
                <a:path w="6455" h="604" extrusionOk="0">
                  <a:moveTo>
                    <a:pt x="1" y="1"/>
                  </a:moveTo>
                  <a:lnTo>
                    <a:pt x="1" y="604"/>
                  </a:lnTo>
                  <a:lnTo>
                    <a:pt x="6454" y="604"/>
                  </a:lnTo>
                  <a:lnTo>
                    <a:pt x="645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12"/>
        <p:cNvGrpSpPr/>
        <p:nvPr/>
      </p:nvGrpSpPr>
      <p:grpSpPr>
        <a:xfrm>
          <a:off x="0" y="0"/>
          <a:ext cx="0" cy="0"/>
          <a:chOff x="0" y="0"/>
          <a:chExt cx="0" cy="0"/>
        </a:xfrm>
      </p:grpSpPr>
      <p:sp>
        <p:nvSpPr>
          <p:cNvPr id="313" name="Google Shape;313;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Divide the content in four ideas</a:t>
            </a:r>
            <a:endParaRPr/>
          </a:p>
        </p:txBody>
      </p:sp>
      <p:sp>
        <p:nvSpPr>
          <p:cNvPr id="314" name="Google Shape;314;p41"/>
          <p:cNvSpPr txBox="1">
            <a:spLocks noGrp="1"/>
          </p:cNvSpPr>
          <p:nvPr>
            <p:ph type="subTitle" idx="1"/>
          </p:nvPr>
        </p:nvSpPr>
        <p:spPr>
          <a:xfrm>
            <a:off x="1858336" y="1977575"/>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315" name="Google Shape;315;p41"/>
          <p:cNvSpPr txBox="1">
            <a:spLocks noGrp="1"/>
          </p:cNvSpPr>
          <p:nvPr>
            <p:ph type="subTitle" idx="2"/>
          </p:nvPr>
        </p:nvSpPr>
        <p:spPr>
          <a:xfrm>
            <a:off x="5874139" y="1977575"/>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temperatures</a:t>
            </a:r>
            <a:endParaRPr/>
          </a:p>
        </p:txBody>
      </p:sp>
      <p:sp>
        <p:nvSpPr>
          <p:cNvPr id="316" name="Google Shape;316;p41"/>
          <p:cNvSpPr txBox="1">
            <a:spLocks noGrp="1"/>
          </p:cNvSpPr>
          <p:nvPr>
            <p:ph type="subTitle" idx="3"/>
          </p:nvPr>
        </p:nvSpPr>
        <p:spPr>
          <a:xfrm>
            <a:off x="1858336" y="3410975"/>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317" name="Google Shape;317;p41"/>
          <p:cNvSpPr txBox="1">
            <a:spLocks noGrp="1"/>
          </p:cNvSpPr>
          <p:nvPr>
            <p:ph type="subTitle" idx="4"/>
          </p:nvPr>
        </p:nvSpPr>
        <p:spPr>
          <a:xfrm>
            <a:off x="5874139" y="3410975"/>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318" name="Google Shape;318;p41"/>
          <p:cNvSpPr txBox="1">
            <a:spLocks noGrp="1"/>
          </p:cNvSpPr>
          <p:nvPr>
            <p:ph type="subTitle" idx="5"/>
          </p:nvPr>
        </p:nvSpPr>
        <p:spPr>
          <a:xfrm>
            <a:off x="1858336" y="1693975"/>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319" name="Google Shape;319;p41"/>
          <p:cNvSpPr txBox="1">
            <a:spLocks noGrp="1"/>
          </p:cNvSpPr>
          <p:nvPr>
            <p:ph type="subTitle" idx="6"/>
          </p:nvPr>
        </p:nvSpPr>
        <p:spPr>
          <a:xfrm>
            <a:off x="1858336" y="3127450"/>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320" name="Google Shape;320;p41"/>
          <p:cNvSpPr txBox="1">
            <a:spLocks noGrp="1"/>
          </p:cNvSpPr>
          <p:nvPr>
            <p:ph type="subTitle" idx="7"/>
          </p:nvPr>
        </p:nvSpPr>
        <p:spPr>
          <a:xfrm>
            <a:off x="5874136" y="1693975"/>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321" name="Google Shape;321;p41"/>
          <p:cNvSpPr txBox="1">
            <a:spLocks noGrp="1"/>
          </p:cNvSpPr>
          <p:nvPr>
            <p:ph type="subTitle" idx="8"/>
          </p:nvPr>
        </p:nvSpPr>
        <p:spPr>
          <a:xfrm>
            <a:off x="5874136" y="3127450"/>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322" name="Google Shape;322;p41"/>
          <p:cNvSpPr/>
          <p:nvPr/>
        </p:nvSpPr>
        <p:spPr>
          <a:xfrm>
            <a:off x="936636" y="165947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41"/>
          <p:cNvSpPr/>
          <p:nvPr/>
        </p:nvSpPr>
        <p:spPr>
          <a:xfrm>
            <a:off x="936636" y="3106731"/>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41"/>
          <p:cNvSpPr/>
          <p:nvPr/>
        </p:nvSpPr>
        <p:spPr>
          <a:xfrm>
            <a:off x="4943786" y="165947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41"/>
          <p:cNvSpPr/>
          <p:nvPr/>
        </p:nvSpPr>
        <p:spPr>
          <a:xfrm>
            <a:off x="4943786" y="3106731"/>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41"/>
          <p:cNvGrpSpPr/>
          <p:nvPr/>
        </p:nvGrpSpPr>
        <p:grpSpPr>
          <a:xfrm>
            <a:off x="1094937" y="1872100"/>
            <a:ext cx="491286" cy="382649"/>
            <a:chOff x="1165662" y="1949297"/>
            <a:chExt cx="491286" cy="382649"/>
          </a:xfrm>
        </p:grpSpPr>
        <p:sp>
          <p:nvSpPr>
            <p:cNvPr id="327" name="Google Shape;327;p41"/>
            <p:cNvSpPr/>
            <p:nvPr/>
          </p:nvSpPr>
          <p:spPr>
            <a:xfrm>
              <a:off x="1165662" y="1949297"/>
              <a:ext cx="491286" cy="382649"/>
            </a:xfrm>
            <a:custGeom>
              <a:avLst/>
              <a:gdLst/>
              <a:ahLst/>
              <a:cxnLst/>
              <a:rect l="l" t="t" r="r" b="b"/>
              <a:pathLst>
                <a:path w="20599" h="16044" extrusionOk="0">
                  <a:moveTo>
                    <a:pt x="965" y="10615"/>
                  </a:moveTo>
                  <a:lnTo>
                    <a:pt x="965" y="12574"/>
                  </a:lnTo>
                  <a:lnTo>
                    <a:pt x="603" y="12574"/>
                  </a:lnTo>
                  <a:lnTo>
                    <a:pt x="603" y="10615"/>
                  </a:lnTo>
                  <a:close/>
                  <a:moveTo>
                    <a:pt x="19995" y="10615"/>
                  </a:moveTo>
                  <a:lnTo>
                    <a:pt x="19995" y="12574"/>
                  </a:lnTo>
                  <a:lnTo>
                    <a:pt x="19573" y="12574"/>
                  </a:lnTo>
                  <a:lnTo>
                    <a:pt x="19573" y="10615"/>
                  </a:lnTo>
                  <a:close/>
                  <a:moveTo>
                    <a:pt x="4584" y="15107"/>
                  </a:moveTo>
                  <a:lnTo>
                    <a:pt x="4343" y="15440"/>
                  </a:lnTo>
                  <a:lnTo>
                    <a:pt x="3378" y="15440"/>
                  </a:lnTo>
                  <a:lnTo>
                    <a:pt x="3136" y="15107"/>
                  </a:lnTo>
                  <a:close/>
                  <a:moveTo>
                    <a:pt x="17431" y="15107"/>
                  </a:moveTo>
                  <a:lnTo>
                    <a:pt x="17221" y="15440"/>
                  </a:lnTo>
                  <a:lnTo>
                    <a:pt x="16256" y="15440"/>
                  </a:lnTo>
                  <a:lnTo>
                    <a:pt x="16015" y="15107"/>
                  </a:lnTo>
                  <a:close/>
                  <a:moveTo>
                    <a:pt x="2895" y="0"/>
                  </a:moveTo>
                  <a:lnTo>
                    <a:pt x="2895" y="5518"/>
                  </a:lnTo>
                  <a:lnTo>
                    <a:pt x="2263" y="5518"/>
                  </a:lnTo>
                  <a:lnTo>
                    <a:pt x="2263" y="8082"/>
                  </a:lnTo>
                  <a:lnTo>
                    <a:pt x="965" y="8082"/>
                  </a:lnTo>
                  <a:lnTo>
                    <a:pt x="965" y="10012"/>
                  </a:lnTo>
                  <a:lnTo>
                    <a:pt x="0" y="10012"/>
                  </a:lnTo>
                  <a:lnTo>
                    <a:pt x="0" y="13177"/>
                  </a:lnTo>
                  <a:lnTo>
                    <a:pt x="965" y="13177"/>
                  </a:lnTo>
                  <a:lnTo>
                    <a:pt x="965" y="15107"/>
                  </a:lnTo>
                  <a:lnTo>
                    <a:pt x="2413" y="15107"/>
                  </a:lnTo>
                  <a:lnTo>
                    <a:pt x="3047" y="16043"/>
                  </a:lnTo>
                  <a:lnTo>
                    <a:pt x="4676" y="16043"/>
                  </a:lnTo>
                  <a:lnTo>
                    <a:pt x="5308" y="15107"/>
                  </a:lnTo>
                  <a:lnTo>
                    <a:pt x="12878" y="15107"/>
                  </a:lnTo>
                  <a:lnTo>
                    <a:pt x="12878" y="14504"/>
                  </a:lnTo>
                  <a:lnTo>
                    <a:pt x="1568" y="14504"/>
                  </a:lnTo>
                  <a:lnTo>
                    <a:pt x="1568" y="8685"/>
                  </a:lnTo>
                  <a:lnTo>
                    <a:pt x="18970" y="8685"/>
                  </a:lnTo>
                  <a:lnTo>
                    <a:pt x="18970" y="14504"/>
                  </a:lnTo>
                  <a:lnTo>
                    <a:pt x="14145" y="14504"/>
                  </a:lnTo>
                  <a:lnTo>
                    <a:pt x="14145" y="15107"/>
                  </a:lnTo>
                  <a:lnTo>
                    <a:pt x="15291" y="15107"/>
                  </a:lnTo>
                  <a:lnTo>
                    <a:pt x="15923" y="16043"/>
                  </a:lnTo>
                  <a:lnTo>
                    <a:pt x="17522" y="16043"/>
                  </a:lnTo>
                  <a:lnTo>
                    <a:pt x="18186" y="15107"/>
                  </a:lnTo>
                  <a:lnTo>
                    <a:pt x="19573" y="15107"/>
                  </a:lnTo>
                  <a:lnTo>
                    <a:pt x="19573" y="13177"/>
                  </a:lnTo>
                  <a:lnTo>
                    <a:pt x="20598" y="13177"/>
                  </a:lnTo>
                  <a:lnTo>
                    <a:pt x="20598" y="10012"/>
                  </a:lnTo>
                  <a:lnTo>
                    <a:pt x="19573" y="10012"/>
                  </a:lnTo>
                  <a:lnTo>
                    <a:pt x="19573" y="8082"/>
                  </a:lnTo>
                  <a:lnTo>
                    <a:pt x="2866" y="8082"/>
                  </a:lnTo>
                  <a:lnTo>
                    <a:pt x="2866" y="6121"/>
                  </a:lnTo>
                  <a:lnTo>
                    <a:pt x="3530" y="6121"/>
                  </a:lnTo>
                  <a:lnTo>
                    <a:pt x="3530" y="7720"/>
                  </a:lnTo>
                  <a:lnTo>
                    <a:pt x="4133" y="7720"/>
                  </a:lnTo>
                  <a:lnTo>
                    <a:pt x="4133" y="5518"/>
                  </a:lnTo>
                  <a:lnTo>
                    <a:pt x="3498" y="5518"/>
                  </a:lnTo>
                  <a:lnTo>
                    <a:pt x="34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41"/>
            <p:cNvSpPr/>
            <p:nvPr/>
          </p:nvSpPr>
          <p:spPr>
            <a:xfrm>
              <a:off x="1510891" y="2210336"/>
              <a:ext cx="14405" cy="15169"/>
            </a:xfrm>
            <a:custGeom>
              <a:avLst/>
              <a:gdLst/>
              <a:ahLst/>
              <a:cxnLst/>
              <a:rect l="l" t="t" r="r" b="b"/>
              <a:pathLst>
                <a:path w="604" h="636" extrusionOk="0">
                  <a:moveTo>
                    <a:pt x="0" y="1"/>
                  </a:moveTo>
                  <a:lnTo>
                    <a:pt x="0" y="635"/>
                  </a:lnTo>
                  <a:lnTo>
                    <a:pt x="603" y="635"/>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41"/>
            <p:cNvSpPr/>
            <p:nvPr/>
          </p:nvSpPr>
          <p:spPr>
            <a:xfrm>
              <a:off x="1480673" y="2180142"/>
              <a:ext cx="99288" cy="91393"/>
            </a:xfrm>
            <a:custGeom>
              <a:avLst/>
              <a:gdLst/>
              <a:ahLst/>
              <a:cxnLst/>
              <a:rect l="l" t="t" r="r" b="b"/>
              <a:pathLst>
                <a:path w="4163" h="3832" extrusionOk="0">
                  <a:moveTo>
                    <a:pt x="1902" y="603"/>
                  </a:moveTo>
                  <a:cubicBezTo>
                    <a:pt x="2626" y="603"/>
                    <a:pt x="3229" y="1177"/>
                    <a:pt x="3229" y="1901"/>
                  </a:cubicBezTo>
                  <a:cubicBezTo>
                    <a:pt x="3229" y="2625"/>
                    <a:pt x="2626" y="3197"/>
                    <a:pt x="1902" y="3197"/>
                  </a:cubicBezTo>
                  <a:cubicBezTo>
                    <a:pt x="1178" y="3197"/>
                    <a:pt x="604" y="2625"/>
                    <a:pt x="604" y="1901"/>
                  </a:cubicBezTo>
                  <a:cubicBezTo>
                    <a:pt x="604" y="1177"/>
                    <a:pt x="1178" y="603"/>
                    <a:pt x="1902" y="603"/>
                  </a:cubicBezTo>
                  <a:close/>
                  <a:moveTo>
                    <a:pt x="1902" y="0"/>
                  </a:moveTo>
                  <a:cubicBezTo>
                    <a:pt x="845" y="0"/>
                    <a:pt x="1" y="845"/>
                    <a:pt x="1" y="1901"/>
                  </a:cubicBezTo>
                  <a:cubicBezTo>
                    <a:pt x="1" y="2956"/>
                    <a:pt x="845" y="3831"/>
                    <a:pt x="1902" y="3831"/>
                  </a:cubicBezTo>
                  <a:cubicBezTo>
                    <a:pt x="2867" y="3831"/>
                    <a:pt x="3651" y="3108"/>
                    <a:pt x="3800" y="2232"/>
                  </a:cubicBezTo>
                  <a:lnTo>
                    <a:pt x="4162" y="2232"/>
                  </a:lnTo>
                  <a:lnTo>
                    <a:pt x="4162" y="1629"/>
                  </a:lnTo>
                  <a:lnTo>
                    <a:pt x="3800" y="1629"/>
                  </a:lnTo>
                  <a:cubicBezTo>
                    <a:pt x="3651" y="695"/>
                    <a:pt x="2867" y="0"/>
                    <a:pt x="19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41"/>
            <p:cNvSpPr/>
            <p:nvPr/>
          </p:nvSpPr>
          <p:spPr>
            <a:xfrm>
              <a:off x="1234708" y="2172939"/>
              <a:ext cx="198527" cy="75581"/>
            </a:xfrm>
            <a:custGeom>
              <a:avLst/>
              <a:gdLst/>
              <a:ahLst/>
              <a:cxnLst/>
              <a:rect l="l" t="t" r="r" b="b"/>
              <a:pathLst>
                <a:path w="8324" h="3169" extrusionOk="0">
                  <a:moveTo>
                    <a:pt x="7720" y="604"/>
                  </a:moveTo>
                  <a:lnTo>
                    <a:pt x="7720" y="1267"/>
                  </a:lnTo>
                  <a:lnTo>
                    <a:pt x="603" y="1267"/>
                  </a:lnTo>
                  <a:lnTo>
                    <a:pt x="603" y="604"/>
                  </a:lnTo>
                  <a:close/>
                  <a:moveTo>
                    <a:pt x="7720" y="1870"/>
                  </a:moveTo>
                  <a:lnTo>
                    <a:pt x="7720" y="2565"/>
                  </a:lnTo>
                  <a:lnTo>
                    <a:pt x="7028" y="2565"/>
                  </a:lnTo>
                  <a:lnTo>
                    <a:pt x="7028" y="2203"/>
                  </a:lnTo>
                  <a:lnTo>
                    <a:pt x="6425" y="2203"/>
                  </a:lnTo>
                  <a:lnTo>
                    <a:pt x="6425" y="2565"/>
                  </a:lnTo>
                  <a:lnTo>
                    <a:pt x="5761" y="2565"/>
                  </a:lnTo>
                  <a:lnTo>
                    <a:pt x="5761" y="2203"/>
                  </a:lnTo>
                  <a:lnTo>
                    <a:pt x="5158" y="2203"/>
                  </a:lnTo>
                  <a:lnTo>
                    <a:pt x="5158" y="2565"/>
                  </a:lnTo>
                  <a:lnTo>
                    <a:pt x="4463" y="2565"/>
                  </a:lnTo>
                  <a:lnTo>
                    <a:pt x="4463" y="2203"/>
                  </a:lnTo>
                  <a:lnTo>
                    <a:pt x="3860" y="2203"/>
                  </a:lnTo>
                  <a:lnTo>
                    <a:pt x="3860" y="2565"/>
                  </a:lnTo>
                  <a:lnTo>
                    <a:pt x="3168" y="2565"/>
                  </a:lnTo>
                  <a:lnTo>
                    <a:pt x="3168" y="2203"/>
                  </a:lnTo>
                  <a:lnTo>
                    <a:pt x="2565" y="2203"/>
                  </a:lnTo>
                  <a:lnTo>
                    <a:pt x="2565" y="2565"/>
                  </a:lnTo>
                  <a:lnTo>
                    <a:pt x="1901" y="2565"/>
                  </a:lnTo>
                  <a:lnTo>
                    <a:pt x="1901" y="2203"/>
                  </a:lnTo>
                  <a:lnTo>
                    <a:pt x="1298" y="2203"/>
                  </a:lnTo>
                  <a:lnTo>
                    <a:pt x="1298" y="2565"/>
                  </a:lnTo>
                  <a:lnTo>
                    <a:pt x="603" y="2565"/>
                  </a:lnTo>
                  <a:lnTo>
                    <a:pt x="603" y="1870"/>
                  </a:lnTo>
                  <a:close/>
                  <a:moveTo>
                    <a:pt x="0" y="1"/>
                  </a:moveTo>
                  <a:lnTo>
                    <a:pt x="0" y="3168"/>
                  </a:lnTo>
                  <a:lnTo>
                    <a:pt x="8323" y="3168"/>
                  </a:lnTo>
                  <a:lnTo>
                    <a:pt x="832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41"/>
            <p:cNvSpPr/>
            <p:nvPr/>
          </p:nvSpPr>
          <p:spPr>
            <a:xfrm>
              <a:off x="1242626" y="2265000"/>
              <a:ext cx="184170" cy="14405"/>
            </a:xfrm>
            <a:custGeom>
              <a:avLst/>
              <a:gdLst/>
              <a:ahLst/>
              <a:cxnLst/>
              <a:rect l="l" t="t" r="r" b="b"/>
              <a:pathLst>
                <a:path w="7722" h="604" extrusionOk="0">
                  <a:moveTo>
                    <a:pt x="1" y="1"/>
                  </a:moveTo>
                  <a:lnTo>
                    <a:pt x="1" y="604"/>
                  </a:lnTo>
                  <a:lnTo>
                    <a:pt x="7721" y="604"/>
                  </a:lnTo>
                  <a:lnTo>
                    <a:pt x="77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 name="Google Shape;332;p41"/>
          <p:cNvGrpSpPr/>
          <p:nvPr/>
        </p:nvGrpSpPr>
        <p:grpSpPr>
          <a:xfrm>
            <a:off x="5102462" y="1818164"/>
            <a:ext cx="490547" cy="490523"/>
            <a:chOff x="1868379" y="1895325"/>
            <a:chExt cx="490547" cy="490523"/>
          </a:xfrm>
        </p:grpSpPr>
        <p:sp>
          <p:nvSpPr>
            <p:cNvPr id="333" name="Google Shape;333;p41"/>
            <p:cNvSpPr/>
            <p:nvPr/>
          </p:nvSpPr>
          <p:spPr>
            <a:xfrm>
              <a:off x="1868379" y="1895325"/>
              <a:ext cx="490547" cy="490523"/>
            </a:xfrm>
            <a:custGeom>
              <a:avLst/>
              <a:gdLst/>
              <a:ahLst/>
              <a:cxnLst/>
              <a:rect l="l" t="t" r="r" b="b"/>
              <a:pathLst>
                <a:path w="20568" h="20567" extrusionOk="0">
                  <a:moveTo>
                    <a:pt x="10283" y="603"/>
                  </a:moveTo>
                  <a:cubicBezTo>
                    <a:pt x="11007" y="603"/>
                    <a:pt x="11641" y="1086"/>
                    <a:pt x="11822" y="1781"/>
                  </a:cubicBezTo>
                  <a:cubicBezTo>
                    <a:pt x="11308" y="1689"/>
                    <a:pt x="10826" y="1629"/>
                    <a:pt x="10314" y="1629"/>
                  </a:cubicBezTo>
                  <a:cubicBezTo>
                    <a:pt x="9771" y="1629"/>
                    <a:pt x="9257" y="1689"/>
                    <a:pt x="8746" y="1781"/>
                  </a:cubicBezTo>
                  <a:cubicBezTo>
                    <a:pt x="8927" y="1086"/>
                    <a:pt x="9530" y="603"/>
                    <a:pt x="10283" y="603"/>
                  </a:cubicBezTo>
                  <a:close/>
                  <a:moveTo>
                    <a:pt x="10314" y="2232"/>
                  </a:moveTo>
                  <a:cubicBezTo>
                    <a:pt x="12124" y="2232"/>
                    <a:pt x="13873" y="2835"/>
                    <a:pt x="15289" y="3952"/>
                  </a:cubicBezTo>
                  <a:lnTo>
                    <a:pt x="14806" y="4434"/>
                  </a:lnTo>
                  <a:cubicBezTo>
                    <a:pt x="13511" y="3438"/>
                    <a:pt x="11943" y="2895"/>
                    <a:pt x="10314" y="2895"/>
                  </a:cubicBezTo>
                  <a:cubicBezTo>
                    <a:pt x="8654" y="2895"/>
                    <a:pt x="7086" y="3438"/>
                    <a:pt x="5791" y="4434"/>
                  </a:cubicBezTo>
                  <a:lnTo>
                    <a:pt x="5308" y="3952"/>
                  </a:lnTo>
                  <a:cubicBezTo>
                    <a:pt x="6724" y="2835"/>
                    <a:pt x="8473" y="2232"/>
                    <a:pt x="10314" y="2232"/>
                  </a:cubicBezTo>
                  <a:close/>
                  <a:moveTo>
                    <a:pt x="10314" y="3498"/>
                  </a:moveTo>
                  <a:cubicBezTo>
                    <a:pt x="11762" y="3498"/>
                    <a:pt x="13209" y="3981"/>
                    <a:pt x="14384" y="4885"/>
                  </a:cubicBezTo>
                  <a:lnTo>
                    <a:pt x="12968" y="6273"/>
                  </a:lnTo>
                  <a:cubicBezTo>
                    <a:pt x="12168" y="5746"/>
                    <a:pt x="11233" y="5482"/>
                    <a:pt x="10298" y="5482"/>
                  </a:cubicBezTo>
                  <a:cubicBezTo>
                    <a:pt x="9364" y="5482"/>
                    <a:pt x="8429" y="5746"/>
                    <a:pt x="7629" y="6273"/>
                  </a:cubicBezTo>
                  <a:lnTo>
                    <a:pt x="6213" y="4885"/>
                  </a:lnTo>
                  <a:cubicBezTo>
                    <a:pt x="7388" y="3981"/>
                    <a:pt x="8835" y="3498"/>
                    <a:pt x="10314" y="3498"/>
                  </a:cubicBezTo>
                  <a:close/>
                  <a:moveTo>
                    <a:pt x="4372" y="4041"/>
                  </a:moveTo>
                  <a:cubicBezTo>
                    <a:pt x="4464" y="4041"/>
                    <a:pt x="4553" y="4072"/>
                    <a:pt x="4613" y="4133"/>
                  </a:cubicBezTo>
                  <a:lnTo>
                    <a:pt x="7359" y="6847"/>
                  </a:lnTo>
                  <a:cubicBezTo>
                    <a:pt x="7479" y="6996"/>
                    <a:pt x="7479" y="7209"/>
                    <a:pt x="7359" y="7329"/>
                  </a:cubicBezTo>
                  <a:cubicBezTo>
                    <a:pt x="7298" y="7404"/>
                    <a:pt x="7208" y="7442"/>
                    <a:pt x="7118" y="7442"/>
                  </a:cubicBezTo>
                  <a:cubicBezTo>
                    <a:pt x="7027" y="7442"/>
                    <a:pt x="6937" y="7404"/>
                    <a:pt x="6876" y="7329"/>
                  </a:cubicBezTo>
                  <a:lnTo>
                    <a:pt x="4131" y="4615"/>
                  </a:lnTo>
                  <a:cubicBezTo>
                    <a:pt x="4070" y="4555"/>
                    <a:pt x="4042" y="4463"/>
                    <a:pt x="4042" y="4374"/>
                  </a:cubicBezTo>
                  <a:cubicBezTo>
                    <a:pt x="4042" y="4282"/>
                    <a:pt x="4070" y="4193"/>
                    <a:pt x="4131" y="4133"/>
                  </a:cubicBezTo>
                  <a:cubicBezTo>
                    <a:pt x="4222" y="4072"/>
                    <a:pt x="4283" y="4041"/>
                    <a:pt x="4372" y="4041"/>
                  </a:cubicBezTo>
                  <a:close/>
                  <a:moveTo>
                    <a:pt x="16225" y="4041"/>
                  </a:moveTo>
                  <a:cubicBezTo>
                    <a:pt x="16314" y="4041"/>
                    <a:pt x="16375" y="4072"/>
                    <a:pt x="16466" y="4133"/>
                  </a:cubicBezTo>
                  <a:cubicBezTo>
                    <a:pt x="16587" y="4253"/>
                    <a:pt x="16587" y="4495"/>
                    <a:pt x="16466" y="4615"/>
                  </a:cubicBezTo>
                  <a:lnTo>
                    <a:pt x="13721" y="7329"/>
                  </a:lnTo>
                  <a:cubicBezTo>
                    <a:pt x="13660" y="7404"/>
                    <a:pt x="13578" y="7442"/>
                    <a:pt x="13491" y="7442"/>
                  </a:cubicBezTo>
                  <a:cubicBezTo>
                    <a:pt x="13405" y="7442"/>
                    <a:pt x="13314" y="7404"/>
                    <a:pt x="13238" y="7329"/>
                  </a:cubicBezTo>
                  <a:cubicBezTo>
                    <a:pt x="13118" y="7209"/>
                    <a:pt x="13118" y="6996"/>
                    <a:pt x="13238" y="6847"/>
                  </a:cubicBezTo>
                  <a:lnTo>
                    <a:pt x="15984" y="4133"/>
                  </a:lnTo>
                  <a:cubicBezTo>
                    <a:pt x="16044" y="4072"/>
                    <a:pt x="16133" y="4041"/>
                    <a:pt x="16225" y="4041"/>
                  </a:cubicBezTo>
                  <a:close/>
                  <a:moveTo>
                    <a:pt x="18818" y="8746"/>
                  </a:moveTo>
                  <a:lnTo>
                    <a:pt x="18818" y="8746"/>
                  </a:lnTo>
                  <a:cubicBezTo>
                    <a:pt x="19482" y="8958"/>
                    <a:pt x="19964" y="9561"/>
                    <a:pt x="19964" y="10285"/>
                  </a:cubicBezTo>
                  <a:cubicBezTo>
                    <a:pt x="19964" y="11009"/>
                    <a:pt x="19482" y="11612"/>
                    <a:pt x="18818" y="11822"/>
                  </a:cubicBezTo>
                  <a:cubicBezTo>
                    <a:pt x="18908" y="11310"/>
                    <a:pt x="18968" y="10796"/>
                    <a:pt x="18968" y="10285"/>
                  </a:cubicBezTo>
                  <a:cubicBezTo>
                    <a:pt x="18968" y="9771"/>
                    <a:pt x="18908" y="9259"/>
                    <a:pt x="18818" y="8746"/>
                  </a:cubicBezTo>
                  <a:close/>
                  <a:moveTo>
                    <a:pt x="1779" y="8746"/>
                  </a:moveTo>
                  <a:cubicBezTo>
                    <a:pt x="1689" y="9228"/>
                    <a:pt x="1629" y="9771"/>
                    <a:pt x="1629" y="10285"/>
                  </a:cubicBezTo>
                  <a:cubicBezTo>
                    <a:pt x="1629" y="10796"/>
                    <a:pt x="1689" y="11339"/>
                    <a:pt x="1779" y="11853"/>
                  </a:cubicBezTo>
                  <a:cubicBezTo>
                    <a:pt x="1086" y="11641"/>
                    <a:pt x="604" y="11037"/>
                    <a:pt x="604" y="10285"/>
                  </a:cubicBezTo>
                  <a:cubicBezTo>
                    <a:pt x="604" y="9530"/>
                    <a:pt x="1086" y="8926"/>
                    <a:pt x="1779" y="8746"/>
                  </a:cubicBezTo>
                  <a:close/>
                  <a:moveTo>
                    <a:pt x="10298" y="6077"/>
                  </a:moveTo>
                  <a:cubicBezTo>
                    <a:pt x="11105" y="6077"/>
                    <a:pt x="11912" y="6303"/>
                    <a:pt x="12606" y="6755"/>
                  </a:cubicBezTo>
                  <a:cubicBezTo>
                    <a:pt x="12485" y="7117"/>
                    <a:pt x="12546" y="7510"/>
                    <a:pt x="12816" y="7781"/>
                  </a:cubicBezTo>
                  <a:cubicBezTo>
                    <a:pt x="12997" y="7961"/>
                    <a:pt x="13238" y="8053"/>
                    <a:pt x="13479" y="8053"/>
                  </a:cubicBezTo>
                  <a:cubicBezTo>
                    <a:pt x="13600" y="8053"/>
                    <a:pt x="13721" y="8022"/>
                    <a:pt x="13812" y="7993"/>
                  </a:cubicBezTo>
                  <a:cubicBezTo>
                    <a:pt x="14717" y="9380"/>
                    <a:pt x="14717" y="11189"/>
                    <a:pt x="13812" y="12577"/>
                  </a:cubicBezTo>
                  <a:cubicBezTo>
                    <a:pt x="13721" y="12545"/>
                    <a:pt x="13600" y="12516"/>
                    <a:pt x="13479" y="12516"/>
                  </a:cubicBezTo>
                  <a:cubicBezTo>
                    <a:pt x="13238" y="12516"/>
                    <a:pt x="12997" y="12637"/>
                    <a:pt x="12816" y="12787"/>
                  </a:cubicBezTo>
                  <a:cubicBezTo>
                    <a:pt x="12546" y="13059"/>
                    <a:pt x="12485" y="13481"/>
                    <a:pt x="12606" y="13812"/>
                  </a:cubicBezTo>
                  <a:cubicBezTo>
                    <a:pt x="11912" y="14264"/>
                    <a:pt x="11105" y="14490"/>
                    <a:pt x="10298" y="14490"/>
                  </a:cubicBezTo>
                  <a:cubicBezTo>
                    <a:pt x="9491" y="14490"/>
                    <a:pt x="8684" y="14264"/>
                    <a:pt x="7991" y="13812"/>
                  </a:cubicBezTo>
                  <a:cubicBezTo>
                    <a:pt x="8112" y="13481"/>
                    <a:pt x="8051" y="13059"/>
                    <a:pt x="7781" y="12787"/>
                  </a:cubicBezTo>
                  <a:cubicBezTo>
                    <a:pt x="7590" y="12618"/>
                    <a:pt x="7341" y="12523"/>
                    <a:pt x="7095" y="12523"/>
                  </a:cubicBezTo>
                  <a:cubicBezTo>
                    <a:pt x="6989" y="12523"/>
                    <a:pt x="6884" y="12541"/>
                    <a:pt x="6785" y="12577"/>
                  </a:cubicBezTo>
                  <a:cubicBezTo>
                    <a:pt x="6092" y="11551"/>
                    <a:pt x="5911" y="10285"/>
                    <a:pt x="6273" y="9078"/>
                  </a:cubicBezTo>
                  <a:lnTo>
                    <a:pt x="5699" y="8926"/>
                  </a:lnTo>
                  <a:lnTo>
                    <a:pt x="5699" y="8926"/>
                  </a:lnTo>
                  <a:cubicBezTo>
                    <a:pt x="5277" y="10285"/>
                    <a:pt x="5518" y="11761"/>
                    <a:pt x="6302" y="12939"/>
                  </a:cubicBezTo>
                  <a:lnTo>
                    <a:pt x="4886" y="14355"/>
                  </a:lnTo>
                  <a:cubicBezTo>
                    <a:pt x="4010" y="13180"/>
                    <a:pt x="3528" y="11761"/>
                    <a:pt x="3528" y="10285"/>
                  </a:cubicBezTo>
                  <a:cubicBezTo>
                    <a:pt x="3528" y="8806"/>
                    <a:pt x="4010" y="7390"/>
                    <a:pt x="4886" y="6212"/>
                  </a:cubicBezTo>
                  <a:lnTo>
                    <a:pt x="6454" y="7781"/>
                  </a:lnTo>
                  <a:cubicBezTo>
                    <a:pt x="6635" y="7961"/>
                    <a:pt x="6876" y="8053"/>
                    <a:pt x="7118" y="8053"/>
                  </a:cubicBezTo>
                  <a:cubicBezTo>
                    <a:pt x="7359" y="8053"/>
                    <a:pt x="7600" y="7961"/>
                    <a:pt x="7781" y="7781"/>
                  </a:cubicBezTo>
                  <a:cubicBezTo>
                    <a:pt x="8051" y="7510"/>
                    <a:pt x="8112" y="7117"/>
                    <a:pt x="7991" y="6755"/>
                  </a:cubicBezTo>
                  <a:cubicBezTo>
                    <a:pt x="8684" y="6303"/>
                    <a:pt x="9491" y="6077"/>
                    <a:pt x="10298" y="6077"/>
                  </a:cubicBezTo>
                  <a:close/>
                  <a:moveTo>
                    <a:pt x="3981" y="5279"/>
                  </a:moveTo>
                  <a:lnTo>
                    <a:pt x="4464" y="5790"/>
                  </a:lnTo>
                  <a:cubicBezTo>
                    <a:pt x="3467" y="7057"/>
                    <a:pt x="2925" y="8656"/>
                    <a:pt x="2925" y="10285"/>
                  </a:cubicBezTo>
                  <a:cubicBezTo>
                    <a:pt x="2925" y="11913"/>
                    <a:pt x="3467" y="13510"/>
                    <a:pt x="4464" y="14777"/>
                  </a:cubicBezTo>
                  <a:lnTo>
                    <a:pt x="3981" y="15291"/>
                  </a:lnTo>
                  <a:cubicBezTo>
                    <a:pt x="2864" y="13872"/>
                    <a:pt x="2232" y="12094"/>
                    <a:pt x="2232" y="10285"/>
                  </a:cubicBezTo>
                  <a:cubicBezTo>
                    <a:pt x="2232" y="8475"/>
                    <a:pt x="2864" y="6695"/>
                    <a:pt x="3981" y="5279"/>
                  </a:cubicBezTo>
                  <a:close/>
                  <a:moveTo>
                    <a:pt x="16616" y="5279"/>
                  </a:moveTo>
                  <a:cubicBezTo>
                    <a:pt x="17733" y="6695"/>
                    <a:pt x="18365" y="8475"/>
                    <a:pt x="18365" y="10285"/>
                  </a:cubicBezTo>
                  <a:cubicBezTo>
                    <a:pt x="18365" y="12094"/>
                    <a:pt x="17733" y="13872"/>
                    <a:pt x="16616" y="15291"/>
                  </a:cubicBezTo>
                  <a:lnTo>
                    <a:pt x="14295" y="12939"/>
                  </a:lnTo>
                  <a:cubicBezTo>
                    <a:pt x="15381" y="11339"/>
                    <a:pt x="15381" y="9228"/>
                    <a:pt x="14295" y="7631"/>
                  </a:cubicBezTo>
                  <a:lnTo>
                    <a:pt x="15711" y="6212"/>
                  </a:lnTo>
                  <a:cubicBezTo>
                    <a:pt x="16587" y="7390"/>
                    <a:pt x="17069" y="8806"/>
                    <a:pt x="17069" y="10285"/>
                  </a:cubicBezTo>
                  <a:cubicBezTo>
                    <a:pt x="17069" y="11370"/>
                    <a:pt x="16828" y="12396"/>
                    <a:pt x="16346" y="13361"/>
                  </a:cubicBezTo>
                  <a:lnTo>
                    <a:pt x="16857" y="13631"/>
                  </a:lnTo>
                  <a:cubicBezTo>
                    <a:pt x="17400" y="12606"/>
                    <a:pt x="17672" y="11460"/>
                    <a:pt x="17672" y="10285"/>
                  </a:cubicBezTo>
                  <a:cubicBezTo>
                    <a:pt x="17672" y="8656"/>
                    <a:pt x="17130" y="7057"/>
                    <a:pt x="16133" y="5790"/>
                  </a:cubicBezTo>
                  <a:lnTo>
                    <a:pt x="16616" y="5279"/>
                  </a:lnTo>
                  <a:close/>
                  <a:moveTo>
                    <a:pt x="7118" y="13119"/>
                  </a:moveTo>
                  <a:cubicBezTo>
                    <a:pt x="7207" y="13119"/>
                    <a:pt x="7298" y="13148"/>
                    <a:pt x="7359" y="13240"/>
                  </a:cubicBezTo>
                  <a:cubicBezTo>
                    <a:pt x="7479" y="13361"/>
                    <a:pt x="7479" y="13571"/>
                    <a:pt x="7359" y="13723"/>
                  </a:cubicBezTo>
                  <a:lnTo>
                    <a:pt x="4613" y="16437"/>
                  </a:lnTo>
                  <a:cubicBezTo>
                    <a:pt x="4553" y="16497"/>
                    <a:pt x="4464" y="16526"/>
                    <a:pt x="4372" y="16526"/>
                  </a:cubicBezTo>
                  <a:cubicBezTo>
                    <a:pt x="4283" y="16526"/>
                    <a:pt x="4222" y="16497"/>
                    <a:pt x="4131" y="16437"/>
                  </a:cubicBezTo>
                  <a:cubicBezTo>
                    <a:pt x="4010" y="16316"/>
                    <a:pt x="4010" y="16104"/>
                    <a:pt x="4131" y="15954"/>
                  </a:cubicBezTo>
                  <a:lnTo>
                    <a:pt x="6876" y="13240"/>
                  </a:lnTo>
                  <a:cubicBezTo>
                    <a:pt x="6937" y="13148"/>
                    <a:pt x="7026" y="13119"/>
                    <a:pt x="7118" y="13119"/>
                  </a:cubicBezTo>
                  <a:close/>
                  <a:moveTo>
                    <a:pt x="13479" y="13119"/>
                  </a:moveTo>
                  <a:cubicBezTo>
                    <a:pt x="13571" y="13119"/>
                    <a:pt x="13660" y="13180"/>
                    <a:pt x="13721" y="13240"/>
                  </a:cubicBezTo>
                  <a:lnTo>
                    <a:pt x="16466" y="15954"/>
                  </a:lnTo>
                  <a:cubicBezTo>
                    <a:pt x="16526" y="16015"/>
                    <a:pt x="16555" y="16104"/>
                    <a:pt x="16555" y="16195"/>
                  </a:cubicBezTo>
                  <a:cubicBezTo>
                    <a:pt x="16555" y="16285"/>
                    <a:pt x="16526" y="16376"/>
                    <a:pt x="16466" y="16437"/>
                  </a:cubicBezTo>
                  <a:cubicBezTo>
                    <a:pt x="16390" y="16512"/>
                    <a:pt x="16300" y="16549"/>
                    <a:pt x="16213" y="16549"/>
                  </a:cubicBezTo>
                  <a:cubicBezTo>
                    <a:pt x="16127" y="16549"/>
                    <a:pt x="16044" y="16512"/>
                    <a:pt x="15984" y="16437"/>
                  </a:cubicBezTo>
                  <a:lnTo>
                    <a:pt x="13238" y="13723"/>
                  </a:lnTo>
                  <a:cubicBezTo>
                    <a:pt x="13118" y="13571"/>
                    <a:pt x="13118" y="13361"/>
                    <a:pt x="13238" y="13240"/>
                  </a:cubicBezTo>
                  <a:cubicBezTo>
                    <a:pt x="13299" y="13180"/>
                    <a:pt x="13390" y="13119"/>
                    <a:pt x="13479" y="13119"/>
                  </a:cubicBezTo>
                  <a:close/>
                  <a:moveTo>
                    <a:pt x="12968" y="14294"/>
                  </a:moveTo>
                  <a:lnTo>
                    <a:pt x="14384" y="15713"/>
                  </a:lnTo>
                  <a:cubicBezTo>
                    <a:pt x="13209" y="16586"/>
                    <a:pt x="11762" y="17069"/>
                    <a:pt x="10314" y="17069"/>
                  </a:cubicBezTo>
                  <a:cubicBezTo>
                    <a:pt x="8835" y="17069"/>
                    <a:pt x="7388" y="16586"/>
                    <a:pt x="6213" y="15713"/>
                  </a:cubicBezTo>
                  <a:lnTo>
                    <a:pt x="7629" y="14294"/>
                  </a:lnTo>
                  <a:cubicBezTo>
                    <a:pt x="8444" y="14808"/>
                    <a:pt x="9378" y="15078"/>
                    <a:pt x="10314" y="15078"/>
                  </a:cubicBezTo>
                  <a:cubicBezTo>
                    <a:pt x="11219" y="15078"/>
                    <a:pt x="12153" y="14808"/>
                    <a:pt x="12968" y="14294"/>
                  </a:cubicBezTo>
                  <a:close/>
                  <a:moveTo>
                    <a:pt x="14806" y="16135"/>
                  </a:moveTo>
                  <a:lnTo>
                    <a:pt x="15289" y="16618"/>
                  </a:lnTo>
                  <a:cubicBezTo>
                    <a:pt x="13873" y="17732"/>
                    <a:pt x="12124" y="18335"/>
                    <a:pt x="10314" y="18335"/>
                  </a:cubicBezTo>
                  <a:cubicBezTo>
                    <a:pt x="8473" y="18335"/>
                    <a:pt x="6724" y="17732"/>
                    <a:pt x="5308" y="16618"/>
                  </a:cubicBezTo>
                  <a:lnTo>
                    <a:pt x="5791" y="16135"/>
                  </a:lnTo>
                  <a:cubicBezTo>
                    <a:pt x="7086" y="17129"/>
                    <a:pt x="8654" y="17672"/>
                    <a:pt x="10314" y="17672"/>
                  </a:cubicBezTo>
                  <a:cubicBezTo>
                    <a:pt x="11943" y="17672"/>
                    <a:pt x="13511" y="17129"/>
                    <a:pt x="14806" y="16135"/>
                  </a:cubicBezTo>
                  <a:close/>
                  <a:moveTo>
                    <a:pt x="8746" y="18818"/>
                  </a:moveTo>
                  <a:cubicBezTo>
                    <a:pt x="9257" y="18910"/>
                    <a:pt x="9771" y="18939"/>
                    <a:pt x="10314" y="18939"/>
                  </a:cubicBezTo>
                  <a:cubicBezTo>
                    <a:pt x="10826" y="18939"/>
                    <a:pt x="11308" y="18910"/>
                    <a:pt x="11822" y="18818"/>
                  </a:cubicBezTo>
                  <a:lnTo>
                    <a:pt x="11822" y="18818"/>
                  </a:lnTo>
                  <a:cubicBezTo>
                    <a:pt x="11641" y="19481"/>
                    <a:pt x="11007" y="19964"/>
                    <a:pt x="10283" y="19964"/>
                  </a:cubicBezTo>
                  <a:cubicBezTo>
                    <a:pt x="9530" y="19964"/>
                    <a:pt x="8927" y="19481"/>
                    <a:pt x="8746" y="18818"/>
                  </a:cubicBezTo>
                  <a:close/>
                  <a:moveTo>
                    <a:pt x="10283" y="0"/>
                  </a:moveTo>
                  <a:cubicBezTo>
                    <a:pt x="9168" y="0"/>
                    <a:pt x="8232" y="816"/>
                    <a:pt x="8083" y="1901"/>
                  </a:cubicBezTo>
                  <a:cubicBezTo>
                    <a:pt x="6905" y="2232"/>
                    <a:pt x="5791" y="2775"/>
                    <a:pt x="4855" y="3559"/>
                  </a:cubicBezTo>
                  <a:cubicBezTo>
                    <a:pt x="4705" y="3469"/>
                    <a:pt x="4553" y="3438"/>
                    <a:pt x="4372" y="3438"/>
                  </a:cubicBezTo>
                  <a:cubicBezTo>
                    <a:pt x="4131" y="3438"/>
                    <a:pt x="3890" y="3530"/>
                    <a:pt x="3709" y="3711"/>
                  </a:cubicBezTo>
                  <a:cubicBezTo>
                    <a:pt x="3528" y="3892"/>
                    <a:pt x="3438" y="4133"/>
                    <a:pt x="3438" y="4374"/>
                  </a:cubicBezTo>
                  <a:cubicBezTo>
                    <a:pt x="3438" y="4524"/>
                    <a:pt x="3467" y="4705"/>
                    <a:pt x="3559" y="4825"/>
                  </a:cubicBezTo>
                  <a:cubicBezTo>
                    <a:pt x="2775" y="5790"/>
                    <a:pt x="2232" y="6907"/>
                    <a:pt x="1931" y="8082"/>
                  </a:cubicBezTo>
                  <a:cubicBezTo>
                    <a:pt x="814" y="8234"/>
                    <a:pt x="1" y="9168"/>
                    <a:pt x="1" y="10285"/>
                  </a:cubicBezTo>
                  <a:cubicBezTo>
                    <a:pt x="1" y="11399"/>
                    <a:pt x="814" y="12335"/>
                    <a:pt x="1931" y="12485"/>
                  </a:cubicBezTo>
                  <a:cubicBezTo>
                    <a:pt x="2232" y="13662"/>
                    <a:pt x="2775" y="14777"/>
                    <a:pt x="3559" y="15742"/>
                  </a:cubicBezTo>
                  <a:cubicBezTo>
                    <a:pt x="3347" y="16104"/>
                    <a:pt x="3407" y="16557"/>
                    <a:pt x="3709" y="16859"/>
                  </a:cubicBezTo>
                  <a:cubicBezTo>
                    <a:pt x="3890" y="17040"/>
                    <a:pt x="4131" y="17129"/>
                    <a:pt x="4372" y="17129"/>
                  </a:cubicBezTo>
                  <a:cubicBezTo>
                    <a:pt x="4553" y="17129"/>
                    <a:pt x="4705" y="17100"/>
                    <a:pt x="4855" y="17008"/>
                  </a:cubicBezTo>
                  <a:cubicBezTo>
                    <a:pt x="5791" y="17793"/>
                    <a:pt x="6905" y="18367"/>
                    <a:pt x="8083" y="18668"/>
                  </a:cubicBezTo>
                  <a:cubicBezTo>
                    <a:pt x="8232" y="19754"/>
                    <a:pt x="9168" y="20567"/>
                    <a:pt x="10283" y="20567"/>
                  </a:cubicBezTo>
                  <a:cubicBezTo>
                    <a:pt x="11400" y="20567"/>
                    <a:pt x="12305" y="19754"/>
                    <a:pt x="12454" y="18668"/>
                  </a:cubicBezTo>
                  <a:cubicBezTo>
                    <a:pt x="13660" y="18367"/>
                    <a:pt x="14777" y="17793"/>
                    <a:pt x="15742" y="17008"/>
                  </a:cubicBezTo>
                  <a:cubicBezTo>
                    <a:pt x="15892" y="17100"/>
                    <a:pt x="16044" y="17129"/>
                    <a:pt x="16225" y="17129"/>
                  </a:cubicBezTo>
                  <a:cubicBezTo>
                    <a:pt x="16466" y="17129"/>
                    <a:pt x="16707" y="17040"/>
                    <a:pt x="16888" y="16859"/>
                  </a:cubicBezTo>
                  <a:cubicBezTo>
                    <a:pt x="17069" y="16678"/>
                    <a:pt x="17159" y="16466"/>
                    <a:pt x="17159" y="16195"/>
                  </a:cubicBezTo>
                  <a:cubicBezTo>
                    <a:pt x="17159" y="16043"/>
                    <a:pt x="17130" y="15863"/>
                    <a:pt x="17038" y="15742"/>
                  </a:cubicBezTo>
                  <a:cubicBezTo>
                    <a:pt x="17822" y="14777"/>
                    <a:pt x="18365" y="13662"/>
                    <a:pt x="18698" y="12485"/>
                  </a:cubicBezTo>
                  <a:cubicBezTo>
                    <a:pt x="19752" y="12304"/>
                    <a:pt x="20568" y="11399"/>
                    <a:pt x="20568" y="10285"/>
                  </a:cubicBezTo>
                  <a:cubicBezTo>
                    <a:pt x="20568" y="9168"/>
                    <a:pt x="19752" y="8263"/>
                    <a:pt x="18698" y="8113"/>
                  </a:cubicBezTo>
                  <a:cubicBezTo>
                    <a:pt x="18365" y="6907"/>
                    <a:pt x="17822" y="5790"/>
                    <a:pt x="17038" y="4825"/>
                  </a:cubicBezTo>
                  <a:cubicBezTo>
                    <a:pt x="17250" y="4463"/>
                    <a:pt x="17190" y="4012"/>
                    <a:pt x="16888" y="3711"/>
                  </a:cubicBezTo>
                  <a:cubicBezTo>
                    <a:pt x="16706" y="3529"/>
                    <a:pt x="16459" y="3435"/>
                    <a:pt x="16211" y="3435"/>
                  </a:cubicBezTo>
                  <a:cubicBezTo>
                    <a:pt x="16049" y="3435"/>
                    <a:pt x="15886" y="3475"/>
                    <a:pt x="15742" y="3559"/>
                  </a:cubicBezTo>
                  <a:cubicBezTo>
                    <a:pt x="14777" y="2775"/>
                    <a:pt x="13660" y="2203"/>
                    <a:pt x="12454" y="1901"/>
                  </a:cubicBezTo>
                  <a:cubicBezTo>
                    <a:pt x="12305" y="816"/>
                    <a:pt x="11400" y="0"/>
                    <a:pt x="10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41"/>
            <p:cNvSpPr/>
            <p:nvPr/>
          </p:nvSpPr>
          <p:spPr>
            <a:xfrm>
              <a:off x="1968334" y="2125477"/>
              <a:ext cx="14405" cy="15145"/>
            </a:xfrm>
            <a:custGeom>
              <a:avLst/>
              <a:gdLst/>
              <a:ahLst/>
              <a:cxnLst/>
              <a:rect l="l" t="t" r="r" b="b"/>
              <a:pathLst>
                <a:path w="604" h="635" extrusionOk="0">
                  <a:moveTo>
                    <a:pt x="0" y="0"/>
                  </a:moveTo>
                  <a:lnTo>
                    <a:pt x="0" y="635"/>
                  </a:lnTo>
                  <a:lnTo>
                    <a:pt x="603" y="635"/>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1"/>
            <p:cNvSpPr/>
            <p:nvPr/>
          </p:nvSpPr>
          <p:spPr>
            <a:xfrm>
              <a:off x="2244517" y="2125477"/>
              <a:ext cx="14405" cy="15145"/>
            </a:xfrm>
            <a:custGeom>
              <a:avLst/>
              <a:gdLst/>
              <a:ahLst/>
              <a:cxnLst/>
              <a:rect l="l" t="t" r="r" b="b"/>
              <a:pathLst>
                <a:path w="604" h="635" extrusionOk="0">
                  <a:moveTo>
                    <a:pt x="0" y="0"/>
                  </a:moveTo>
                  <a:lnTo>
                    <a:pt x="0" y="635"/>
                  </a:lnTo>
                  <a:lnTo>
                    <a:pt x="604" y="635"/>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 name="Google Shape;336;p41"/>
          <p:cNvGrpSpPr/>
          <p:nvPr/>
        </p:nvGrpSpPr>
        <p:grpSpPr>
          <a:xfrm>
            <a:off x="1221522" y="3265063"/>
            <a:ext cx="238118" cy="491238"/>
            <a:chOff x="1292234" y="2634007"/>
            <a:chExt cx="238118" cy="491238"/>
          </a:xfrm>
        </p:grpSpPr>
        <p:sp>
          <p:nvSpPr>
            <p:cNvPr id="337" name="Google Shape;337;p41"/>
            <p:cNvSpPr/>
            <p:nvPr/>
          </p:nvSpPr>
          <p:spPr>
            <a:xfrm>
              <a:off x="1292234" y="2634007"/>
              <a:ext cx="238118" cy="491238"/>
            </a:xfrm>
            <a:custGeom>
              <a:avLst/>
              <a:gdLst/>
              <a:ahLst/>
              <a:cxnLst/>
              <a:rect l="l" t="t" r="r" b="b"/>
              <a:pathLst>
                <a:path w="9984" h="20597" extrusionOk="0">
                  <a:moveTo>
                    <a:pt x="8054" y="603"/>
                  </a:moveTo>
                  <a:cubicBezTo>
                    <a:pt x="8597" y="603"/>
                    <a:pt x="9019" y="1055"/>
                    <a:pt x="9019" y="1597"/>
                  </a:cubicBezTo>
                  <a:lnTo>
                    <a:pt x="9019" y="4886"/>
                  </a:lnTo>
                  <a:lnTo>
                    <a:pt x="1902" y="4886"/>
                  </a:lnTo>
                  <a:lnTo>
                    <a:pt x="1902" y="1597"/>
                  </a:lnTo>
                  <a:cubicBezTo>
                    <a:pt x="1902" y="1055"/>
                    <a:pt x="2353" y="603"/>
                    <a:pt x="2896" y="603"/>
                  </a:cubicBezTo>
                  <a:close/>
                  <a:moveTo>
                    <a:pt x="9019" y="5489"/>
                  </a:moveTo>
                  <a:lnTo>
                    <a:pt x="9019" y="6152"/>
                  </a:lnTo>
                  <a:lnTo>
                    <a:pt x="1902" y="6152"/>
                  </a:lnTo>
                  <a:lnTo>
                    <a:pt x="1902" y="5489"/>
                  </a:lnTo>
                  <a:close/>
                  <a:moveTo>
                    <a:pt x="2565" y="6755"/>
                  </a:moveTo>
                  <a:lnTo>
                    <a:pt x="2565" y="7448"/>
                  </a:lnTo>
                  <a:lnTo>
                    <a:pt x="1902" y="7448"/>
                  </a:lnTo>
                  <a:lnTo>
                    <a:pt x="1902" y="6755"/>
                  </a:lnTo>
                  <a:close/>
                  <a:moveTo>
                    <a:pt x="3861" y="6755"/>
                  </a:moveTo>
                  <a:lnTo>
                    <a:pt x="3861" y="7448"/>
                  </a:lnTo>
                  <a:lnTo>
                    <a:pt x="3168" y="7448"/>
                  </a:lnTo>
                  <a:lnTo>
                    <a:pt x="3168" y="6755"/>
                  </a:lnTo>
                  <a:close/>
                  <a:moveTo>
                    <a:pt x="5159" y="6755"/>
                  </a:moveTo>
                  <a:lnTo>
                    <a:pt x="5159" y="7448"/>
                  </a:lnTo>
                  <a:lnTo>
                    <a:pt x="4464" y="7448"/>
                  </a:lnTo>
                  <a:lnTo>
                    <a:pt x="4464" y="6755"/>
                  </a:lnTo>
                  <a:close/>
                  <a:moveTo>
                    <a:pt x="6425" y="6755"/>
                  </a:moveTo>
                  <a:lnTo>
                    <a:pt x="6425" y="7448"/>
                  </a:lnTo>
                  <a:lnTo>
                    <a:pt x="5762" y="7448"/>
                  </a:lnTo>
                  <a:lnTo>
                    <a:pt x="5762" y="6755"/>
                  </a:lnTo>
                  <a:close/>
                  <a:moveTo>
                    <a:pt x="7721" y="6755"/>
                  </a:moveTo>
                  <a:lnTo>
                    <a:pt x="7721" y="7448"/>
                  </a:lnTo>
                  <a:lnTo>
                    <a:pt x="7028" y="7448"/>
                  </a:lnTo>
                  <a:lnTo>
                    <a:pt x="7028" y="6755"/>
                  </a:lnTo>
                  <a:close/>
                  <a:moveTo>
                    <a:pt x="9019" y="6755"/>
                  </a:moveTo>
                  <a:lnTo>
                    <a:pt x="9019" y="7448"/>
                  </a:lnTo>
                  <a:lnTo>
                    <a:pt x="8324" y="7448"/>
                  </a:lnTo>
                  <a:lnTo>
                    <a:pt x="8324" y="6755"/>
                  </a:lnTo>
                  <a:close/>
                  <a:moveTo>
                    <a:pt x="1299" y="9498"/>
                  </a:moveTo>
                  <a:lnTo>
                    <a:pt x="1299" y="16888"/>
                  </a:lnTo>
                  <a:lnTo>
                    <a:pt x="604" y="16555"/>
                  </a:lnTo>
                  <a:lnTo>
                    <a:pt x="604" y="9860"/>
                  </a:lnTo>
                  <a:lnTo>
                    <a:pt x="1299" y="9498"/>
                  </a:lnTo>
                  <a:close/>
                  <a:moveTo>
                    <a:pt x="9019" y="17069"/>
                  </a:moveTo>
                  <a:lnTo>
                    <a:pt x="9019" y="17732"/>
                  </a:lnTo>
                  <a:lnTo>
                    <a:pt x="1902" y="17732"/>
                  </a:lnTo>
                  <a:lnTo>
                    <a:pt x="1902" y="17069"/>
                  </a:lnTo>
                  <a:close/>
                  <a:moveTo>
                    <a:pt x="9019" y="18336"/>
                  </a:moveTo>
                  <a:lnTo>
                    <a:pt x="9019" y="19993"/>
                  </a:lnTo>
                  <a:lnTo>
                    <a:pt x="1902" y="19993"/>
                  </a:lnTo>
                  <a:lnTo>
                    <a:pt x="1902" y="18336"/>
                  </a:lnTo>
                  <a:close/>
                  <a:moveTo>
                    <a:pt x="2896" y="0"/>
                  </a:moveTo>
                  <a:cubicBezTo>
                    <a:pt x="2022" y="0"/>
                    <a:pt x="1299" y="724"/>
                    <a:pt x="1299" y="1597"/>
                  </a:cubicBezTo>
                  <a:lnTo>
                    <a:pt x="1299" y="4886"/>
                  </a:lnTo>
                  <a:lnTo>
                    <a:pt x="966" y="4886"/>
                  </a:lnTo>
                  <a:lnTo>
                    <a:pt x="966" y="5489"/>
                  </a:lnTo>
                  <a:lnTo>
                    <a:pt x="1299" y="5489"/>
                  </a:lnTo>
                  <a:lnTo>
                    <a:pt x="1299" y="8835"/>
                  </a:lnTo>
                  <a:lnTo>
                    <a:pt x="604" y="9168"/>
                  </a:lnTo>
                  <a:lnTo>
                    <a:pt x="604" y="8384"/>
                  </a:lnTo>
                  <a:lnTo>
                    <a:pt x="1" y="8384"/>
                  </a:lnTo>
                  <a:lnTo>
                    <a:pt x="1" y="18034"/>
                  </a:lnTo>
                  <a:lnTo>
                    <a:pt x="604" y="18034"/>
                  </a:lnTo>
                  <a:lnTo>
                    <a:pt x="604" y="17219"/>
                  </a:lnTo>
                  <a:lnTo>
                    <a:pt x="1299" y="17580"/>
                  </a:lnTo>
                  <a:lnTo>
                    <a:pt x="1299" y="20596"/>
                  </a:lnTo>
                  <a:lnTo>
                    <a:pt x="9622" y="20596"/>
                  </a:lnTo>
                  <a:lnTo>
                    <a:pt x="9622" y="10314"/>
                  </a:lnTo>
                  <a:lnTo>
                    <a:pt x="9019" y="10314"/>
                  </a:lnTo>
                  <a:lnTo>
                    <a:pt x="9019" y="16466"/>
                  </a:lnTo>
                  <a:lnTo>
                    <a:pt x="1902" y="16466"/>
                  </a:lnTo>
                  <a:lnTo>
                    <a:pt x="1902" y="8051"/>
                  </a:lnTo>
                  <a:lnTo>
                    <a:pt x="9019" y="8051"/>
                  </a:lnTo>
                  <a:lnTo>
                    <a:pt x="9019" y="9016"/>
                  </a:lnTo>
                  <a:lnTo>
                    <a:pt x="9622" y="9016"/>
                  </a:lnTo>
                  <a:lnTo>
                    <a:pt x="9622" y="5489"/>
                  </a:lnTo>
                  <a:lnTo>
                    <a:pt x="9984" y="5489"/>
                  </a:lnTo>
                  <a:lnTo>
                    <a:pt x="9984" y="4886"/>
                  </a:lnTo>
                  <a:lnTo>
                    <a:pt x="9622" y="4886"/>
                  </a:lnTo>
                  <a:lnTo>
                    <a:pt x="9622" y="1597"/>
                  </a:lnTo>
                  <a:cubicBezTo>
                    <a:pt x="9622" y="724"/>
                    <a:pt x="8927" y="0"/>
                    <a:pt x="80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41"/>
            <p:cNvSpPr/>
            <p:nvPr/>
          </p:nvSpPr>
          <p:spPr>
            <a:xfrm>
              <a:off x="1362043" y="2664893"/>
              <a:ext cx="121540" cy="23039"/>
            </a:xfrm>
            <a:custGeom>
              <a:avLst/>
              <a:gdLst/>
              <a:ahLst/>
              <a:cxnLst/>
              <a:rect l="l" t="t" r="r" b="b"/>
              <a:pathLst>
                <a:path w="5096" h="966" extrusionOk="0">
                  <a:moveTo>
                    <a:pt x="0" y="1"/>
                  </a:moveTo>
                  <a:cubicBezTo>
                    <a:pt x="0" y="515"/>
                    <a:pt x="422" y="966"/>
                    <a:pt x="934" y="966"/>
                  </a:cubicBezTo>
                  <a:lnTo>
                    <a:pt x="4162" y="966"/>
                  </a:lnTo>
                  <a:cubicBezTo>
                    <a:pt x="4673" y="966"/>
                    <a:pt x="5095" y="515"/>
                    <a:pt x="5095" y="1"/>
                  </a:cubicBezTo>
                  <a:lnTo>
                    <a:pt x="4492" y="1"/>
                  </a:lnTo>
                  <a:cubicBezTo>
                    <a:pt x="4492" y="182"/>
                    <a:pt x="4343" y="363"/>
                    <a:pt x="4162" y="363"/>
                  </a:cubicBezTo>
                  <a:lnTo>
                    <a:pt x="934" y="363"/>
                  </a:lnTo>
                  <a:cubicBezTo>
                    <a:pt x="753" y="363"/>
                    <a:pt x="603" y="182"/>
                    <a:pt x="6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1"/>
            <p:cNvSpPr/>
            <p:nvPr/>
          </p:nvSpPr>
          <p:spPr>
            <a:xfrm>
              <a:off x="1476356" y="2849015"/>
              <a:ext cx="14405" cy="153260"/>
            </a:xfrm>
            <a:custGeom>
              <a:avLst/>
              <a:gdLst/>
              <a:ahLst/>
              <a:cxnLst/>
              <a:rect l="l" t="t" r="r" b="b"/>
              <a:pathLst>
                <a:path w="604" h="6426" extrusionOk="0">
                  <a:moveTo>
                    <a:pt x="1" y="1"/>
                  </a:moveTo>
                  <a:lnTo>
                    <a:pt x="1" y="6425"/>
                  </a:lnTo>
                  <a:lnTo>
                    <a:pt x="604" y="642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1"/>
            <p:cNvSpPr/>
            <p:nvPr/>
          </p:nvSpPr>
          <p:spPr>
            <a:xfrm>
              <a:off x="1361280" y="2842575"/>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1"/>
            <p:cNvSpPr/>
            <p:nvPr/>
          </p:nvSpPr>
          <p:spPr>
            <a:xfrm>
              <a:off x="1361280" y="2888606"/>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 name="Google Shape;342;p41"/>
          <p:cNvGrpSpPr/>
          <p:nvPr/>
        </p:nvGrpSpPr>
        <p:grpSpPr>
          <a:xfrm>
            <a:off x="5102454" y="3265063"/>
            <a:ext cx="490547" cy="491238"/>
            <a:chOff x="1868379" y="2634007"/>
            <a:chExt cx="490547" cy="491238"/>
          </a:xfrm>
        </p:grpSpPr>
        <p:sp>
          <p:nvSpPr>
            <p:cNvPr id="343" name="Google Shape;343;p41"/>
            <p:cNvSpPr/>
            <p:nvPr/>
          </p:nvSpPr>
          <p:spPr>
            <a:xfrm>
              <a:off x="2128749" y="2704484"/>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1"/>
            <p:cNvSpPr/>
            <p:nvPr/>
          </p:nvSpPr>
          <p:spPr>
            <a:xfrm>
              <a:off x="2082719" y="2704484"/>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41"/>
            <p:cNvSpPr/>
            <p:nvPr/>
          </p:nvSpPr>
          <p:spPr>
            <a:xfrm>
              <a:off x="2105734" y="2750514"/>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41"/>
            <p:cNvSpPr/>
            <p:nvPr/>
          </p:nvSpPr>
          <p:spPr>
            <a:xfrm>
              <a:off x="2105734" y="2995740"/>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1"/>
            <p:cNvSpPr/>
            <p:nvPr/>
          </p:nvSpPr>
          <p:spPr>
            <a:xfrm>
              <a:off x="2128749" y="3041770"/>
              <a:ext cx="15836" cy="14429"/>
            </a:xfrm>
            <a:custGeom>
              <a:avLst/>
              <a:gdLst/>
              <a:ahLst/>
              <a:cxnLst/>
              <a:rect l="l" t="t" r="r" b="b"/>
              <a:pathLst>
                <a:path w="664" h="605"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41"/>
            <p:cNvSpPr/>
            <p:nvPr/>
          </p:nvSpPr>
          <p:spPr>
            <a:xfrm>
              <a:off x="2082719" y="3041770"/>
              <a:ext cx="15836" cy="14429"/>
            </a:xfrm>
            <a:custGeom>
              <a:avLst/>
              <a:gdLst/>
              <a:ahLst/>
              <a:cxnLst/>
              <a:rect l="l" t="t" r="r" b="b"/>
              <a:pathLst>
                <a:path w="664" h="605"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41"/>
            <p:cNvSpPr/>
            <p:nvPr/>
          </p:nvSpPr>
          <p:spPr>
            <a:xfrm>
              <a:off x="1868379" y="2634007"/>
              <a:ext cx="490547" cy="491238"/>
            </a:xfrm>
            <a:custGeom>
              <a:avLst/>
              <a:gdLst/>
              <a:ahLst/>
              <a:cxnLst/>
              <a:rect l="l" t="t" r="r" b="b"/>
              <a:pathLst>
                <a:path w="20568" h="20597" extrusionOk="0">
                  <a:moveTo>
                    <a:pt x="17701" y="8051"/>
                  </a:moveTo>
                  <a:cubicBezTo>
                    <a:pt x="18939" y="8051"/>
                    <a:pt x="19964" y="9076"/>
                    <a:pt x="19964" y="10314"/>
                  </a:cubicBezTo>
                  <a:cubicBezTo>
                    <a:pt x="19964" y="11580"/>
                    <a:pt x="18939" y="12606"/>
                    <a:pt x="17701" y="12606"/>
                  </a:cubicBezTo>
                  <a:lnTo>
                    <a:pt x="2864" y="12606"/>
                  </a:lnTo>
                  <a:cubicBezTo>
                    <a:pt x="1598" y="12606"/>
                    <a:pt x="604" y="11580"/>
                    <a:pt x="604" y="10314"/>
                  </a:cubicBezTo>
                  <a:cubicBezTo>
                    <a:pt x="604" y="9076"/>
                    <a:pt x="1598" y="8051"/>
                    <a:pt x="2864" y="8051"/>
                  </a:cubicBezTo>
                  <a:close/>
                  <a:moveTo>
                    <a:pt x="10254" y="0"/>
                  </a:moveTo>
                  <a:cubicBezTo>
                    <a:pt x="8686" y="0"/>
                    <a:pt x="7388" y="1296"/>
                    <a:pt x="7388" y="2895"/>
                  </a:cubicBezTo>
                  <a:lnTo>
                    <a:pt x="7388" y="7448"/>
                  </a:lnTo>
                  <a:lnTo>
                    <a:pt x="2864" y="7448"/>
                  </a:lnTo>
                  <a:cubicBezTo>
                    <a:pt x="1267" y="7448"/>
                    <a:pt x="1" y="8746"/>
                    <a:pt x="1" y="10314"/>
                  </a:cubicBezTo>
                  <a:cubicBezTo>
                    <a:pt x="1" y="11911"/>
                    <a:pt x="1267" y="13209"/>
                    <a:pt x="2864" y="13209"/>
                  </a:cubicBezTo>
                  <a:lnTo>
                    <a:pt x="12546" y="13209"/>
                  </a:lnTo>
                  <a:lnTo>
                    <a:pt x="12546" y="17732"/>
                  </a:lnTo>
                  <a:cubicBezTo>
                    <a:pt x="12546" y="18968"/>
                    <a:pt x="11520" y="19993"/>
                    <a:pt x="10254" y="19993"/>
                  </a:cubicBezTo>
                  <a:cubicBezTo>
                    <a:pt x="9016" y="19993"/>
                    <a:pt x="7991" y="18968"/>
                    <a:pt x="7991" y="17732"/>
                  </a:cubicBezTo>
                  <a:lnTo>
                    <a:pt x="7991" y="14174"/>
                  </a:lnTo>
                  <a:lnTo>
                    <a:pt x="7388" y="14174"/>
                  </a:lnTo>
                  <a:lnTo>
                    <a:pt x="7388" y="17732"/>
                  </a:lnTo>
                  <a:cubicBezTo>
                    <a:pt x="7388" y="19301"/>
                    <a:pt x="8686" y="20596"/>
                    <a:pt x="10254" y="20596"/>
                  </a:cubicBezTo>
                  <a:cubicBezTo>
                    <a:pt x="11851" y="20596"/>
                    <a:pt x="13149" y="19301"/>
                    <a:pt x="13149" y="17732"/>
                  </a:cubicBezTo>
                  <a:lnTo>
                    <a:pt x="13149" y="13209"/>
                  </a:lnTo>
                  <a:lnTo>
                    <a:pt x="17701" y="13209"/>
                  </a:lnTo>
                  <a:cubicBezTo>
                    <a:pt x="19270" y="13209"/>
                    <a:pt x="20568" y="11911"/>
                    <a:pt x="20568" y="10314"/>
                  </a:cubicBezTo>
                  <a:cubicBezTo>
                    <a:pt x="20568" y="8746"/>
                    <a:pt x="19270" y="7448"/>
                    <a:pt x="17701" y="7448"/>
                  </a:cubicBezTo>
                  <a:lnTo>
                    <a:pt x="7991" y="7448"/>
                  </a:lnTo>
                  <a:lnTo>
                    <a:pt x="7991" y="2895"/>
                  </a:lnTo>
                  <a:cubicBezTo>
                    <a:pt x="7991" y="1629"/>
                    <a:pt x="9016" y="603"/>
                    <a:pt x="10254" y="603"/>
                  </a:cubicBezTo>
                  <a:cubicBezTo>
                    <a:pt x="11520" y="603"/>
                    <a:pt x="12546" y="1629"/>
                    <a:pt x="12546" y="2895"/>
                  </a:cubicBezTo>
                  <a:lnTo>
                    <a:pt x="12546" y="6454"/>
                  </a:lnTo>
                  <a:lnTo>
                    <a:pt x="13149" y="6454"/>
                  </a:lnTo>
                  <a:lnTo>
                    <a:pt x="13149" y="2895"/>
                  </a:lnTo>
                  <a:cubicBezTo>
                    <a:pt x="13149" y="1296"/>
                    <a:pt x="11851" y="0"/>
                    <a:pt x="102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41"/>
            <p:cNvSpPr/>
            <p:nvPr/>
          </p:nvSpPr>
          <p:spPr>
            <a:xfrm>
              <a:off x="2059704" y="2842575"/>
              <a:ext cx="106466" cy="75509"/>
            </a:xfrm>
            <a:custGeom>
              <a:avLst/>
              <a:gdLst/>
              <a:ahLst/>
              <a:cxnLst/>
              <a:rect l="l" t="t" r="r" b="b"/>
              <a:pathLst>
                <a:path w="4464" h="3166" extrusionOk="0">
                  <a:moveTo>
                    <a:pt x="3860" y="604"/>
                  </a:moveTo>
                  <a:lnTo>
                    <a:pt x="3860" y="2563"/>
                  </a:lnTo>
                  <a:lnTo>
                    <a:pt x="603" y="2563"/>
                  </a:lnTo>
                  <a:lnTo>
                    <a:pt x="603" y="604"/>
                  </a:lnTo>
                  <a:close/>
                  <a:moveTo>
                    <a:pt x="0" y="1"/>
                  </a:moveTo>
                  <a:lnTo>
                    <a:pt x="0" y="3166"/>
                  </a:lnTo>
                  <a:lnTo>
                    <a:pt x="4463" y="3166"/>
                  </a:lnTo>
                  <a:lnTo>
                    <a:pt x="44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41"/>
            <p:cNvSpPr/>
            <p:nvPr/>
          </p:nvSpPr>
          <p:spPr>
            <a:xfrm>
              <a:off x="1937425" y="2849015"/>
              <a:ext cx="14405" cy="15169"/>
            </a:xfrm>
            <a:custGeom>
              <a:avLst/>
              <a:gdLst/>
              <a:ahLst/>
              <a:cxnLst/>
              <a:rect l="l" t="t" r="r" b="b"/>
              <a:pathLst>
                <a:path w="604"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41"/>
            <p:cNvSpPr/>
            <p:nvPr/>
          </p:nvSpPr>
          <p:spPr>
            <a:xfrm>
              <a:off x="1937425" y="2895045"/>
              <a:ext cx="14405" cy="15169"/>
            </a:xfrm>
            <a:custGeom>
              <a:avLst/>
              <a:gdLst/>
              <a:ahLst/>
              <a:cxnLst/>
              <a:rect l="l" t="t" r="r" b="b"/>
              <a:pathLst>
                <a:path w="604"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41"/>
            <p:cNvSpPr/>
            <p:nvPr/>
          </p:nvSpPr>
          <p:spPr>
            <a:xfrm>
              <a:off x="1983455" y="2872030"/>
              <a:ext cx="14405" cy="15169"/>
            </a:xfrm>
            <a:custGeom>
              <a:avLst/>
              <a:gdLst/>
              <a:ahLst/>
              <a:cxnLst/>
              <a:rect l="l" t="t" r="r" b="b"/>
              <a:pathLst>
                <a:path w="604"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41"/>
            <p:cNvSpPr/>
            <p:nvPr/>
          </p:nvSpPr>
          <p:spPr>
            <a:xfrm>
              <a:off x="2228681" y="2872030"/>
              <a:ext cx="14429" cy="15169"/>
            </a:xfrm>
            <a:custGeom>
              <a:avLst/>
              <a:gdLst/>
              <a:ahLst/>
              <a:cxnLst/>
              <a:rect l="l" t="t" r="r" b="b"/>
              <a:pathLst>
                <a:path w="605"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41"/>
            <p:cNvSpPr/>
            <p:nvPr/>
          </p:nvSpPr>
          <p:spPr>
            <a:xfrm>
              <a:off x="2274711" y="2849015"/>
              <a:ext cx="14429" cy="15169"/>
            </a:xfrm>
            <a:custGeom>
              <a:avLst/>
              <a:gdLst/>
              <a:ahLst/>
              <a:cxnLst/>
              <a:rect l="l" t="t" r="r" b="b"/>
              <a:pathLst>
                <a:path w="605"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1"/>
            <p:cNvSpPr/>
            <p:nvPr/>
          </p:nvSpPr>
          <p:spPr>
            <a:xfrm>
              <a:off x="2274711" y="2895045"/>
              <a:ext cx="14429" cy="15169"/>
            </a:xfrm>
            <a:custGeom>
              <a:avLst/>
              <a:gdLst/>
              <a:ahLst/>
              <a:cxnLst/>
              <a:rect l="l" t="t" r="r" b="b"/>
              <a:pathLst>
                <a:path w="605"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1"/>
            <p:cNvSpPr/>
            <p:nvPr/>
          </p:nvSpPr>
          <p:spPr>
            <a:xfrm>
              <a:off x="2013673" y="2833942"/>
              <a:ext cx="14405" cy="92085"/>
            </a:xfrm>
            <a:custGeom>
              <a:avLst/>
              <a:gdLst/>
              <a:ahLst/>
              <a:cxnLst/>
              <a:rect l="l" t="t" r="r" b="b"/>
              <a:pathLst>
                <a:path w="604" h="3861" extrusionOk="0">
                  <a:moveTo>
                    <a:pt x="0" y="1"/>
                  </a:moveTo>
                  <a:lnTo>
                    <a:pt x="0" y="3861"/>
                  </a:lnTo>
                  <a:lnTo>
                    <a:pt x="603" y="3861"/>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41"/>
            <p:cNvSpPr/>
            <p:nvPr/>
          </p:nvSpPr>
          <p:spPr>
            <a:xfrm>
              <a:off x="2197795" y="2833942"/>
              <a:ext cx="14405" cy="92085"/>
            </a:xfrm>
            <a:custGeom>
              <a:avLst/>
              <a:gdLst/>
              <a:ahLst/>
              <a:cxnLst/>
              <a:rect l="l" t="t" r="r" b="b"/>
              <a:pathLst>
                <a:path w="604" h="3861" extrusionOk="0">
                  <a:moveTo>
                    <a:pt x="0" y="1"/>
                  </a:moveTo>
                  <a:lnTo>
                    <a:pt x="0" y="3861"/>
                  </a:lnTo>
                  <a:lnTo>
                    <a:pt x="604" y="3861"/>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41"/>
            <p:cNvSpPr/>
            <p:nvPr/>
          </p:nvSpPr>
          <p:spPr>
            <a:xfrm>
              <a:off x="2067574" y="2780732"/>
              <a:ext cx="92085" cy="14405"/>
            </a:xfrm>
            <a:custGeom>
              <a:avLst/>
              <a:gdLst/>
              <a:ahLst/>
              <a:cxnLst/>
              <a:rect l="l" t="t" r="r" b="b"/>
              <a:pathLst>
                <a:path w="3861" h="604" extrusionOk="0">
                  <a:moveTo>
                    <a:pt x="1" y="0"/>
                  </a:moveTo>
                  <a:lnTo>
                    <a:pt x="1" y="603"/>
                  </a:lnTo>
                  <a:lnTo>
                    <a:pt x="3861" y="603"/>
                  </a:lnTo>
                  <a:lnTo>
                    <a:pt x="38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41"/>
            <p:cNvSpPr/>
            <p:nvPr/>
          </p:nvSpPr>
          <p:spPr>
            <a:xfrm>
              <a:off x="2067574" y="2964854"/>
              <a:ext cx="92085" cy="14405"/>
            </a:xfrm>
            <a:custGeom>
              <a:avLst/>
              <a:gdLst/>
              <a:ahLst/>
              <a:cxnLst/>
              <a:rect l="l" t="t" r="r" b="b"/>
              <a:pathLst>
                <a:path w="3861" h="604" extrusionOk="0">
                  <a:moveTo>
                    <a:pt x="1" y="0"/>
                  </a:moveTo>
                  <a:lnTo>
                    <a:pt x="1" y="603"/>
                  </a:lnTo>
                  <a:lnTo>
                    <a:pt x="3861" y="603"/>
                  </a:lnTo>
                  <a:lnTo>
                    <a:pt x="38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64"/>
        <p:cNvGrpSpPr/>
        <p:nvPr/>
      </p:nvGrpSpPr>
      <p:grpSpPr>
        <a:xfrm>
          <a:off x="0" y="0"/>
          <a:ext cx="0" cy="0"/>
          <a:chOff x="0" y="0"/>
          <a:chExt cx="0" cy="0"/>
        </a:xfrm>
      </p:grpSpPr>
      <p:sp>
        <p:nvSpPr>
          <p:cNvPr id="365" name="Google Shape;365;p42"/>
          <p:cNvSpPr txBox="1">
            <a:spLocks noGrp="1"/>
          </p:cNvSpPr>
          <p:nvPr>
            <p:ph type="subTitle" idx="2"/>
          </p:nvPr>
        </p:nvSpPr>
        <p:spPr>
          <a:xfrm>
            <a:off x="3582448" y="2246798"/>
            <a:ext cx="1975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366" name="Google Shape;366;p42"/>
          <p:cNvSpPr txBox="1">
            <a:spLocks noGrp="1"/>
          </p:cNvSpPr>
          <p:nvPr>
            <p:ph type="subTitle" idx="5"/>
          </p:nvPr>
        </p:nvSpPr>
        <p:spPr>
          <a:xfrm>
            <a:off x="6299072" y="2246798"/>
            <a:ext cx="1975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very far from the Sun</a:t>
            </a:r>
            <a:endParaRPr/>
          </a:p>
        </p:txBody>
      </p:sp>
      <p:sp>
        <p:nvSpPr>
          <p:cNvPr id="367" name="Google Shape;367;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Reviewing concepts is useful</a:t>
            </a:r>
            <a:endParaRPr/>
          </a:p>
        </p:txBody>
      </p:sp>
      <p:sp>
        <p:nvSpPr>
          <p:cNvPr id="368" name="Google Shape;368;p42"/>
          <p:cNvSpPr txBox="1">
            <a:spLocks noGrp="1"/>
          </p:cNvSpPr>
          <p:nvPr>
            <p:ph type="subTitle" idx="1"/>
          </p:nvPr>
        </p:nvSpPr>
        <p:spPr>
          <a:xfrm>
            <a:off x="865825" y="2246798"/>
            <a:ext cx="1975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369" name="Google Shape;369;p42"/>
          <p:cNvSpPr txBox="1">
            <a:spLocks noGrp="1"/>
          </p:cNvSpPr>
          <p:nvPr>
            <p:ph type="subTitle" idx="3"/>
          </p:nvPr>
        </p:nvSpPr>
        <p:spPr>
          <a:xfrm>
            <a:off x="865825" y="4060924"/>
            <a:ext cx="1975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370" name="Google Shape;370;p42"/>
          <p:cNvSpPr txBox="1">
            <a:spLocks noGrp="1"/>
          </p:cNvSpPr>
          <p:nvPr>
            <p:ph type="subTitle" idx="4"/>
          </p:nvPr>
        </p:nvSpPr>
        <p:spPr>
          <a:xfrm>
            <a:off x="3582448" y="4060924"/>
            <a:ext cx="1975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with several rings</a:t>
            </a:r>
            <a:endParaRPr/>
          </a:p>
        </p:txBody>
      </p:sp>
      <p:sp>
        <p:nvSpPr>
          <p:cNvPr id="371" name="Google Shape;371;p42"/>
          <p:cNvSpPr txBox="1">
            <a:spLocks noGrp="1"/>
          </p:cNvSpPr>
          <p:nvPr>
            <p:ph type="subTitle" idx="6"/>
          </p:nvPr>
        </p:nvSpPr>
        <p:spPr>
          <a:xfrm>
            <a:off x="6299072" y="4060924"/>
            <a:ext cx="1975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372" name="Google Shape;372;p42"/>
          <p:cNvSpPr txBox="1">
            <a:spLocks noGrp="1"/>
          </p:cNvSpPr>
          <p:nvPr>
            <p:ph type="subTitle" idx="7"/>
          </p:nvPr>
        </p:nvSpPr>
        <p:spPr>
          <a:xfrm>
            <a:off x="864330" y="2040857"/>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373" name="Google Shape;373;p42"/>
          <p:cNvSpPr txBox="1">
            <a:spLocks noGrp="1"/>
          </p:cNvSpPr>
          <p:nvPr>
            <p:ph type="subTitle" idx="8"/>
          </p:nvPr>
        </p:nvSpPr>
        <p:spPr>
          <a:xfrm>
            <a:off x="3580950" y="2040857"/>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374" name="Google Shape;374;p42"/>
          <p:cNvSpPr txBox="1">
            <a:spLocks noGrp="1"/>
          </p:cNvSpPr>
          <p:nvPr>
            <p:ph type="subTitle" idx="9"/>
          </p:nvPr>
        </p:nvSpPr>
        <p:spPr>
          <a:xfrm>
            <a:off x="6297570" y="2040857"/>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375" name="Google Shape;375;p42"/>
          <p:cNvSpPr txBox="1">
            <a:spLocks noGrp="1"/>
          </p:cNvSpPr>
          <p:nvPr>
            <p:ph type="subTitle" idx="13"/>
          </p:nvPr>
        </p:nvSpPr>
        <p:spPr>
          <a:xfrm>
            <a:off x="864330" y="3853822"/>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376" name="Google Shape;376;p42"/>
          <p:cNvSpPr txBox="1">
            <a:spLocks noGrp="1"/>
          </p:cNvSpPr>
          <p:nvPr>
            <p:ph type="subTitle" idx="14"/>
          </p:nvPr>
        </p:nvSpPr>
        <p:spPr>
          <a:xfrm>
            <a:off x="3580950" y="3853822"/>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377" name="Google Shape;377;p42"/>
          <p:cNvSpPr txBox="1">
            <a:spLocks noGrp="1"/>
          </p:cNvSpPr>
          <p:nvPr>
            <p:ph type="subTitle" idx="15"/>
          </p:nvPr>
        </p:nvSpPr>
        <p:spPr>
          <a:xfrm>
            <a:off x="6297570" y="3853822"/>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378" name="Google Shape;378;p42"/>
          <p:cNvSpPr/>
          <p:nvPr/>
        </p:nvSpPr>
        <p:spPr>
          <a:xfrm>
            <a:off x="1449480" y="114308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2"/>
          <p:cNvSpPr/>
          <p:nvPr/>
        </p:nvSpPr>
        <p:spPr>
          <a:xfrm>
            <a:off x="4166100" y="114308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2"/>
          <p:cNvSpPr/>
          <p:nvPr/>
        </p:nvSpPr>
        <p:spPr>
          <a:xfrm>
            <a:off x="6882720" y="114308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2"/>
          <p:cNvSpPr/>
          <p:nvPr/>
        </p:nvSpPr>
        <p:spPr>
          <a:xfrm>
            <a:off x="1449480" y="2958012"/>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2"/>
          <p:cNvSpPr/>
          <p:nvPr/>
        </p:nvSpPr>
        <p:spPr>
          <a:xfrm>
            <a:off x="4166100" y="2958012"/>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2"/>
          <p:cNvSpPr/>
          <p:nvPr/>
        </p:nvSpPr>
        <p:spPr>
          <a:xfrm>
            <a:off x="6882720" y="2958012"/>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 name="Google Shape;384;p42"/>
          <p:cNvGrpSpPr/>
          <p:nvPr/>
        </p:nvGrpSpPr>
        <p:grpSpPr>
          <a:xfrm>
            <a:off x="4377282" y="1301392"/>
            <a:ext cx="385535" cy="491286"/>
            <a:chOff x="3324135" y="1155951"/>
            <a:chExt cx="385535" cy="491286"/>
          </a:xfrm>
        </p:grpSpPr>
        <p:sp>
          <p:nvSpPr>
            <p:cNvPr id="385" name="Google Shape;385;p42"/>
            <p:cNvSpPr/>
            <p:nvPr/>
          </p:nvSpPr>
          <p:spPr>
            <a:xfrm>
              <a:off x="3518322" y="1516992"/>
              <a:ext cx="15097" cy="14405"/>
            </a:xfrm>
            <a:custGeom>
              <a:avLst/>
              <a:gdLst/>
              <a:ahLst/>
              <a:cxnLst/>
              <a:rect l="l" t="t" r="r" b="b"/>
              <a:pathLst>
                <a:path w="633" h="604" extrusionOk="0">
                  <a:moveTo>
                    <a:pt x="0" y="1"/>
                  </a:moveTo>
                  <a:lnTo>
                    <a:pt x="0"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2"/>
            <p:cNvSpPr/>
            <p:nvPr/>
          </p:nvSpPr>
          <p:spPr>
            <a:xfrm>
              <a:off x="3324135" y="1386103"/>
              <a:ext cx="385535" cy="261134"/>
            </a:xfrm>
            <a:custGeom>
              <a:avLst/>
              <a:gdLst/>
              <a:ahLst/>
              <a:cxnLst/>
              <a:rect l="l" t="t" r="r" b="b"/>
              <a:pathLst>
                <a:path w="16165" h="10949" extrusionOk="0">
                  <a:moveTo>
                    <a:pt x="1356" y="5127"/>
                  </a:moveTo>
                  <a:cubicBezTo>
                    <a:pt x="1508" y="5127"/>
                    <a:pt x="1658" y="5187"/>
                    <a:pt x="1778" y="5308"/>
                  </a:cubicBezTo>
                  <a:cubicBezTo>
                    <a:pt x="2019" y="5549"/>
                    <a:pt x="2019" y="5942"/>
                    <a:pt x="1778" y="6183"/>
                  </a:cubicBezTo>
                  <a:cubicBezTo>
                    <a:pt x="1658" y="6304"/>
                    <a:pt x="1500" y="6364"/>
                    <a:pt x="1341" y="6364"/>
                  </a:cubicBezTo>
                  <a:cubicBezTo>
                    <a:pt x="1183" y="6364"/>
                    <a:pt x="1025" y="6304"/>
                    <a:pt x="905" y="6183"/>
                  </a:cubicBezTo>
                  <a:cubicBezTo>
                    <a:pt x="664" y="5942"/>
                    <a:pt x="664" y="5549"/>
                    <a:pt x="905" y="5308"/>
                  </a:cubicBezTo>
                  <a:cubicBezTo>
                    <a:pt x="1025" y="5187"/>
                    <a:pt x="1175" y="5127"/>
                    <a:pt x="1356" y="5127"/>
                  </a:cubicBezTo>
                  <a:close/>
                  <a:moveTo>
                    <a:pt x="14927" y="5127"/>
                  </a:moveTo>
                  <a:cubicBezTo>
                    <a:pt x="15288" y="5127"/>
                    <a:pt x="15561" y="5399"/>
                    <a:pt x="15561" y="5730"/>
                  </a:cubicBezTo>
                  <a:cubicBezTo>
                    <a:pt x="15561" y="6092"/>
                    <a:pt x="15288" y="6364"/>
                    <a:pt x="14927" y="6364"/>
                  </a:cubicBezTo>
                  <a:cubicBezTo>
                    <a:pt x="14596" y="6364"/>
                    <a:pt x="14323" y="6092"/>
                    <a:pt x="14323" y="5730"/>
                  </a:cubicBezTo>
                  <a:cubicBezTo>
                    <a:pt x="14323" y="5460"/>
                    <a:pt x="14504" y="5218"/>
                    <a:pt x="14746" y="5158"/>
                  </a:cubicBezTo>
                  <a:cubicBezTo>
                    <a:pt x="14806" y="5127"/>
                    <a:pt x="14866" y="5127"/>
                    <a:pt x="14927" y="5127"/>
                  </a:cubicBezTo>
                  <a:close/>
                  <a:moveTo>
                    <a:pt x="2533" y="5428"/>
                  </a:moveTo>
                  <a:lnTo>
                    <a:pt x="7057" y="6755"/>
                  </a:lnTo>
                  <a:lnTo>
                    <a:pt x="4825" y="7419"/>
                  </a:lnTo>
                  <a:lnTo>
                    <a:pt x="2171" y="6635"/>
                  </a:lnTo>
                  <a:cubicBezTo>
                    <a:pt x="2200" y="6635"/>
                    <a:pt x="2200" y="6606"/>
                    <a:pt x="2200" y="6606"/>
                  </a:cubicBezTo>
                  <a:cubicBezTo>
                    <a:pt x="2533" y="6304"/>
                    <a:pt x="2623" y="5851"/>
                    <a:pt x="2533" y="5428"/>
                  </a:cubicBezTo>
                  <a:close/>
                  <a:moveTo>
                    <a:pt x="13752" y="5428"/>
                  </a:moveTo>
                  <a:cubicBezTo>
                    <a:pt x="13720" y="5549"/>
                    <a:pt x="13720" y="5641"/>
                    <a:pt x="13720" y="5730"/>
                  </a:cubicBezTo>
                  <a:cubicBezTo>
                    <a:pt x="13720" y="6092"/>
                    <a:pt x="13872" y="6425"/>
                    <a:pt x="14114" y="6635"/>
                  </a:cubicBezTo>
                  <a:lnTo>
                    <a:pt x="11460" y="7419"/>
                  </a:lnTo>
                  <a:lnTo>
                    <a:pt x="11428" y="7419"/>
                  </a:lnTo>
                  <a:lnTo>
                    <a:pt x="1537" y="10314"/>
                  </a:lnTo>
                  <a:cubicBezTo>
                    <a:pt x="1481" y="10330"/>
                    <a:pt x="1426" y="10337"/>
                    <a:pt x="1374" y="10337"/>
                  </a:cubicBezTo>
                  <a:cubicBezTo>
                    <a:pt x="1230" y="10337"/>
                    <a:pt x="1098" y="10281"/>
                    <a:pt x="965" y="10193"/>
                  </a:cubicBezTo>
                  <a:cubicBezTo>
                    <a:pt x="813" y="10104"/>
                    <a:pt x="724" y="9892"/>
                    <a:pt x="724" y="9711"/>
                  </a:cubicBezTo>
                  <a:cubicBezTo>
                    <a:pt x="724" y="9440"/>
                    <a:pt x="905" y="9199"/>
                    <a:pt x="1175" y="9107"/>
                  </a:cubicBezTo>
                  <a:lnTo>
                    <a:pt x="13752" y="5428"/>
                  </a:lnTo>
                  <a:close/>
                  <a:moveTo>
                    <a:pt x="7810" y="0"/>
                  </a:moveTo>
                  <a:lnTo>
                    <a:pt x="7810" y="273"/>
                  </a:lnTo>
                  <a:cubicBezTo>
                    <a:pt x="7810" y="454"/>
                    <a:pt x="7781" y="635"/>
                    <a:pt x="7660" y="816"/>
                  </a:cubicBezTo>
                  <a:lnTo>
                    <a:pt x="5730" y="3679"/>
                  </a:lnTo>
                  <a:cubicBezTo>
                    <a:pt x="5428" y="4162"/>
                    <a:pt x="5247" y="4705"/>
                    <a:pt x="5247" y="5279"/>
                  </a:cubicBezTo>
                  <a:lnTo>
                    <a:pt x="5247" y="5609"/>
                  </a:lnTo>
                  <a:lnTo>
                    <a:pt x="1689" y="4555"/>
                  </a:lnTo>
                  <a:cubicBezTo>
                    <a:pt x="1582" y="4524"/>
                    <a:pt x="1472" y="4509"/>
                    <a:pt x="1363" y="4509"/>
                  </a:cubicBezTo>
                  <a:cubicBezTo>
                    <a:pt x="1044" y="4509"/>
                    <a:pt x="729" y="4639"/>
                    <a:pt x="483" y="4886"/>
                  </a:cubicBezTo>
                  <a:cubicBezTo>
                    <a:pt x="0" y="5339"/>
                    <a:pt x="0" y="6123"/>
                    <a:pt x="483" y="6606"/>
                  </a:cubicBezTo>
                  <a:cubicBezTo>
                    <a:pt x="632" y="6755"/>
                    <a:pt x="813" y="6876"/>
                    <a:pt x="994" y="6907"/>
                  </a:cubicBezTo>
                  <a:lnTo>
                    <a:pt x="994" y="6936"/>
                  </a:lnTo>
                  <a:lnTo>
                    <a:pt x="3769" y="7720"/>
                  </a:lnTo>
                  <a:lnTo>
                    <a:pt x="994" y="8536"/>
                  </a:lnTo>
                  <a:cubicBezTo>
                    <a:pt x="483" y="8685"/>
                    <a:pt x="121" y="9168"/>
                    <a:pt x="121" y="9711"/>
                  </a:cubicBezTo>
                  <a:cubicBezTo>
                    <a:pt x="121" y="10104"/>
                    <a:pt x="302" y="10466"/>
                    <a:pt x="603" y="10676"/>
                  </a:cubicBezTo>
                  <a:cubicBezTo>
                    <a:pt x="813" y="10857"/>
                    <a:pt x="1086" y="10948"/>
                    <a:pt x="1356" y="10948"/>
                  </a:cubicBezTo>
                  <a:cubicBezTo>
                    <a:pt x="1448" y="10948"/>
                    <a:pt x="1568" y="10917"/>
                    <a:pt x="1689" y="10888"/>
                  </a:cubicBezTo>
                  <a:lnTo>
                    <a:pt x="11460" y="8053"/>
                  </a:lnTo>
                  <a:lnTo>
                    <a:pt x="15108" y="9107"/>
                  </a:lnTo>
                  <a:cubicBezTo>
                    <a:pt x="15380" y="9199"/>
                    <a:pt x="15561" y="9440"/>
                    <a:pt x="15561" y="9711"/>
                  </a:cubicBezTo>
                  <a:cubicBezTo>
                    <a:pt x="15561" y="9892"/>
                    <a:pt x="15469" y="10104"/>
                    <a:pt x="15320" y="10193"/>
                  </a:cubicBezTo>
                  <a:cubicBezTo>
                    <a:pt x="15187" y="10281"/>
                    <a:pt x="15055" y="10337"/>
                    <a:pt x="14910" y="10337"/>
                  </a:cubicBezTo>
                  <a:cubicBezTo>
                    <a:pt x="14857" y="10337"/>
                    <a:pt x="14803" y="10330"/>
                    <a:pt x="14746" y="10314"/>
                  </a:cubicBezTo>
                  <a:lnTo>
                    <a:pt x="9498" y="8777"/>
                  </a:lnTo>
                  <a:lnTo>
                    <a:pt x="9349" y="9349"/>
                  </a:lnTo>
                  <a:lnTo>
                    <a:pt x="14596" y="10888"/>
                  </a:lnTo>
                  <a:cubicBezTo>
                    <a:pt x="14717" y="10917"/>
                    <a:pt x="14837" y="10948"/>
                    <a:pt x="14927" y="10948"/>
                  </a:cubicBezTo>
                  <a:cubicBezTo>
                    <a:pt x="15199" y="10948"/>
                    <a:pt x="15469" y="10857"/>
                    <a:pt x="15682" y="10676"/>
                  </a:cubicBezTo>
                  <a:cubicBezTo>
                    <a:pt x="15983" y="10466"/>
                    <a:pt x="16164" y="10104"/>
                    <a:pt x="16164" y="9711"/>
                  </a:cubicBezTo>
                  <a:cubicBezTo>
                    <a:pt x="16164" y="9168"/>
                    <a:pt x="15802" y="8685"/>
                    <a:pt x="15288" y="8536"/>
                  </a:cubicBezTo>
                  <a:lnTo>
                    <a:pt x="12514" y="7720"/>
                  </a:lnTo>
                  <a:lnTo>
                    <a:pt x="15288" y="6936"/>
                  </a:lnTo>
                  <a:lnTo>
                    <a:pt x="15288" y="6907"/>
                  </a:lnTo>
                  <a:cubicBezTo>
                    <a:pt x="15802" y="6787"/>
                    <a:pt x="16164" y="6304"/>
                    <a:pt x="16164" y="5730"/>
                  </a:cubicBezTo>
                  <a:cubicBezTo>
                    <a:pt x="16164" y="5066"/>
                    <a:pt x="15621" y="4524"/>
                    <a:pt x="14927" y="4524"/>
                  </a:cubicBezTo>
                  <a:cubicBezTo>
                    <a:pt x="14806" y="4524"/>
                    <a:pt x="14717" y="4524"/>
                    <a:pt x="14596" y="4555"/>
                  </a:cubicBezTo>
                  <a:lnTo>
                    <a:pt x="9711" y="5971"/>
                  </a:lnTo>
                  <a:lnTo>
                    <a:pt x="9711" y="5549"/>
                  </a:lnTo>
                  <a:cubicBezTo>
                    <a:pt x="9711" y="5218"/>
                    <a:pt x="9619" y="4917"/>
                    <a:pt x="9438" y="4676"/>
                  </a:cubicBezTo>
                  <a:lnTo>
                    <a:pt x="8594" y="3378"/>
                  </a:lnTo>
                  <a:cubicBezTo>
                    <a:pt x="8504" y="3197"/>
                    <a:pt x="8444" y="3016"/>
                    <a:pt x="8444" y="2806"/>
                  </a:cubicBezTo>
                  <a:lnTo>
                    <a:pt x="7841" y="2806"/>
                  </a:lnTo>
                  <a:cubicBezTo>
                    <a:pt x="7841" y="3016"/>
                    <a:pt x="7781" y="3197"/>
                    <a:pt x="7689" y="3378"/>
                  </a:cubicBezTo>
                  <a:lnTo>
                    <a:pt x="6816" y="4644"/>
                  </a:lnTo>
                  <a:cubicBezTo>
                    <a:pt x="6635" y="4917"/>
                    <a:pt x="6543" y="5218"/>
                    <a:pt x="6543" y="5549"/>
                  </a:cubicBezTo>
                  <a:lnTo>
                    <a:pt x="6543" y="5790"/>
                  </a:lnTo>
                  <a:lnTo>
                    <a:pt x="7146" y="5790"/>
                  </a:lnTo>
                  <a:lnTo>
                    <a:pt x="7146" y="5549"/>
                  </a:lnTo>
                  <a:cubicBezTo>
                    <a:pt x="7146" y="5339"/>
                    <a:pt x="7206" y="5158"/>
                    <a:pt x="7298" y="5006"/>
                  </a:cubicBezTo>
                  <a:lnTo>
                    <a:pt x="8142" y="3771"/>
                  </a:lnTo>
                  <a:lnTo>
                    <a:pt x="8955" y="5006"/>
                  </a:lnTo>
                  <a:cubicBezTo>
                    <a:pt x="9047" y="5158"/>
                    <a:pt x="9107" y="5339"/>
                    <a:pt x="9107" y="5549"/>
                  </a:cubicBezTo>
                  <a:lnTo>
                    <a:pt x="9107" y="6152"/>
                  </a:lnTo>
                  <a:lnTo>
                    <a:pt x="8111" y="6454"/>
                  </a:lnTo>
                  <a:lnTo>
                    <a:pt x="5851" y="5790"/>
                  </a:lnTo>
                  <a:lnTo>
                    <a:pt x="5851" y="5279"/>
                  </a:lnTo>
                  <a:cubicBezTo>
                    <a:pt x="5851" y="4825"/>
                    <a:pt x="6000" y="4403"/>
                    <a:pt x="6241" y="4041"/>
                  </a:cubicBezTo>
                  <a:lnTo>
                    <a:pt x="8142" y="1206"/>
                  </a:lnTo>
                  <a:lnTo>
                    <a:pt x="10041" y="4041"/>
                  </a:lnTo>
                  <a:cubicBezTo>
                    <a:pt x="10282" y="4403"/>
                    <a:pt x="10403" y="4825"/>
                    <a:pt x="10403" y="5308"/>
                  </a:cubicBezTo>
                  <a:lnTo>
                    <a:pt x="11006" y="5308"/>
                  </a:lnTo>
                  <a:cubicBezTo>
                    <a:pt x="11006" y="4705"/>
                    <a:pt x="10857" y="4162"/>
                    <a:pt x="10524" y="3711"/>
                  </a:cubicBezTo>
                  <a:lnTo>
                    <a:pt x="8594" y="816"/>
                  </a:lnTo>
                  <a:cubicBezTo>
                    <a:pt x="8504" y="635"/>
                    <a:pt x="8413" y="454"/>
                    <a:pt x="8413" y="273"/>
                  </a:cubicBezTo>
                  <a:lnTo>
                    <a:pt x="84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42"/>
            <p:cNvSpPr/>
            <p:nvPr/>
          </p:nvSpPr>
          <p:spPr>
            <a:xfrm>
              <a:off x="3403937" y="1155951"/>
              <a:ext cx="259703" cy="198527"/>
            </a:xfrm>
            <a:custGeom>
              <a:avLst/>
              <a:gdLst/>
              <a:ahLst/>
              <a:cxnLst/>
              <a:rect l="l" t="t" r="r" b="b"/>
              <a:pathLst>
                <a:path w="10889" h="8324" extrusionOk="0">
                  <a:moveTo>
                    <a:pt x="9622" y="603"/>
                  </a:moveTo>
                  <a:cubicBezTo>
                    <a:pt x="9983" y="603"/>
                    <a:pt x="10285" y="905"/>
                    <a:pt x="10285" y="1267"/>
                  </a:cubicBezTo>
                  <a:cubicBezTo>
                    <a:pt x="10285" y="1628"/>
                    <a:pt x="9983" y="1930"/>
                    <a:pt x="9622" y="1930"/>
                  </a:cubicBezTo>
                  <a:lnTo>
                    <a:pt x="8777" y="1930"/>
                  </a:lnTo>
                  <a:cubicBezTo>
                    <a:pt x="8898" y="1749"/>
                    <a:pt x="8958" y="1508"/>
                    <a:pt x="8958" y="1267"/>
                  </a:cubicBezTo>
                  <a:cubicBezTo>
                    <a:pt x="8958" y="1025"/>
                    <a:pt x="8898" y="784"/>
                    <a:pt x="8777" y="603"/>
                  </a:cubicBezTo>
                  <a:close/>
                  <a:moveTo>
                    <a:pt x="2746" y="2533"/>
                  </a:moveTo>
                  <a:cubicBezTo>
                    <a:pt x="2625" y="2714"/>
                    <a:pt x="2565" y="2955"/>
                    <a:pt x="2565" y="3197"/>
                  </a:cubicBezTo>
                  <a:cubicBezTo>
                    <a:pt x="2565" y="3438"/>
                    <a:pt x="2625" y="3679"/>
                    <a:pt x="2746" y="3860"/>
                  </a:cubicBezTo>
                  <a:lnTo>
                    <a:pt x="1901" y="3860"/>
                  </a:lnTo>
                  <a:cubicBezTo>
                    <a:pt x="1540" y="3860"/>
                    <a:pt x="1238" y="3558"/>
                    <a:pt x="1238" y="3197"/>
                  </a:cubicBezTo>
                  <a:cubicBezTo>
                    <a:pt x="1238" y="2835"/>
                    <a:pt x="1540" y="2533"/>
                    <a:pt x="1901" y="2533"/>
                  </a:cubicBezTo>
                  <a:close/>
                  <a:moveTo>
                    <a:pt x="7057" y="4463"/>
                  </a:moveTo>
                  <a:cubicBezTo>
                    <a:pt x="7419" y="4463"/>
                    <a:pt x="7720" y="4765"/>
                    <a:pt x="7720" y="5127"/>
                  </a:cubicBezTo>
                  <a:cubicBezTo>
                    <a:pt x="7720" y="5489"/>
                    <a:pt x="7419" y="5790"/>
                    <a:pt x="7057" y="5790"/>
                  </a:cubicBezTo>
                  <a:lnTo>
                    <a:pt x="6184" y="5790"/>
                  </a:lnTo>
                  <a:cubicBezTo>
                    <a:pt x="6304" y="5609"/>
                    <a:pt x="6394" y="5368"/>
                    <a:pt x="6394" y="5127"/>
                  </a:cubicBezTo>
                  <a:cubicBezTo>
                    <a:pt x="6394" y="4885"/>
                    <a:pt x="6304" y="4644"/>
                    <a:pt x="6184" y="4463"/>
                  </a:cubicBezTo>
                  <a:close/>
                  <a:moveTo>
                    <a:pt x="2111" y="6393"/>
                  </a:moveTo>
                  <a:cubicBezTo>
                    <a:pt x="1991" y="6574"/>
                    <a:pt x="1930" y="6815"/>
                    <a:pt x="1930" y="7057"/>
                  </a:cubicBezTo>
                  <a:cubicBezTo>
                    <a:pt x="1930" y="7298"/>
                    <a:pt x="1991" y="7539"/>
                    <a:pt x="2111" y="7720"/>
                  </a:cubicBezTo>
                  <a:lnTo>
                    <a:pt x="1267" y="7720"/>
                  </a:lnTo>
                  <a:cubicBezTo>
                    <a:pt x="905" y="7720"/>
                    <a:pt x="603" y="7419"/>
                    <a:pt x="603" y="7057"/>
                  </a:cubicBezTo>
                  <a:cubicBezTo>
                    <a:pt x="603" y="6695"/>
                    <a:pt x="905" y="6393"/>
                    <a:pt x="1267" y="6393"/>
                  </a:cubicBezTo>
                  <a:close/>
                  <a:moveTo>
                    <a:pt x="6727" y="0"/>
                  </a:moveTo>
                  <a:lnTo>
                    <a:pt x="6727" y="603"/>
                  </a:lnTo>
                  <a:lnTo>
                    <a:pt x="7692" y="603"/>
                  </a:lnTo>
                  <a:cubicBezTo>
                    <a:pt x="8053" y="603"/>
                    <a:pt x="8355" y="905"/>
                    <a:pt x="8355" y="1267"/>
                  </a:cubicBezTo>
                  <a:cubicBezTo>
                    <a:pt x="8355" y="1628"/>
                    <a:pt x="8053" y="1930"/>
                    <a:pt x="7692" y="1930"/>
                  </a:cubicBezTo>
                  <a:lnTo>
                    <a:pt x="1901" y="1930"/>
                  </a:lnTo>
                  <a:cubicBezTo>
                    <a:pt x="1207" y="1930"/>
                    <a:pt x="635" y="2504"/>
                    <a:pt x="635" y="3197"/>
                  </a:cubicBezTo>
                  <a:cubicBezTo>
                    <a:pt x="635" y="3891"/>
                    <a:pt x="1207" y="4463"/>
                    <a:pt x="1901" y="4463"/>
                  </a:cubicBezTo>
                  <a:lnTo>
                    <a:pt x="5127" y="4463"/>
                  </a:lnTo>
                  <a:cubicBezTo>
                    <a:pt x="5489" y="4463"/>
                    <a:pt x="5790" y="4765"/>
                    <a:pt x="5790" y="5127"/>
                  </a:cubicBezTo>
                  <a:cubicBezTo>
                    <a:pt x="5790" y="5489"/>
                    <a:pt x="5489" y="5790"/>
                    <a:pt x="5127" y="5790"/>
                  </a:cubicBezTo>
                  <a:lnTo>
                    <a:pt x="1267" y="5790"/>
                  </a:lnTo>
                  <a:cubicBezTo>
                    <a:pt x="574" y="5790"/>
                    <a:pt x="0" y="6364"/>
                    <a:pt x="0" y="7057"/>
                  </a:cubicBezTo>
                  <a:cubicBezTo>
                    <a:pt x="0" y="7751"/>
                    <a:pt x="574" y="8323"/>
                    <a:pt x="1267" y="8323"/>
                  </a:cubicBezTo>
                  <a:lnTo>
                    <a:pt x="4162" y="8323"/>
                  </a:lnTo>
                  <a:lnTo>
                    <a:pt x="4162" y="7720"/>
                  </a:lnTo>
                  <a:lnTo>
                    <a:pt x="3197" y="7720"/>
                  </a:lnTo>
                  <a:cubicBezTo>
                    <a:pt x="2835" y="7720"/>
                    <a:pt x="2533" y="7419"/>
                    <a:pt x="2533" y="7057"/>
                  </a:cubicBezTo>
                  <a:cubicBezTo>
                    <a:pt x="2533" y="6695"/>
                    <a:pt x="2835" y="6393"/>
                    <a:pt x="3197" y="6393"/>
                  </a:cubicBezTo>
                  <a:lnTo>
                    <a:pt x="7057" y="6393"/>
                  </a:lnTo>
                  <a:cubicBezTo>
                    <a:pt x="7752" y="6393"/>
                    <a:pt x="8324" y="5821"/>
                    <a:pt x="8324" y="5127"/>
                  </a:cubicBezTo>
                  <a:cubicBezTo>
                    <a:pt x="8324" y="4434"/>
                    <a:pt x="7752" y="3860"/>
                    <a:pt x="7057" y="3860"/>
                  </a:cubicBezTo>
                  <a:lnTo>
                    <a:pt x="3831" y="3860"/>
                  </a:lnTo>
                  <a:cubicBezTo>
                    <a:pt x="3470" y="3860"/>
                    <a:pt x="3168" y="3558"/>
                    <a:pt x="3168" y="3197"/>
                  </a:cubicBezTo>
                  <a:cubicBezTo>
                    <a:pt x="3168" y="2835"/>
                    <a:pt x="3470" y="2533"/>
                    <a:pt x="3831" y="2533"/>
                  </a:cubicBezTo>
                  <a:lnTo>
                    <a:pt x="9622" y="2533"/>
                  </a:lnTo>
                  <a:cubicBezTo>
                    <a:pt x="10314" y="2533"/>
                    <a:pt x="10888" y="1961"/>
                    <a:pt x="10888" y="1267"/>
                  </a:cubicBezTo>
                  <a:cubicBezTo>
                    <a:pt x="10888" y="574"/>
                    <a:pt x="10314" y="0"/>
                    <a:pt x="9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 name="Google Shape;388;p42"/>
          <p:cNvGrpSpPr/>
          <p:nvPr/>
        </p:nvGrpSpPr>
        <p:grpSpPr>
          <a:xfrm>
            <a:off x="1692681" y="1301773"/>
            <a:ext cx="321498" cy="490523"/>
            <a:chOff x="2655238" y="1895325"/>
            <a:chExt cx="321498" cy="490523"/>
          </a:xfrm>
        </p:grpSpPr>
        <p:sp>
          <p:nvSpPr>
            <p:cNvPr id="389" name="Google Shape;389;p42"/>
            <p:cNvSpPr/>
            <p:nvPr/>
          </p:nvSpPr>
          <p:spPr>
            <a:xfrm>
              <a:off x="2762372" y="2325412"/>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2"/>
            <p:cNvSpPr/>
            <p:nvPr/>
          </p:nvSpPr>
          <p:spPr>
            <a:xfrm>
              <a:off x="2808403" y="2325412"/>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2"/>
            <p:cNvSpPr/>
            <p:nvPr/>
          </p:nvSpPr>
          <p:spPr>
            <a:xfrm>
              <a:off x="2854433" y="2325412"/>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2"/>
            <p:cNvSpPr/>
            <p:nvPr/>
          </p:nvSpPr>
          <p:spPr>
            <a:xfrm>
              <a:off x="2783957" y="2166499"/>
              <a:ext cx="65492" cy="97093"/>
            </a:xfrm>
            <a:custGeom>
              <a:avLst/>
              <a:gdLst/>
              <a:ahLst/>
              <a:cxnLst/>
              <a:rect l="l" t="t" r="r" b="b"/>
              <a:pathLst>
                <a:path w="2746" h="4071" extrusionOk="0">
                  <a:moveTo>
                    <a:pt x="1358" y="1086"/>
                  </a:moveTo>
                  <a:cubicBezTo>
                    <a:pt x="1901" y="1899"/>
                    <a:pt x="2142" y="2502"/>
                    <a:pt x="2142" y="2683"/>
                  </a:cubicBezTo>
                  <a:cubicBezTo>
                    <a:pt x="2142" y="3105"/>
                    <a:pt x="1781" y="3467"/>
                    <a:pt x="1358" y="3467"/>
                  </a:cubicBezTo>
                  <a:cubicBezTo>
                    <a:pt x="936" y="3467"/>
                    <a:pt x="603" y="3105"/>
                    <a:pt x="603" y="2683"/>
                  </a:cubicBezTo>
                  <a:cubicBezTo>
                    <a:pt x="603" y="2502"/>
                    <a:pt x="844" y="1899"/>
                    <a:pt x="1358" y="1086"/>
                  </a:cubicBezTo>
                  <a:close/>
                  <a:moveTo>
                    <a:pt x="1358" y="0"/>
                  </a:moveTo>
                  <a:lnTo>
                    <a:pt x="1117" y="362"/>
                  </a:lnTo>
                  <a:cubicBezTo>
                    <a:pt x="936" y="632"/>
                    <a:pt x="0" y="2051"/>
                    <a:pt x="0" y="2683"/>
                  </a:cubicBezTo>
                  <a:cubicBezTo>
                    <a:pt x="0" y="3438"/>
                    <a:pt x="603" y="4070"/>
                    <a:pt x="1358" y="4070"/>
                  </a:cubicBezTo>
                  <a:cubicBezTo>
                    <a:pt x="2111" y="4070"/>
                    <a:pt x="2746" y="3438"/>
                    <a:pt x="2746" y="2683"/>
                  </a:cubicBezTo>
                  <a:cubicBezTo>
                    <a:pt x="2746" y="2051"/>
                    <a:pt x="1809" y="632"/>
                    <a:pt x="1600" y="362"/>
                  </a:cubicBezTo>
                  <a:lnTo>
                    <a:pt x="13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2"/>
            <p:cNvSpPr/>
            <p:nvPr/>
          </p:nvSpPr>
          <p:spPr>
            <a:xfrm>
              <a:off x="2655238" y="1895325"/>
              <a:ext cx="14405" cy="230176"/>
            </a:xfrm>
            <a:custGeom>
              <a:avLst/>
              <a:gdLst/>
              <a:ahLst/>
              <a:cxnLst/>
              <a:rect l="l" t="t" r="r" b="b"/>
              <a:pathLst>
                <a:path w="604" h="9651" extrusionOk="0">
                  <a:moveTo>
                    <a:pt x="0" y="0"/>
                  </a:moveTo>
                  <a:lnTo>
                    <a:pt x="0" y="9650"/>
                  </a:lnTo>
                  <a:lnTo>
                    <a:pt x="603" y="9650"/>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2"/>
            <p:cNvSpPr/>
            <p:nvPr/>
          </p:nvSpPr>
          <p:spPr>
            <a:xfrm>
              <a:off x="2655930" y="1895325"/>
              <a:ext cx="320806" cy="490523"/>
            </a:xfrm>
            <a:custGeom>
              <a:avLst/>
              <a:gdLst/>
              <a:ahLst/>
              <a:cxnLst/>
              <a:rect l="l" t="t" r="r" b="b"/>
              <a:pathLst>
                <a:path w="13451" h="20567" extrusionOk="0">
                  <a:moveTo>
                    <a:pt x="8987" y="3559"/>
                  </a:moveTo>
                  <a:lnTo>
                    <a:pt x="8987" y="4524"/>
                  </a:lnTo>
                  <a:lnTo>
                    <a:pt x="4434" y="4524"/>
                  </a:lnTo>
                  <a:lnTo>
                    <a:pt x="4434" y="3559"/>
                  </a:lnTo>
                  <a:lnTo>
                    <a:pt x="5127" y="3559"/>
                  </a:lnTo>
                  <a:lnTo>
                    <a:pt x="5127" y="3892"/>
                  </a:lnTo>
                  <a:lnTo>
                    <a:pt x="5730" y="3892"/>
                  </a:lnTo>
                  <a:lnTo>
                    <a:pt x="5730" y="3559"/>
                  </a:lnTo>
                  <a:lnTo>
                    <a:pt x="6393" y="3559"/>
                  </a:lnTo>
                  <a:lnTo>
                    <a:pt x="6393" y="3892"/>
                  </a:lnTo>
                  <a:lnTo>
                    <a:pt x="6997" y="3892"/>
                  </a:lnTo>
                  <a:lnTo>
                    <a:pt x="6997" y="3559"/>
                  </a:lnTo>
                  <a:lnTo>
                    <a:pt x="7691" y="3559"/>
                  </a:lnTo>
                  <a:lnTo>
                    <a:pt x="7691" y="3892"/>
                  </a:lnTo>
                  <a:lnTo>
                    <a:pt x="8294" y="3892"/>
                  </a:lnTo>
                  <a:lnTo>
                    <a:pt x="8294" y="3559"/>
                  </a:lnTo>
                  <a:close/>
                  <a:moveTo>
                    <a:pt x="7691" y="5127"/>
                  </a:moveTo>
                  <a:lnTo>
                    <a:pt x="7691" y="5822"/>
                  </a:lnTo>
                  <a:lnTo>
                    <a:pt x="5730" y="5822"/>
                  </a:lnTo>
                  <a:lnTo>
                    <a:pt x="5730" y="5127"/>
                  </a:lnTo>
                  <a:close/>
                  <a:moveTo>
                    <a:pt x="11218" y="6425"/>
                  </a:moveTo>
                  <a:cubicBezTo>
                    <a:pt x="11431" y="6425"/>
                    <a:pt x="11551" y="6574"/>
                    <a:pt x="11551" y="6755"/>
                  </a:cubicBezTo>
                  <a:lnTo>
                    <a:pt x="11551" y="9682"/>
                  </a:lnTo>
                  <a:lnTo>
                    <a:pt x="10857" y="9682"/>
                  </a:lnTo>
                  <a:lnTo>
                    <a:pt x="10857" y="8717"/>
                  </a:lnTo>
                  <a:lnTo>
                    <a:pt x="10253" y="8717"/>
                  </a:lnTo>
                  <a:lnTo>
                    <a:pt x="10253" y="9682"/>
                  </a:lnTo>
                  <a:lnTo>
                    <a:pt x="1870" y="9682"/>
                  </a:lnTo>
                  <a:lnTo>
                    <a:pt x="1870" y="6755"/>
                  </a:lnTo>
                  <a:cubicBezTo>
                    <a:pt x="1870" y="6574"/>
                    <a:pt x="2022" y="6425"/>
                    <a:pt x="2232" y="6425"/>
                  </a:cubicBezTo>
                  <a:close/>
                  <a:moveTo>
                    <a:pt x="936" y="10917"/>
                  </a:moveTo>
                  <a:cubicBezTo>
                    <a:pt x="1117" y="10917"/>
                    <a:pt x="1267" y="11069"/>
                    <a:pt x="1267" y="11279"/>
                  </a:cubicBezTo>
                  <a:cubicBezTo>
                    <a:pt x="1267" y="11460"/>
                    <a:pt x="1117" y="11612"/>
                    <a:pt x="936" y="11612"/>
                  </a:cubicBezTo>
                  <a:cubicBezTo>
                    <a:pt x="755" y="11612"/>
                    <a:pt x="603" y="11460"/>
                    <a:pt x="603" y="11279"/>
                  </a:cubicBezTo>
                  <a:cubicBezTo>
                    <a:pt x="603" y="11069"/>
                    <a:pt x="755" y="10917"/>
                    <a:pt x="936" y="10917"/>
                  </a:cubicBezTo>
                  <a:close/>
                  <a:moveTo>
                    <a:pt x="12516" y="10917"/>
                  </a:moveTo>
                  <a:cubicBezTo>
                    <a:pt x="12697" y="10917"/>
                    <a:pt x="12847" y="11069"/>
                    <a:pt x="12847" y="11279"/>
                  </a:cubicBezTo>
                  <a:cubicBezTo>
                    <a:pt x="12847" y="11460"/>
                    <a:pt x="12697" y="11612"/>
                    <a:pt x="12516" y="11612"/>
                  </a:cubicBezTo>
                  <a:cubicBezTo>
                    <a:pt x="12336" y="11612"/>
                    <a:pt x="12184" y="11460"/>
                    <a:pt x="12184" y="11279"/>
                  </a:cubicBezTo>
                  <a:cubicBezTo>
                    <a:pt x="12184" y="11069"/>
                    <a:pt x="12336" y="10917"/>
                    <a:pt x="12516" y="10917"/>
                  </a:cubicBezTo>
                  <a:close/>
                  <a:moveTo>
                    <a:pt x="11551" y="10285"/>
                  </a:moveTo>
                  <a:lnTo>
                    <a:pt x="11551" y="16104"/>
                  </a:lnTo>
                  <a:lnTo>
                    <a:pt x="10857" y="16104"/>
                  </a:lnTo>
                  <a:lnTo>
                    <a:pt x="10857" y="10285"/>
                  </a:lnTo>
                  <a:close/>
                  <a:moveTo>
                    <a:pt x="10253" y="10285"/>
                  </a:moveTo>
                  <a:lnTo>
                    <a:pt x="10253" y="17732"/>
                  </a:lnTo>
                  <a:lnTo>
                    <a:pt x="10857" y="17732"/>
                  </a:lnTo>
                  <a:lnTo>
                    <a:pt x="10857" y="16707"/>
                  </a:lnTo>
                  <a:lnTo>
                    <a:pt x="11551" y="16707"/>
                  </a:lnTo>
                  <a:lnTo>
                    <a:pt x="11551" y="19633"/>
                  </a:lnTo>
                  <a:cubicBezTo>
                    <a:pt x="11551" y="19814"/>
                    <a:pt x="11431" y="19964"/>
                    <a:pt x="11218" y="19964"/>
                  </a:cubicBezTo>
                  <a:lnTo>
                    <a:pt x="2232" y="19964"/>
                  </a:lnTo>
                  <a:cubicBezTo>
                    <a:pt x="2022" y="19964"/>
                    <a:pt x="1870" y="19814"/>
                    <a:pt x="1870" y="19633"/>
                  </a:cubicBezTo>
                  <a:lnTo>
                    <a:pt x="1870" y="16707"/>
                  </a:lnTo>
                  <a:lnTo>
                    <a:pt x="9288" y="16707"/>
                  </a:lnTo>
                  <a:lnTo>
                    <a:pt x="9288" y="16104"/>
                  </a:lnTo>
                  <a:lnTo>
                    <a:pt x="1870" y="16104"/>
                  </a:lnTo>
                  <a:lnTo>
                    <a:pt x="1870" y="10285"/>
                  </a:lnTo>
                  <a:close/>
                  <a:moveTo>
                    <a:pt x="12847" y="0"/>
                  </a:moveTo>
                  <a:lnTo>
                    <a:pt x="12847" y="10405"/>
                  </a:lnTo>
                  <a:cubicBezTo>
                    <a:pt x="12758" y="10345"/>
                    <a:pt x="12606" y="10314"/>
                    <a:pt x="12485" y="10314"/>
                  </a:cubicBezTo>
                  <a:cubicBezTo>
                    <a:pt x="12364" y="10314"/>
                    <a:pt x="12275" y="10345"/>
                    <a:pt x="12155" y="10405"/>
                  </a:cubicBezTo>
                  <a:lnTo>
                    <a:pt x="12155" y="6755"/>
                  </a:lnTo>
                  <a:cubicBezTo>
                    <a:pt x="12155" y="6244"/>
                    <a:pt x="11761" y="5822"/>
                    <a:pt x="11218" y="5822"/>
                  </a:cubicBezTo>
                  <a:lnTo>
                    <a:pt x="8294" y="5822"/>
                  </a:lnTo>
                  <a:lnTo>
                    <a:pt x="8294" y="5127"/>
                  </a:lnTo>
                  <a:lnTo>
                    <a:pt x="9590" y="5127"/>
                  </a:lnTo>
                  <a:lnTo>
                    <a:pt x="9590" y="2955"/>
                  </a:lnTo>
                  <a:lnTo>
                    <a:pt x="3831" y="2955"/>
                  </a:lnTo>
                  <a:lnTo>
                    <a:pt x="3831" y="5127"/>
                  </a:lnTo>
                  <a:lnTo>
                    <a:pt x="5127" y="5127"/>
                  </a:lnTo>
                  <a:lnTo>
                    <a:pt x="5127" y="5822"/>
                  </a:lnTo>
                  <a:lnTo>
                    <a:pt x="2232" y="5822"/>
                  </a:lnTo>
                  <a:cubicBezTo>
                    <a:pt x="1689" y="5822"/>
                    <a:pt x="1267" y="6244"/>
                    <a:pt x="1267" y="6755"/>
                  </a:cubicBezTo>
                  <a:lnTo>
                    <a:pt x="1267" y="10405"/>
                  </a:lnTo>
                  <a:cubicBezTo>
                    <a:pt x="1177" y="10345"/>
                    <a:pt x="1057" y="10314"/>
                    <a:pt x="936" y="10314"/>
                  </a:cubicBezTo>
                  <a:cubicBezTo>
                    <a:pt x="393" y="10314"/>
                    <a:pt x="0" y="10736"/>
                    <a:pt x="0" y="11279"/>
                  </a:cubicBezTo>
                  <a:cubicBezTo>
                    <a:pt x="0" y="11793"/>
                    <a:pt x="393" y="12215"/>
                    <a:pt x="936" y="12215"/>
                  </a:cubicBezTo>
                  <a:cubicBezTo>
                    <a:pt x="1057" y="12215"/>
                    <a:pt x="1177" y="12183"/>
                    <a:pt x="1267" y="12154"/>
                  </a:cubicBezTo>
                  <a:lnTo>
                    <a:pt x="1267" y="19633"/>
                  </a:lnTo>
                  <a:cubicBezTo>
                    <a:pt x="1267" y="20145"/>
                    <a:pt x="1689" y="20567"/>
                    <a:pt x="2232" y="20567"/>
                  </a:cubicBezTo>
                  <a:lnTo>
                    <a:pt x="11218" y="20567"/>
                  </a:lnTo>
                  <a:cubicBezTo>
                    <a:pt x="11761" y="20567"/>
                    <a:pt x="12155" y="20145"/>
                    <a:pt x="12155" y="19633"/>
                  </a:cubicBezTo>
                  <a:lnTo>
                    <a:pt x="12155" y="12154"/>
                  </a:lnTo>
                  <a:cubicBezTo>
                    <a:pt x="12275" y="12183"/>
                    <a:pt x="12364" y="12215"/>
                    <a:pt x="12485" y="12215"/>
                  </a:cubicBezTo>
                  <a:cubicBezTo>
                    <a:pt x="13028" y="12215"/>
                    <a:pt x="13450" y="11793"/>
                    <a:pt x="13450" y="11279"/>
                  </a:cubicBezTo>
                  <a:lnTo>
                    <a:pt x="134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42"/>
          <p:cNvGrpSpPr/>
          <p:nvPr/>
        </p:nvGrpSpPr>
        <p:grpSpPr>
          <a:xfrm>
            <a:off x="7080236" y="3116701"/>
            <a:ext cx="412867" cy="490523"/>
            <a:chOff x="3311876" y="1895325"/>
            <a:chExt cx="412867" cy="490523"/>
          </a:xfrm>
        </p:grpSpPr>
        <p:sp>
          <p:nvSpPr>
            <p:cNvPr id="396" name="Google Shape;396;p42"/>
            <p:cNvSpPr/>
            <p:nvPr/>
          </p:nvSpPr>
          <p:spPr>
            <a:xfrm>
              <a:off x="3380922" y="2103201"/>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2"/>
            <p:cNvSpPr/>
            <p:nvPr/>
          </p:nvSpPr>
          <p:spPr>
            <a:xfrm>
              <a:off x="3426953" y="2103201"/>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2"/>
            <p:cNvSpPr/>
            <p:nvPr/>
          </p:nvSpPr>
          <p:spPr>
            <a:xfrm>
              <a:off x="3311876" y="2049229"/>
              <a:ext cx="412867" cy="336619"/>
            </a:xfrm>
            <a:custGeom>
              <a:avLst/>
              <a:gdLst/>
              <a:ahLst/>
              <a:cxnLst/>
              <a:rect l="l" t="t" r="r" b="b"/>
              <a:pathLst>
                <a:path w="17311" h="14114" extrusionOk="0">
                  <a:moveTo>
                    <a:pt x="15441" y="1569"/>
                  </a:moveTo>
                  <a:cubicBezTo>
                    <a:pt x="15291" y="5159"/>
                    <a:pt x="12304" y="8054"/>
                    <a:pt x="8685" y="8054"/>
                  </a:cubicBezTo>
                  <a:cubicBezTo>
                    <a:pt x="5038" y="8054"/>
                    <a:pt x="2051" y="5159"/>
                    <a:pt x="1901" y="1569"/>
                  </a:cubicBezTo>
                  <a:close/>
                  <a:moveTo>
                    <a:pt x="4222" y="7149"/>
                  </a:moveTo>
                  <a:cubicBezTo>
                    <a:pt x="4403" y="7270"/>
                    <a:pt x="4584" y="7419"/>
                    <a:pt x="4796" y="7540"/>
                  </a:cubicBezTo>
                  <a:lnTo>
                    <a:pt x="3289" y="13511"/>
                  </a:lnTo>
                  <a:lnTo>
                    <a:pt x="2625" y="13511"/>
                  </a:lnTo>
                  <a:lnTo>
                    <a:pt x="4222" y="7149"/>
                  </a:lnTo>
                  <a:close/>
                  <a:moveTo>
                    <a:pt x="13120" y="7149"/>
                  </a:moveTo>
                  <a:lnTo>
                    <a:pt x="14717" y="13511"/>
                  </a:lnTo>
                  <a:lnTo>
                    <a:pt x="14053" y="13511"/>
                  </a:lnTo>
                  <a:lnTo>
                    <a:pt x="12758" y="8264"/>
                  </a:lnTo>
                  <a:lnTo>
                    <a:pt x="12155" y="8416"/>
                  </a:lnTo>
                  <a:lnTo>
                    <a:pt x="12787" y="10949"/>
                  </a:lnTo>
                  <a:lnTo>
                    <a:pt x="4555" y="10949"/>
                  </a:lnTo>
                  <a:lnTo>
                    <a:pt x="5339" y="7841"/>
                  </a:lnTo>
                  <a:cubicBezTo>
                    <a:pt x="6333" y="8355"/>
                    <a:pt x="7479" y="8625"/>
                    <a:pt x="8685" y="8625"/>
                  </a:cubicBezTo>
                  <a:cubicBezTo>
                    <a:pt x="10345" y="8625"/>
                    <a:pt x="11882" y="8083"/>
                    <a:pt x="13120" y="7149"/>
                  </a:cubicBezTo>
                  <a:close/>
                  <a:moveTo>
                    <a:pt x="0" y="1"/>
                  </a:moveTo>
                  <a:lnTo>
                    <a:pt x="0" y="1569"/>
                  </a:lnTo>
                  <a:lnTo>
                    <a:pt x="1298" y="1569"/>
                  </a:lnTo>
                  <a:cubicBezTo>
                    <a:pt x="1387" y="3590"/>
                    <a:pt x="2292" y="5429"/>
                    <a:pt x="3711" y="6727"/>
                  </a:cubicBezTo>
                  <a:lnTo>
                    <a:pt x="1841" y="14114"/>
                  </a:lnTo>
                  <a:lnTo>
                    <a:pt x="3771" y="14114"/>
                  </a:lnTo>
                  <a:lnTo>
                    <a:pt x="4403" y="11552"/>
                  </a:lnTo>
                  <a:lnTo>
                    <a:pt x="12939" y="11552"/>
                  </a:lnTo>
                  <a:lnTo>
                    <a:pt x="13571" y="14114"/>
                  </a:lnTo>
                  <a:lnTo>
                    <a:pt x="15501" y="14114"/>
                  </a:lnTo>
                  <a:lnTo>
                    <a:pt x="13631" y="6727"/>
                  </a:lnTo>
                  <a:cubicBezTo>
                    <a:pt x="15050" y="5429"/>
                    <a:pt x="15954" y="3590"/>
                    <a:pt x="16044" y="1569"/>
                  </a:cubicBezTo>
                  <a:lnTo>
                    <a:pt x="17310" y="1569"/>
                  </a:lnTo>
                  <a:lnTo>
                    <a:pt x="17310" y="1"/>
                  </a:lnTo>
                  <a:lnTo>
                    <a:pt x="4162" y="1"/>
                  </a:lnTo>
                  <a:lnTo>
                    <a:pt x="4162" y="604"/>
                  </a:lnTo>
                  <a:lnTo>
                    <a:pt x="16707" y="604"/>
                  </a:lnTo>
                  <a:lnTo>
                    <a:pt x="16707" y="966"/>
                  </a:lnTo>
                  <a:lnTo>
                    <a:pt x="603" y="966"/>
                  </a:lnTo>
                  <a:lnTo>
                    <a:pt x="603" y="604"/>
                  </a:lnTo>
                  <a:lnTo>
                    <a:pt x="2895" y="604"/>
                  </a:lnTo>
                  <a:lnTo>
                    <a:pt x="289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42"/>
            <p:cNvSpPr/>
            <p:nvPr/>
          </p:nvSpPr>
          <p:spPr>
            <a:xfrm>
              <a:off x="3419750" y="1895325"/>
              <a:ext cx="190657" cy="138115"/>
            </a:xfrm>
            <a:custGeom>
              <a:avLst/>
              <a:gdLst/>
              <a:ahLst/>
              <a:cxnLst/>
              <a:rect l="l" t="t" r="r" b="b"/>
              <a:pathLst>
                <a:path w="7994" h="5791" extrusionOk="0">
                  <a:moveTo>
                    <a:pt x="6727" y="1267"/>
                  </a:moveTo>
                  <a:cubicBezTo>
                    <a:pt x="7089" y="1267"/>
                    <a:pt x="7390" y="1568"/>
                    <a:pt x="7390" y="1930"/>
                  </a:cubicBezTo>
                  <a:cubicBezTo>
                    <a:pt x="7390" y="2323"/>
                    <a:pt x="7089" y="2594"/>
                    <a:pt x="6727" y="2594"/>
                  </a:cubicBezTo>
                  <a:lnTo>
                    <a:pt x="5883" y="2594"/>
                  </a:lnTo>
                  <a:cubicBezTo>
                    <a:pt x="6003" y="2413"/>
                    <a:pt x="6064" y="2171"/>
                    <a:pt x="6064" y="1930"/>
                  </a:cubicBezTo>
                  <a:cubicBezTo>
                    <a:pt x="6064" y="1689"/>
                    <a:pt x="6003" y="1448"/>
                    <a:pt x="5883" y="1267"/>
                  </a:cubicBezTo>
                  <a:close/>
                  <a:moveTo>
                    <a:pt x="2112" y="3197"/>
                  </a:moveTo>
                  <a:cubicBezTo>
                    <a:pt x="1991" y="3378"/>
                    <a:pt x="1931" y="3619"/>
                    <a:pt x="1931" y="3860"/>
                  </a:cubicBezTo>
                  <a:cubicBezTo>
                    <a:pt x="1931" y="4101"/>
                    <a:pt x="1991" y="4343"/>
                    <a:pt x="2112" y="4524"/>
                  </a:cubicBezTo>
                  <a:lnTo>
                    <a:pt x="1267" y="4524"/>
                  </a:lnTo>
                  <a:cubicBezTo>
                    <a:pt x="905" y="4524"/>
                    <a:pt x="604" y="4253"/>
                    <a:pt x="604" y="3860"/>
                  </a:cubicBezTo>
                  <a:cubicBezTo>
                    <a:pt x="604" y="3498"/>
                    <a:pt x="905" y="3197"/>
                    <a:pt x="1267" y="3197"/>
                  </a:cubicBezTo>
                  <a:close/>
                  <a:moveTo>
                    <a:pt x="635" y="0"/>
                  </a:moveTo>
                  <a:cubicBezTo>
                    <a:pt x="635" y="695"/>
                    <a:pt x="1207" y="1267"/>
                    <a:pt x="1902" y="1267"/>
                  </a:cubicBezTo>
                  <a:lnTo>
                    <a:pt x="4797" y="1267"/>
                  </a:lnTo>
                  <a:cubicBezTo>
                    <a:pt x="5159" y="1267"/>
                    <a:pt x="5460" y="1568"/>
                    <a:pt x="5460" y="1930"/>
                  </a:cubicBezTo>
                  <a:cubicBezTo>
                    <a:pt x="5460" y="2323"/>
                    <a:pt x="5159" y="2594"/>
                    <a:pt x="4797" y="2594"/>
                  </a:cubicBezTo>
                  <a:lnTo>
                    <a:pt x="1267" y="2594"/>
                  </a:lnTo>
                  <a:cubicBezTo>
                    <a:pt x="544" y="2594"/>
                    <a:pt x="1" y="3168"/>
                    <a:pt x="1" y="3860"/>
                  </a:cubicBezTo>
                  <a:cubicBezTo>
                    <a:pt x="1" y="4584"/>
                    <a:pt x="544" y="5127"/>
                    <a:pt x="1267" y="5127"/>
                  </a:cubicBezTo>
                  <a:lnTo>
                    <a:pt x="3499" y="5127"/>
                  </a:lnTo>
                  <a:cubicBezTo>
                    <a:pt x="3711" y="5127"/>
                    <a:pt x="3832" y="5279"/>
                    <a:pt x="3832" y="5460"/>
                  </a:cubicBezTo>
                  <a:lnTo>
                    <a:pt x="3832" y="5790"/>
                  </a:lnTo>
                  <a:lnTo>
                    <a:pt x="4435" y="5790"/>
                  </a:lnTo>
                  <a:lnTo>
                    <a:pt x="4435" y="5460"/>
                  </a:lnTo>
                  <a:cubicBezTo>
                    <a:pt x="4435" y="4946"/>
                    <a:pt x="4042" y="4524"/>
                    <a:pt x="3499" y="4524"/>
                  </a:cubicBezTo>
                  <a:lnTo>
                    <a:pt x="3197" y="4524"/>
                  </a:lnTo>
                  <a:cubicBezTo>
                    <a:pt x="2836" y="4524"/>
                    <a:pt x="2534" y="4253"/>
                    <a:pt x="2534" y="3860"/>
                  </a:cubicBezTo>
                  <a:cubicBezTo>
                    <a:pt x="2534" y="3498"/>
                    <a:pt x="2836" y="3197"/>
                    <a:pt x="3197" y="3197"/>
                  </a:cubicBezTo>
                  <a:lnTo>
                    <a:pt x="6727" y="3197"/>
                  </a:lnTo>
                  <a:cubicBezTo>
                    <a:pt x="7419" y="3197"/>
                    <a:pt x="7994" y="2654"/>
                    <a:pt x="7994" y="1930"/>
                  </a:cubicBezTo>
                  <a:cubicBezTo>
                    <a:pt x="7994" y="1238"/>
                    <a:pt x="7419" y="664"/>
                    <a:pt x="6727" y="664"/>
                  </a:cubicBezTo>
                  <a:lnTo>
                    <a:pt x="1902" y="664"/>
                  </a:lnTo>
                  <a:cubicBezTo>
                    <a:pt x="1540" y="664"/>
                    <a:pt x="1238" y="362"/>
                    <a:pt x="12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 name="Google Shape;400;p42"/>
          <p:cNvGrpSpPr/>
          <p:nvPr/>
        </p:nvGrpSpPr>
        <p:grpSpPr>
          <a:xfrm>
            <a:off x="1723579" y="3116343"/>
            <a:ext cx="259703" cy="491238"/>
            <a:chOff x="2686124" y="2634007"/>
            <a:chExt cx="259703" cy="491238"/>
          </a:xfrm>
        </p:grpSpPr>
        <p:sp>
          <p:nvSpPr>
            <p:cNvPr id="401" name="Google Shape;401;p42"/>
            <p:cNvSpPr/>
            <p:nvPr/>
          </p:nvSpPr>
          <p:spPr>
            <a:xfrm>
              <a:off x="2778185" y="2895808"/>
              <a:ext cx="15169" cy="14405"/>
            </a:xfrm>
            <a:custGeom>
              <a:avLst/>
              <a:gdLst/>
              <a:ahLst/>
              <a:cxnLst/>
              <a:rect l="l" t="t" r="r" b="b"/>
              <a:pathLst>
                <a:path w="636" h="604" extrusionOk="0">
                  <a:moveTo>
                    <a:pt x="1" y="0"/>
                  </a:moveTo>
                  <a:lnTo>
                    <a:pt x="1"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42"/>
            <p:cNvSpPr/>
            <p:nvPr/>
          </p:nvSpPr>
          <p:spPr>
            <a:xfrm>
              <a:off x="2824215" y="2895808"/>
              <a:ext cx="15169" cy="14405"/>
            </a:xfrm>
            <a:custGeom>
              <a:avLst/>
              <a:gdLst/>
              <a:ahLst/>
              <a:cxnLst/>
              <a:rect l="l" t="t" r="r" b="b"/>
              <a:pathLst>
                <a:path w="636" h="604" extrusionOk="0">
                  <a:moveTo>
                    <a:pt x="1" y="0"/>
                  </a:moveTo>
                  <a:lnTo>
                    <a:pt x="1"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2"/>
            <p:cNvSpPr/>
            <p:nvPr/>
          </p:nvSpPr>
          <p:spPr>
            <a:xfrm>
              <a:off x="2870246" y="2895808"/>
              <a:ext cx="15169" cy="14405"/>
            </a:xfrm>
            <a:custGeom>
              <a:avLst/>
              <a:gdLst/>
              <a:ahLst/>
              <a:cxnLst/>
              <a:rect l="l" t="t" r="r" b="b"/>
              <a:pathLst>
                <a:path w="636" h="604" extrusionOk="0">
                  <a:moveTo>
                    <a:pt x="1" y="0"/>
                  </a:moveTo>
                  <a:lnTo>
                    <a:pt x="1"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2"/>
            <p:cNvSpPr/>
            <p:nvPr/>
          </p:nvSpPr>
          <p:spPr>
            <a:xfrm>
              <a:off x="2770314" y="3079930"/>
              <a:ext cx="122971" cy="14405"/>
            </a:xfrm>
            <a:custGeom>
              <a:avLst/>
              <a:gdLst/>
              <a:ahLst/>
              <a:cxnLst/>
              <a:rect l="l" t="t" r="r" b="b"/>
              <a:pathLst>
                <a:path w="5156" h="604" extrusionOk="0">
                  <a:moveTo>
                    <a:pt x="0" y="0"/>
                  </a:moveTo>
                  <a:lnTo>
                    <a:pt x="0" y="604"/>
                  </a:lnTo>
                  <a:lnTo>
                    <a:pt x="5156" y="604"/>
                  </a:lnTo>
                  <a:lnTo>
                    <a:pt x="515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2"/>
            <p:cNvSpPr/>
            <p:nvPr/>
          </p:nvSpPr>
          <p:spPr>
            <a:xfrm>
              <a:off x="2686124" y="2634007"/>
              <a:ext cx="259703" cy="491238"/>
            </a:xfrm>
            <a:custGeom>
              <a:avLst/>
              <a:gdLst/>
              <a:ahLst/>
              <a:cxnLst/>
              <a:rect l="l" t="t" r="r" b="b"/>
              <a:pathLst>
                <a:path w="10889" h="20597" extrusionOk="0">
                  <a:moveTo>
                    <a:pt x="2896" y="603"/>
                  </a:moveTo>
                  <a:cubicBezTo>
                    <a:pt x="3410" y="603"/>
                    <a:pt x="3861" y="1356"/>
                    <a:pt x="3861" y="2232"/>
                  </a:cubicBezTo>
                  <a:cubicBezTo>
                    <a:pt x="3861" y="3137"/>
                    <a:pt x="3410" y="3860"/>
                    <a:pt x="2896" y="3860"/>
                  </a:cubicBezTo>
                  <a:cubicBezTo>
                    <a:pt x="2353" y="3860"/>
                    <a:pt x="1902" y="3137"/>
                    <a:pt x="1902" y="2232"/>
                  </a:cubicBezTo>
                  <a:cubicBezTo>
                    <a:pt x="1902" y="1356"/>
                    <a:pt x="2353" y="603"/>
                    <a:pt x="2896" y="603"/>
                  </a:cubicBezTo>
                  <a:close/>
                  <a:moveTo>
                    <a:pt x="5460" y="603"/>
                  </a:moveTo>
                  <a:cubicBezTo>
                    <a:pt x="6003" y="603"/>
                    <a:pt x="6454" y="1356"/>
                    <a:pt x="6454" y="2232"/>
                  </a:cubicBezTo>
                  <a:cubicBezTo>
                    <a:pt x="6454" y="3137"/>
                    <a:pt x="6003" y="3860"/>
                    <a:pt x="5460" y="3860"/>
                  </a:cubicBezTo>
                  <a:cubicBezTo>
                    <a:pt x="4917" y="3860"/>
                    <a:pt x="4464" y="3137"/>
                    <a:pt x="4464" y="2232"/>
                  </a:cubicBezTo>
                  <a:cubicBezTo>
                    <a:pt x="4464" y="1356"/>
                    <a:pt x="4917" y="603"/>
                    <a:pt x="5460" y="603"/>
                  </a:cubicBezTo>
                  <a:close/>
                  <a:moveTo>
                    <a:pt x="8022" y="603"/>
                  </a:moveTo>
                  <a:cubicBezTo>
                    <a:pt x="8565" y="603"/>
                    <a:pt x="9019" y="1356"/>
                    <a:pt x="9019" y="2232"/>
                  </a:cubicBezTo>
                  <a:cubicBezTo>
                    <a:pt x="9019" y="3137"/>
                    <a:pt x="8565" y="3860"/>
                    <a:pt x="8022" y="3860"/>
                  </a:cubicBezTo>
                  <a:cubicBezTo>
                    <a:pt x="7511" y="3860"/>
                    <a:pt x="7057" y="3137"/>
                    <a:pt x="7057" y="2232"/>
                  </a:cubicBezTo>
                  <a:cubicBezTo>
                    <a:pt x="7057" y="1356"/>
                    <a:pt x="7511" y="603"/>
                    <a:pt x="8022" y="603"/>
                  </a:cubicBezTo>
                  <a:close/>
                  <a:moveTo>
                    <a:pt x="4162" y="3559"/>
                  </a:moveTo>
                  <a:cubicBezTo>
                    <a:pt x="4254" y="3740"/>
                    <a:pt x="4375" y="3921"/>
                    <a:pt x="4495" y="4041"/>
                  </a:cubicBezTo>
                  <a:lnTo>
                    <a:pt x="4495" y="4886"/>
                  </a:lnTo>
                  <a:lnTo>
                    <a:pt x="3800" y="4886"/>
                  </a:lnTo>
                  <a:lnTo>
                    <a:pt x="3800" y="4041"/>
                  </a:lnTo>
                  <a:cubicBezTo>
                    <a:pt x="3981" y="3921"/>
                    <a:pt x="4073" y="3740"/>
                    <a:pt x="4162" y="3559"/>
                  </a:cubicBezTo>
                  <a:close/>
                  <a:moveTo>
                    <a:pt x="6727" y="3559"/>
                  </a:moveTo>
                  <a:cubicBezTo>
                    <a:pt x="6816" y="3740"/>
                    <a:pt x="6937" y="3921"/>
                    <a:pt x="7057" y="4041"/>
                  </a:cubicBezTo>
                  <a:lnTo>
                    <a:pt x="7057" y="4886"/>
                  </a:lnTo>
                  <a:lnTo>
                    <a:pt x="6394" y="4886"/>
                  </a:lnTo>
                  <a:lnTo>
                    <a:pt x="6394" y="4041"/>
                  </a:lnTo>
                  <a:cubicBezTo>
                    <a:pt x="6546" y="3921"/>
                    <a:pt x="6635" y="3740"/>
                    <a:pt x="6727" y="3559"/>
                  </a:cubicBezTo>
                  <a:close/>
                  <a:moveTo>
                    <a:pt x="3197" y="4432"/>
                  </a:moveTo>
                  <a:lnTo>
                    <a:pt x="3197" y="9378"/>
                  </a:lnTo>
                  <a:lnTo>
                    <a:pt x="1238" y="9378"/>
                  </a:lnTo>
                  <a:lnTo>
                    <a:pt x="1238" y="5489"/>
                  </a:lnTo>
                  <a:lnTo>
                    <a:pt x="1931" y="5489"/>
                  </a:lnTo>
                  <a:lnTo>
                    <a:pt x="1931" y="8384"/>
                  </a:lnTo>
                  <a:lnTo>
                    <a:pt x="2534" y="8384"/>
                  </a:lnTo>
                  <a:lnTo>
                    <a:pt x="2534" y="4432"/>
                  </a:lnTo>
                  <a:cubicBezTo>
                    <a:pt x="2655" y="4463"/>
                    <a:pt x="2746" y="4463"/>
                    <a:pt x="2867" y="4463"/>
                  </a:cubicBezTo>
                  <a:cubicBezTo>
                    <a:pt x="2987" y="4463"/>
                    <a:pt x="3137" y="4463"/>
                    <a:pt x="3197" y="4432"/>
                  </a:cubicBezTo>
                  <a:close/>
                  <a:moveTo>
                    <a:pt x="4495" y="5489"/>
                  </a:moveTo>
                  <a:lnTo>
                    <a:pt x="4495" y="9378"/>
                  </a:lnTo>
                  <a:lnTo>
                    <a:pt x="3800" y="9378"/>
                  </a:lnTo>
                  <a:lnTo>
                    <a:pt x="3800" y="5489"/>
                  </a:lnTo>
                  <a:close/>
                  <a:moveTo>
                    <a:pt x="5791" y="4432"/>
                  </a:moveTo>
                  <a:lnTo>
                    <a:pt x="5791" y="9378"/>
                  </a:lnTo>
                  <a:lnTo>
                    <a:pt x="5098" y="9378"/>
                  </a:lnTo>
                  <a:lnTo>
                    <a:pt x="5098" y="4432"/>
                  </a:lnTo>
                  <a:cubicBezTo>
                    <a:pt x="5219" y="4463"/>
                    <a:pt x="5340" y="4463"/>
                    <a:pt x="5429" y="4463"/>
                  </a:cubicBezTo>
                  <a:cubicBezTo>
                    <a:pt x="5550" y="4463"/>
                    <a:pt x="5702" y="4463"/>
                    <a:pt x="5791" y="4432"/>
                  </a:cubicBezTo>
                  <a:close/>
                  <a:moveTo>
                    <a:pt x="7057" y="5489"/>
                  </a:moveTo>
                  <a:lnTo>
                    <a:pt x="7057" y="9378"/>
                  </a:lnTo>
                  <a:lnTo>
                    <a:pt x="6394" y="9378"/>
                  </a:lnTo>
                  <a:lnTo>
                    <a:pt x="6394" y="5489"/>
                  </a:lnTo>
                  <a:close/>
                  <a:moveTo>
                    <a:pt x="8355" y="4432"/>
                  </a:moveTo>
                  <a:lnTo>
                    <a:pt x="8355" y="9378"/>
                  </a:lnTo>
                  <a:lnTo>
                    <a:pt x="7661" y="9378"/>
                  </a:lnTo>
                  <a:lnTo>
                    <a:pt x="7661" y="4432"/>
                  </a:lnTo>
                  <a:cubicBezTo>
                    <a:pt x="7781" y="4463"/>
                    <a:pt x="7902" y="4463"/>
                    <a:pt x="8022" y="4463"/>
                  </a:cubicBezTo>
                  <a:cubicBezTo>
                    <a:pt x="8143" y="4463"/>
                    <a:pt x="8264" y="4463"/>
                    <a:pt x="8355" y="4432"/>
                  </a:cubicBezTo>
                  <a:close/>
                  <a:moveTo>
                    <a:pt x="1267" y="9981"/>
                  </a:moveTo>
                  <a:lnTo>
                    <a:pt x="1267" y="19993"/>
                  </a:lnTo>
                  <a:lnTo>
                    <a:pt x="604" y="19993"/>
                  </a:lnTo>
                  <a:lnTo>
                    <a:pt x="604" y="9981"/>
                  </a:lnTo>
                  <a:close/>
                  <a:moveTo>
                    <a:pt x="10285" y="9981"/>
                  </a:moveTo>
                  <a:lnTo>
                    <a:pt x="10285" y="19993"/>
                  </a:lnTo>
                  <a:lnTo>
                    <a:pt x="1870" y="19993"/>
                  </a:lnTo>
                  <a:lnTo>
                    <a:pt x="1870" y="9981"/>
                  </a:lnTo>
                  <a:close/>
                  <a:moveTo>
                    <a:pt x="2896" y="0"/>
                  </a:moveTo>
                  <a:cubicBezTo>
                    <a:pt x="1991" y="0"/>
                    <a:pt x="1299" y="994"/>
                    <a:pt x="1299" y="2232"/>
                  </a:cubicBezTo>
                  <a:cubicBezTo>
                    <a:pt x="1299" y="2985"/>
                    <a:pt x="1569" y="3648"/>
                    <a:pt x="1931" y="4041"/>
                  </a:cubicBezTo>
                  <a:lnTo>
                    <a:pt x="1931" y="4886"/>
                  </a:lnTo>
                  <a:lnTo>
                    <a:pt x="635" y="4886"/>
                  </a:lnTo>
                  <a:lnTo>
                    <a:pt x="635" y="9378"/>
                  </a:lnTo>
                  <a:lnTo>
                    <a:pt x="1" y="9378"/>
                  </a:lnTo>
                  <a:lnTo>
                    <a:pt x="1" y="20596"/>
                  </a:lnTo>
                  <a:lnTo>
                    <a:pt x="10889" y="20596"/>
                  </a:lnTo>
                  <a:lnTo>
                    <a:pt x="10889" y="9378"/>
                  </a:lnTo>
                  <a:lnTo>
                    <a:pt x="8959" y="9378"/>
                  </a:lnTo>
                  <a:lnTo>
                    <a:pt x="8959" y="5489"/>
                  </a:lnTo>
                  <a:lnTo>
                    <a:pt x="9651" y="5489"/>
                  </a:lnTo>
                  <a:lnTo>
                    <a:pt x="9651" y="8384"/>
                  </a:lnTo>
                  <a:lnTo>
                    <a:pt x="10254" y="8384"/>
                  </a:lnTo>
                  <a:lnTo>
                    <a:pt x="10254" y="4886"/>
                  </a:lnTo>
                  <a:lnTo>
                    <a:pt x="8959" y="4886"/>
                  </a:lnTo>
                  <a:lnTo>
                    <a:pt x="8959" y="4041"/>
                  </a:lnTo>
                  <a:cubicBezTo>
                    <a:pt x="9349" y="3648"/>
                    <a:pt x="9622" y="2985"/>
                    <a:pt x="9622" y="2232"/>
                  </a:cubicBezTo>
                  <a:cubicBezTo>
                    <a:pt x="9622" y="994"/>
                    <a:pt x="8927" y="0"/>
                    <a:pt x="8022" y="0"/>
                  </a:cubicBezTo>
                  <a:cubicBezTo>
                    <a:pt x="7480" y="0"/>
                    <a:pt x="7028" y="362"/>
                    <a:pt x="6756" y="934"/>
                  </a:cubicBezTo>
                  <a:cubicBezTo>
                    <a:pt x="6454" y="362"/>
                    <a:pt x="6003" y="0"/>
                    <a:pt x="5460" y="0"/>
                  </a:cubicBezTo>
                  <a:cubicBezTo>
                    <a:pt x="4917" y="0"/>
                    <a:pt x="4464" y="362"/>
                    <a:pt x="4162" y="934"/>
                  </a:cubicBezTo>
                  <a:cubicBezTo>
                    <a:pt x="3892" y="362"/>
                    <a:pt x="3410" y="0"/>
                    <a:pt x="2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6" name="Google Shape;406;p42"/>
          <p:cNvSpPr/>
          <p:nvPr/>
        </p:nvSpPr>
        <p:spPr>
          <a:xfrm>
            <a:off x="4409647" y="3116343"/>
            <a:ext cx="320806" cy="491238"/>
          </a:xfrm>
          <a:custGeom>
            <a:avLst/>
            <a:gdLst/>
            <a:ahLst/>
            <a:cxnLst/>
            <a:rect l="l" t="t" r="r" b="b"/>
            <a:pathLst>
              <a:path w="13451" h="20597" extrusionOk="0">
                <a:moveTo>
                  <a:pt x="6726" y="3197"/>
                </a:moveTo>
                <a:cubicBezTo>
                  <a:pt x="8685" y="3197"/>
                  <a:pt x="10285" y="4794"/>
                  <a:pt x="10285" y="6755"/>
                </a:cubicBezTo>
                <a:cubicBezTo>
                  <a:pt x="10285" y="7178"/>
                  <a:pt x="10193" y="7600"/>
                  <a:pt x="10044" y="8022"/>
                </a:cubicBezTo>
                <a:cubicBezTo>
                  <a:pt x="9682" y="7810"/>
                  <a:pt x="9349" y="7629"/>
                  <a:pt x="8927" y="7508"/>
                </a:cubicBezTo>
                <a:lnTo>
                  <a:pt x="8927" y="7086"/>
                </a:lnTo>
                <a:cubicBezTo>
                  <a:pt x="8927" y="6574"/>
                  <a:pt x="8536" y="6152"/>
                  <a:pt x="7993" y="6152"/>
                </a:cubicBezTo>
                <a:cubicBezTo>
                  <a:pt x="7752" y="6152"/>
                  <a:pt x="7539" y="6241"/>
                  <a:pt x="7359" y="6393"/>
                </a:cubicBezTo>
                <a:cubicBezTo>
                  <a:pt x="7209" y="6241"/>
                  <a:pt x="6968" y="6152"/>
                  <a:pt x="6726" y="6152"/>
                </a:cubicBezTo>
                <a:cubicBezTo>
                  <a:pt x="6485" y="6152"/>
                  <a:pt x="6244" y="6241"/>
                  <a:pt x="6092" y="6393"/>
                </a:cubicBezTo>
                <a:cubicBezTo>
                  <a:pt x="5911" y="6241"/>
                  <a:pt x="5670" y="6152"/>
                  <a:pt x="5429" y="6152"/>
                </a:cubicBezTo>
                <a:cubicBezTo>
                  <a:pt x="4917" y="6152"/>
                  <a:pt x="4463" y="6574"/>
                  <a:pt x="4463" y="7086"/>
                </a:cubicBezTo>
                <a:lnTo>
                  <a:pt x="4463" y="7508"/>
                </a:lnTo>
                <a:cubicBezTo>
                  <a:pt x="4102" y="7629"/>
                  <a:pt x="3740" y="7810"/>
                  <a:pt x="3378" y="8022"/>
                </a:cubicBezTo>
                <a:cubicBezTo>
                  <a:pt x="3228" y="7600"/>
                  <a:pt x="3168" y="7178"/>
                  <a:pt x="3168" y="6755"/>
                </a:cubicBezTo>
                <a:cubicBezTo>
                  <a:pt x="3168" y="4794"/>
                  <a:pt x="4765" y="3197"/>
                  <a:pt x="6726" y="3197"/>
                </a:cubicBezTo>
                <a:close/>
                <a:moveTo>
                  <a:pt x="4463" y="8143"/>
                </a:moveTo>
                <a:lnTo>
                  <a:pt x="4463" y="9530"/>
                </a:lnTo>
                <a:cubicBezTo>
                  <a:pt x="4162" y="9257"/>
                  <a:pt x="3860" y="8927"/>
                  <a:pt x="3650" y="8565"/>
                </a:cubicBezTo>
                <a:cubicBezTo>
                  <a:pt x="3921" y="8413"/>
                  <a:pt x="4193" y="8263"/>
                  <a:pt x="4463" y="8143"/>
                </a:cubicBezTo>
                <a:close/>
                <a:moveTo>
                  <a:pt x="8927" y="8143"/>
                </a:moveTo>
                <a:cubicBezTo>
                  <a:pt x="9260" y="8263"/>
                  <a:pt x="9501" y="8413"/>
                  <a:pt x="9771" y="8565"/>
                </a:cubicBezTo>
                <a:cubicBezTo>
                  <a:pt x="9561" y="8927"/>
                  <a:pt x="9289" y="9257"/>
                  <a:pt x="8927" y="9530"/>
                </a:cubicBezTo>
                <a:lnTo>
                  <a:pt x="8927" y="8143"/>
                </a:lnTo>
                <a:close/>
                <a:moveTo>
                  <a:pt x="6726" y="603"/>
                </a:moveTo>
                <a:cubicBezTo>
                  <a:pt x="10104" y="603"/>
                  <a:pt x="12847" y="3378"/>
                  <a:pt x="12847" y="6755"/>
                </a:cubicBezTo>
                <a:cubicBezTo>
                  <a:pt x="12847" y="8082"/>
                  <a:pt x="12425" y="9349"/>
                  <a:pt x="11641" y="10403"/>
                </a:cubicBezTo>
                <a:cubicBezTo>
                  <a:pt x="10948" y="11339"/>
                  <a:pt x="10012" y="12032"/>
                  <a:pt x="8927" y="12454"/>
                </a:cubicBezTo>
                <a:lnTo>
                  <a:pt x="8927" y="11730"/>
                </a:lnTo>
                <a:cubicBezTo>
                  <a:pt x="9863" y="11308"/>
                  <a:pt x="10647" y="10676"/>
                  <a:pt x="11219" y="9831"/>
                </a:cubicBezTo>
                <a:cubicBezTo>
                  <a:pt x="11822" y="8927"/>
                  <a:pt x="12155" y="7870"/>
                  <a:pt x="12155" y="6755"/>
                </a:cubicBezTo>
                <a:cubicBezTo>
                  <a:pt x="12155" y="3740"/>
                  <a:pt x="9742" y="1296"/>
                  <a:pt x="6726" y="1296"/>
                </a:cubicBezTo>
                <a:cubicBezTo>
                  <a:pt x="3711" y="1296"/>
                  <a:pt x="1267" y="3740"/>
                  <a:pt x="1267" y="6755"/>
                </a:cubicBezTo>
                <a:cubicBezTo>
                  <a:pt x="1267" y="8504"/>
                  <a:pt x="2143" y="10162"/>
                  <a:pt x="3590" y="11187"/>
                </a:cubicBezTo>
                <a:lnTo>
                  <a:pt x="3921" y="10705"/>
                </a:lnTo>
                <a:cubicBezTo>
                  <a:pt x="2654" y="9800"/>
                  <a:pt x="1870" y="8324"/>
                  <a:pt x="1870" y="6755"/>
                </a:cubicBezTo>
                <a:cubicBezTo>
                  <a:pt x="1870" y="4070"/>
                  <a:pt x="4041" y="1899"/>
                  <a:pt x="6726" y="1899"/>
                </a:cubicBezTo>
                <a:cubicBezTo>
                  <a:pt x="9409" y="1899"/>
                  <a:pt x="11581" y="4070"/>
                  <a:pt x="11581" y="6755"/>
                </a:cubicBezTo>
                <a:cubicBezTo>
                  <a:pt x="11581" y="7720"/>
                  <a:pt x="11279" y="8685"/>
                  <a:pt x="10707" y="9498"/>
                </a:cubicBezTo>
                <a:cubicBezTo>
                  <a:pt x="10254" y="10162"/>
                  <a:pt x="9650" y="10676"/>
                  <a:pt x="8927" y="11038"/>
                </a:cubicBezTo>
                <a:lnTo>
                  <a:pt x="8927" y="10254"/>
                </a:lnTo>
                <a:cubicBezTo>
                  <a:pt x="10133" y="9498"/>
                  <a:pt x="10888" y="8172"/>
                  <a:pt x="10888" y="6755"/>
                </a:cubicBezTo>
                <a:cubicBezTo>
                  <a:pt x="10888" y="4463"/>
                  <a:pt x="9018" y="2594"/>
                  <a:pt x="6726" y="2594"/>
                </a:cubicBezTo>
                <a:cubicBezTo>
                  <a:pt x="4435" y="2594"/>
                  <a:pt x="2565" y="4463"/>
                  <a:pt x="2565" y="6755"/>
                </a:cubicBezTo>
                <a:cubicBezTo>
                  <a:pt x="2565" y="8172"/>
                  <a:pt x="3318" y="9498"/>
                  <a:pt x="4463" y="10254"/>
                </a:cubicBezTo>
                <a:lnTo>
                  <a:pt x="4463" y="12454"/>
                </a:lnTo>
                <a:cubicBezTo>
                  <a:pt x="3438" y="12032"/>
                  <a:pt x="2473" y="11339"/>
                  <a:pt x="1781" y="10403"/>
                </a:cubicBezTo>
                <a:cubicBezTo>
                  <a:pt x="997" y="9349"/>
                  <a:pt x="574" y="8082"/>
                  <a:pt x="574" y="6755"/>
                </a:cubicBezTo>
                <a:cubicBezTo>
                  <a:pt x="574" y="3378"/>
                  <a:pt x="3349" y="603"/>
                  <a:pt x="6726" y="603"/>
                </a:cubicBezTo>
                <a:close/>
                <a:moveTo>
                  <a:pt x="5429" y="6755"/>
                </a:moveTo>
                <a:cubicBezTo>
                  <a:pt x="5609" y="6755"/>
                  <a:pt x="5761" y="6905"/>
                  <a:pt x="5761" y="7086"/>
                </a:cubicBezTo>
                <a:lnTo>
                  <a:pt x="5761" y="13510"/>
                </a:lnTo>
                <a:cubicBezTo>
                  <a:pt x="5761" y="13720"/>
                  <a:pt x="5609" y="13872"/>
                  <a:pt x="5429" y="13872"/>
                </a:cubicBezTo>
                <a:cubicBezTo>
                  <a:pt x="5219" y="13872"/>
                  <a:pt x="5067" y="13720"/>
                  <a:pt x="5067" y="13510"/>
                </a:cubicBezTo>
                <a:lnTo>
                  <a:pt x="5067" y="7086"/>
                </a:lnTo>
                <a:cubicBezTo>
                  <a:pt x="5067" y="6905"/>
                  <a:pt x="5219" y="6755"/>
                  <a:pt x="5429" y="6755"/>
                </a:cubicBezTo>
                <a:close/>
                <a:moveTo>
                  <a:pt x="7993" y="6755"/>
                </a:moveTo>
                <a:cubicBezTo>
                  <a:pt x="8174" y="6755"/>
                  <a:pt x="8324" y="6905"/>
                  <a:pt x="8324" y="7086"/>
                </a:cubicBezTo>
                <a:lnTo>
                  <a:pt x="8324" y="13510"/>
                </a:lnTo>
                <a:cubicBezTo>
                  <a:pt x="8324" y="13720"/>
                  <a:pt x="8174" y="13872"/>
                  <a:pt x="7993" y="13872"/>
                </a:cubicBezTo>
                <a:cubicBezTo>
                  <a:pt x="7812" y="13872"/>
                  <a:pt x="7660" y="13720"/>
                  <a:pt x="7660" y="13510"/>
                </a:cubicBezTo>
                <a:lnTo>
                  <a:pt x="7660" y="12244"/>
                </a:lnTo>
                <a:lnTo>
                  <a:pt x="7057" y="12244"/>
                </a:lnTo>
                <a:lnTo>
                  <a:pt x="7057" y="13510"/>
                </a:lnTo>
                <a:cubicBezTo>
                  <a:pt x="7057" y="13720"/>
                  <a:pt x="6907" y="13872"/>
                  <a:pt x="6695" y="13872"/>
                </a:cubicBezTo>
                <a:cubicBezTo>
                  <a:pt x="6514" y="13872"/>
                  <a:pt x="6365" y="13720"/>
                  <a:pt x="6365" y="13510"/>
                </a:cubicBezTo>
                <a:lnTo>
                  <a:pt x="6365" y="7086"/>
                </a:lnTo>
                <a:cubicBezTo>
                  <a:pt x="6365" y="6905"/>
                  <a:pt x="6514" y="6755"/>
                  <a:pt x="6695" y="6755"/>
                </a:cubicBezTo>
                <a:cubicBezTo>
                  <a:pt x="6907" y="6755"/>
                  <a:pt x="7057" y="6905"/>
                  <a:pt x="7057" y="7086"/>
                </a:cubicBezTo>
                <a:lnTo>
                  <a:pt x="7057" y="10946"/>
                </a:lnTo>
                <a:lnTo>
                  <a:pt x="7660" y="10946"/>
                </a:lnTo>
                <a:lnTo>
                  <a:pt x="7660" y="7086"/>
                </a:lnTo>
                <a:cubicBezTo>
                  <a:pt x="7660" y="6905"/>
                  <a:pt x="7812" y="6755"/>
                  <a:pt x="7993" y="6755"/>
                </a:cubicBezTo>
                <a:close/>
                <a:moveTo>
                  <a:pt x="10044" y="12606"/>
                </a:moveTo>
                <a:cubicBezTo>
                  <a:pt x="10193" y="12997"/>
                  <a:pt x="10285" y="13419"/>
                  <a:pt x="10285" y="13872"/>
                </a:cubicBezTo>
                <a:cubicBezTo>
                  <a:pt x="10285" y="15831"/>
                  <a:pt x="8685" y="17431"/>
                  <a:pt x="6726" y="17431"/>
                </a:cubicBezTo>
                <a:cubicBezTo>
                  <a:pt x="4765" y="17431"/>
                  <a:pt x="3168" y="15831"/>
                  <a:pt x="3168" y="13872"/>
                </a:cubicBezTo>
                <a:cubicBezTo>
                  <a:pt x="3168" y="13419"/>
                  <a:pt x="3228" y="12997"/>
                  <a:pt x="3378" y="12606"/>
                </a:cubicBezTo>
                <a:cubicBezTo>
                  <a:pt x="3740" y="12816"/>
                  <a:pt x="4102" y="12968"/>
                  <a:pt x="4463" y="13117"/>
                </a:cubicBezTo>
                <a:lnTo>
                  <a:pt x="4463" y="13510"/>
                </a:lnTo>
                <a:cubicBezTo>
                  <a:pt x="4463" y="14053"/>
                  <a:pt x="4917" y="14475"/>
                  <a:pt x="5429" y="14475"/>
                </a:cubicBezTo>
                <a:cubicBezTo>
                  <a:pt x="5670" y="14475"/>
                  <a:pt x="5911" y="14384"/>
                  <a:pt x="6063" y="14203"/>
                </a:cubicBezTo>
                <a:cubicBezTo>
                  <a:pt x="6244" y="14384"/>
                  <a:pt x="6485" y="14475"/>
                  <a:pt x="6726" y="14475"/>
                </a:cubicBezTo>
                <a:cubicBezTo>
                  <a:pt x="6968" y="14475"/>
                  <a:pt x="7209" y="14384"/>
                  <a:pt x="7359" y="14203"/>
                </a:cubicBezTo>
                <a:cubicBezTo>
                  <a:pt x="7539" y="14384"/>
                  <a:pt x="7752" y="14475"/>
                  <a:pt x="7993" y="14475"/>
                </a:cubicBezTo>
                <a:cubicBezTo>
                  <a:pt x="8536" y="14475"/>
                  <a:pt x="8927" y="14053"/>
                  <a:pt x="8927" y="13510"/>
                </a:cubicBezTo>
                <a:lnTo>
                  <a:pt x="8927" y="13117"/>
                </a:lnTo>
                <a:cubicBezTo>
                  <a:pt x="9349" y="12968"/>
                  <a:pt x="9682" y="12816"/>
                  <a:pt x="10044" y="12606"/>
                </a:cubicBezTo>
                <a:close/>
                <a:moveTo>
                  <a:pt x="11129" y="11851"/>
                </a:moveTo>
                <a:cubicBezTo>
                  <a:pt x="11431" y="12485"/>
                  <a:pt x="11581" y="13178"/>
                  <a:pt x="11581" y="13872"/>
                </a:cubicBezTo>
                <a:cubicBezTo>
                  <a:pt x="11581" y="16526"/>
                  <a:pt x="9409" y="18697"/>
                  <a:pt x="6726" y="18697"/>
                </a:cubicBezTo>
                <a:cubicBezTo>
                  <a:pt x="4041" y="18697"/>
                  <a:pt x="1870" y="16526"/>
                  <a:pt x="1870" y="13872"/>
                </a:cubicBezTo>
                <a:cubicBezTo>
                  <a:pt x="1870" y="13178"/>
                  <a:pt x="2022" y="12485"/>
                  <a:pt x="2324" y="11851"/>
                </a:cubicBezTo>
                <a:cubicBezTo>
                  <a:pt x="2504" y="12003"/>
                  <a:pt x="2685" y="12152"/>
                  <a:pt x="2866" y="12273"/>
                </a:cubicBezTo>
                <a:cubicBezTo>
                  <a:pt x="2654" y="12787"/>
                  <a:pt x="2565" y="13330"/>
                  <a:pt x="2565" y="13872"/>
                </a:cubicBezTo>
                <a:cubicBezTo>
                  <a:pt x="2565" y="16164"/>
                  <a:pt x="4435" y="18034"/>
                  <a:pt x="6726" y="18034"/>
                </a:cubicBezTo>
                <a:cubicBezTo>
                  <a:pt x="9018" y="18034"/>
                  <a:pt x="10888" y="16164"/>
                  <a:pt x="10888" y="13872"/>
                </a:cubicBezTo>
                <a:cubicBezTo>
                  <a:pt x="10888" y="13298"/>
                  <a:pt x="10767" y="12787"/>
                  <a:pt x="10587" y="12273"/>
                </a:cubicBezTo>
                <a:cubicBezTo>
                  <a:pt x="10767" y="12152"/>
                  <a:pt x="10948" y="12003"/>
                  <a:pt x="11129" y="11851"/>
                </a:cubicBezTo>
                <a:close/>
                <a:moveTo>
                  <a:pt x="6726" y="0"/>
                </a:moveTo>
                <a:cubicBezTo>
                  <a:pt x="3016" y="0"/>
                  <a:pt x="0" y="3045"/>
                  <a:pt x="0" y="6755"/>
                </a:cubicBezTo>
                <a:cubicBezTo>
                  <a:pt x="0" y="8022"/>
                  <a:pt x="333" y="9257"/>
                  <a:pt x="997" y="10314"/>
                </a:cubicBezTo>
                <a:cubicBezTo>
                  <a:pt x="333" y="11368"/>
                  <a:pt x="0" y="12606"/>
                  <a:pt x="0" y="13872"/>
                </a:cubicBezTo>
                <a:cubicBezTo>
                  <a:pt x="0" y="17580"/>
                  <a:pt x="3016" y="20596"/>
                  <a:pt x="6726" y="20596"/>
                </a:cubicBezTo>
                <a:cubicBezTo>
                  <a:pt x="10435" y="20596"/>
                  <a:pt x="13450" y="17580"/>
                  <a:pt x="13450" y="13872"/>
                </a:cubicBezTo>
                <a:cubicBezTo>
                  <a:pt x="13450" y="13057"/>
                  <a:pt x="13301" y="12244"/>
                  <a:pt x="13028" y="11489"/>
                </a:cubicBezTo>
                <a:lnTo>
                  <a:pt x="12456" y="11701"/>
                </a:lnTo>
                <a:cubicBezTo>
                  <a:pt x="12726" y="12393"/>
                  <a:pt x="12847" y="13117"/>
                  <a:pt x="12847" y="13872"/>
                </a:cubicBezTo>
                <a:cubicBezTo>
                  <a:pt x="12847" y="17250"/>
                  <a:pt x="10104" y="19993"/>
                  <a:pt x="6726" y="19993"/>
                </a:cubicBezTo>
                <a:cubicBezTo>
                  <a:pt x="3349" y="19993"/>
                  <a:pt x="603" y="17250"/>
                  <a:pt x="603" y="13872"/>
                </a:cubicBezTo>
                <a:cubicBezTo>
                  <a:pt x="603" y="12816"/>
                  <a:pt x="876" y="11761"/>
                  <a:pt x="1387" y="10857"/>
                </a:cubicBezTo>
                <a:cubicBezTo>
                  <a:pt x="1539" y="11038"/>
                  <a:pt x="1689" y="11247"/>
                  <a:pt x="1870" y="11399"/>
                </a:cubicBezTo>
                <a:cubicBezTo>
                  <a:pt x="1479" y="12152"/>
                  <a:pt x="1267" y="12997"/>
                  <a:pt x="1267" y="13872"/>
                </a:cubicBezTo>
                <a:cubicBezTo>
                  <a:pt x="1267" y="16857"/>
                  <a:pt x="3711" y="19301"/>
                  <a:pt x="6726" y="19301"/>
                </a:cubicBezTo>
                <a:cubicBezTo>
                  <a:pt x="9742" y="19301"/>
                  <a:pt x="12184" y="16857"/>
                  <a:pt x="12184" y="13872"/>
                </a:cubicBezTo>
                <a:cubicBezTo>
                  <a:pt x="12184" y="12997"/>
                  <a:pt x="11974" y="12152"/>
                  <a:pt x="11581" y="11399"/>
                </a:cubicBezTo>
                <a:cubicBezTo>
                  <a:pt x="11793" y="11219"/>
                  <a:pt x="11974" y="11006"/>
                  <a:pt x="12123" y="10765"/>
                </a:cubicBezTo>
                <a:cubicBezTo>
                  <a:pt x="12999" y="9590"/>
                  <a:pt x="13450" y="8203"/>
                  <a:pt x="13450" y="6755"/>
                </a:cubicBezTo>
                <a:cubicBezTo>
                  <a:pt x="13450" y="3045"/>
                  <a:pt x="10435" y="0"/>
                  <a:pt x="67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7" name="Google Shape;407;p42"/>
          <p:cNvGrpSpPr/>
          <p:nvPr/>
        </p:nvGrpSpPr>
        <p:grpSpPr>
          <a:xfrm>
            <a:off x="7110823" y="1301415"/>
            <a:ext cx="351692" cy="491238"/>
            <a:chOff x="4044811" y="2634007"/>
            <a:chExt cx="351692" cy="491238"/>
          </a:xfrm>
        </p:grpSpPr>
        <p:sp>
          <p:nvSpPr>
            <p:cNvPr id="408" name="Google Shape;408;p42"/>
            <p:cNvSpPr/>
            <p:nvPr/>
          </p:nvSpPr>
          <p:spPr>
            <a:xfrm>
              <a:off x="4044811" y="2634007"/>
              <a:ext cx="351692" cy="491238"/>
            </a:xfrm>
            <a:custGeom>
              <a:avLst/>
              <a:gdLst/>
              <a:ahLst/>
              <a:cxnLst/>
              <a:rect l="l" t="t" r="r" b="b"/>
              <a:pathLst>
                <a:path w="14746" h="20597" extrusionOk="0">
                  <a:moveTo>
                    <a:pt x="5006" y="3800"/>
                  </a:moveTo>
                  <a:lnTo>
                    <a:pt x="5006" y="3800"/>
                  </a:lnTo>
                  <a:cubicBezTo>
                    <a:pt x="4705" y="4102"/>
                    <a:pt x="4432" y="4524"/>
                    <a:pt x="4191" y="5006"/>
                  </a:cubicBezTo>
                  <a:cubicBezTo>
                    <a:pt x="3950" y="5518"/>
                    <a:pt x="3708" y="6121"/>
                    <a:pt x="3559" y="6816"/>
                  </a:cubicBezTo>
                  <a:lnTo>
                    <a:pt x="1327" y="6816"/>
                  </a:lnTo>
                  <a:cubicBezTo>
                    <a:pt x="2111" y="5368"/>
                    <a:pt x="3438" y="4251"/>
                    <a:pt x="5006" y="3800"/>
                  </a:cubicBezTo>
                  <a:close/>
                  <a:moveTo>
                    <a:pt x="6423" y="3559"/>
                  </a:moveTo>
                  <a:lnTo>
                    <a:pt x="6423" y="6816"/>
                  </a:lnTo>
                  <a:lnTo>
                    <a:pt x="4191" y="6816"/>
                  </a:lnTo>
                  <a:cubicBezTo>
                    <a:pt x="4343" y="6241"/>
                    <a:pt x="4493" y="5730"/>
                    <a:pt x="4734" y="5248"/>
                  </a:cubicBezTo>
                  <a:cubicBezTo>
                    <a:pt x="5216" y="4311"/>
                    <a:pt x="5819" y="3708"/>
                    <a:pt x="6423" y="3559"/>
                  </a:cubicBezTo>
                  <a:close/>
                  <a:moveTo>
                    <a:pt x="7026" y="3559"/>
                  </a:moveTo>
                  <a:cubicBezTo>
                    <a:pt x="7689" y="3708"/>
                    <a:pt x="8263" y="4311"/>
                    <a:pt x="8746" y="5248"/>
                  </a:cubicBezTo>
                  <a:cubicBezTo>
                    <a:pt x="8987" y="5730"/>
                    <a:pt x="9168" y="6241"/>
                    <a:pt x="9318" y="6816"/>
                  </a:cubicBezTo>
                  <a:lnTo>
                    <a:pt x="7026" y="6816"/>
                  </a:lnTo>
                  <a:lnTo>
                    <a:pt x="7026" y="3559"/>
                  </a:lnTo>
                  <a:close/>
                  <a:moveTo>
                    <a:pt x="3438" y="7419"/>
                  </a:moveTo>
                  <a:cubicBezTo>
                    <a:pt x="3286" y="8082"/>
                    <a:pt x="3226" y="8895"/>
                    <a:pt x="3226" y="9679"/>
                  </a:cubicBezTo>
                  <a:cubicBezTo>
                    <a:pt x="3226" y="10463"/>
                    <a:pt x="3286" y="11219"/>
                    <a:pt x="3438" y="11942"/>
                  </a:cubicBezTo>
                  <a:lnTo>
                    <a:pt x="1055" y="11942"/>
                  </a:lnTo>
                  <a:cubicBezTo>
                    <a:pt x="784" y="11219"/>
                    <a:pt x="632" y="10495"/>
                    <a:pt x="632" y="9679"/>
                  </a:cubicBezTo>
                  <a:cubicBezTo>
                    <a:pt x="632" y="8895"/>
                    <a:pt x="784" y="8082"/>
                    <a:pt x="1055" y="7419"/>
                  </a:cubicBezTo>
                  <a:close/>
                  <a:moveTo>
                    <a:pt x="9470" y="7419"/>
                  </a:moveTo>
                  <a:cubicBezTo>
                    <a:pt x="9590" y="8082"/>
                    <a:pt x="9679" y="8895"/>
                    <a:pt x="9679" y="9679"/>
                  </a:cubicBezTo>
                  <a:cubicBezTo>
                    <a:pt x="9679" y="10463"/>
                    <a:pt x="9590" y="11219"/>
                    <a:pt x="9470" y="11942"/>
                  </a:cubicBezTo>
                  <a:lnTo>
                    <a:pt x="7026" y="11942"/>
                  </a:lnTo>
                  <a:lnTo>
                    <a:pt x="7026" y="7419"/>
                  </a:lnTo>
                  <a:close/>
                  <a:moveTo>
                    <a:pt x="8505" y="3800"/>
                  </a:moveTo>
                  <a:lnTo>
                    <a:pt x="8505" y="3800"/>
                  </a:lnTo>
                  <a:cubicBezTo>
                    <a:pt x="10073" y="4283"/>
                    <a:pt x="11400" y="5368"/>
                    <a:pt x="12152" y="6816"/>
                  </a:cubicBezTo>
                  <a:lnTo>
                    <a:pt x="10616" y="6816"/>
                  </a:lnTo>
                  <a:lnTo>
                    <a:pt x="10616" y="7419"/>
                  </a:lnTo>
                  <a:lnTo>
                    <a:pt x="12454" y="7419"/>
                  </a:lnTo>
                  <a:cubicBezTo>
                    <a:pt x="12727" y="8082"/>
                    <a:pt x="12876" y="8895"/>
                    <a:pt x="12876" y="9679"/>
                  </a:cubicBezTo>
                  <a:cubicBezTo>
                    <a:pt x="12876" y="10495"/>
                    <a:pt x="12727" y="11219"/>
                    <a:pt x="12454" y="11942"/>
                  </a:cubicBezTo>
                  <a:lnTo>
                    <a:pt x="10073" y="11942"/>
                  </a:lnTo>
                  <a:cubicBezTo>
                    <a:pt x="10193" y="11219"/>
                    <a:pt x="10283" y="10463"/>
                    <a:pt x="10283" y="9679"/>
                  </a:cubicBezTo>
                  <a:cubicBezTo>
                    <a:pt x="10283" y="7901"/>
                    <a:pt x="9921" y="6241"/>
                    <a:pt x="9289" y="4975"/>
                  </a:cubicBezTo>
                  <a:cubicBezTo>
                    <a:pt x="9047" y="4492"/>
                    <a:pt x="8775" y="4102"/>
                    <a:pt x="8505" y="3800"/>
                  </a:cubicBezTo>
                  <a:close/>
                  <a:moveTo>
                    <a:pt x="3559" y="12545"/>
                  </a:moveTo>
                  <a:cubicBezTo>
                    <a:pt x="3708" y="13209"/>
                    <a:pt x="3950" y="13812"/>
                    <a:pt x="4191" y="14355"/>
                  </a:cubicBezTo>
                  <a:cubicBezTo>
                    <a:pt x="4432" y="14837"/>
                    <a:pt x="4705" y="15228"/>
                    <a:pt x="5006" y="15561"/>
                  </a:cubicBezTo>
                  <a:cubicBezTo>
                    <a:pt x="3438" y="15079"/>
                    <a:pt x="2111" y="13962"/>
                    <a:pt x="1327" y="12545"/>
                  </a:cubicBezTo>
                  <a:close/>
                  <a:moveTo>
                    <a:pt x="12152" y="12545"/>
                  </a:moveTo>
                  <a:cubicBezTo>
                    <a:pt x="11400" y="13962"/>
                    <a:pt x="10073" y="15079"/>
                    <a:pt x="8473" y="15561"/>
                  </a:cubicBezTo>
                  <a:cubicBezTo>
                    <a:pt x="8775" y="15228"/>
                    <a:pt x="9047" y="14837"/>
                    <a:pt x="9289" y="14355"/>
                  </a:cubicBezTo>
                  <a:cubicBezTo>
                    <a:pt x="9559" y="13812"/>
                    <a:pt x="9771" y="13209"/>
                    <a:pt x="9952" y="12545"/>
                  </a:cubicBezTo>
                  <a:close/>
                  <a:moveTo>
                    <a:pt x="6423" y="7419"/>
                  </a:moveTo>
                  <a:lnTo>
                    <a:pt x="6423" y="15771"/>
                  </a:lnTo>
                  <a:cubicBezTo>
                    <a:pt x="5819" y="15621"/>
                    <a:pt x="5216" y="15047"/>
                    <a:pt x="4734" y="14082"/>
                  </a:cubicBezTo>
                  <a:cubicBezTo>
                    <a:pt x="4493" y="13631"/>
                    <a:pt x="4343" y="13088"/>
                    <a:pt x="4191" y="12545"/>
                  </a:cubicBezTo>
                  <a:lnTo>
                    <a:pt x="5458" y="12545"/>
                  </a:lnTo>
                  <a:lnTo>
                    <a:pt x="5458" y="11942"/>
                  </a:lnTo>
                  <a:lnTo>
                    <a:pt x="4041" y="11942"/>
                  </a:lnTo>
                  <a:cubicBezTo>
                    <a:pt x="3921" y="11219"/>
                    <a:pt x="3829" y="10463"/>
                    <a:pt x="3829" y="9679"/>
                  </a:cubicBezTo>
                  <a:cubicBezTo>
                    <a:pt x="3829" y="8895"/>
                    <a:pt x="3921" y="8082"/>
                    <a:pt x="4041" y="7419"/>
                  </a:cubicBezTo>
                  <a:close/>
                  <a:moveTo>
                    <a:pt x="9318" y="12545"/>
                  </a:moveTo>
                  <a:cubicBezTo>
                    <a:pt x="9168" y="13088"/>
                    <a:pt x="8987" y="13631"/>
                    <a:pt x="8746" y="14082"/>
                  </a:cubicBezTo>
                  <a:cubicBezTo>
                    <a:pt x="8263" y="15047"/>
                    <a:pt x="7689" y="15621"/>
                    <a:pt x="7026" y="15771"/>
                  </a:cubicBezTo>
                  <a:lnTo>
                    <a:pt x="7026" y="12545"/>
                  </a:lnTo>
                  <a:close/>
                  <a:moveTo>
                    <a:pt x="7026" y="2261"/>
                  </a:moveTo>
                  <a:cubicBezTo>
                    <a:pt x="11006" y="2413"/>
                    <a:pt x="14143" y="5670"/>
                    <a:pt x="14143" y="9650"/>
                  </a:cubicBezTo>
                  <a:cubicBezTo>
                    <a:pt x="14143" y="13660"/>
                    <a:pt x="11006" y="16917"/>
                    <a:pt x="7026" y="17069"/>
                  </a:cubicBezTo>
                  <a:lnTo>
                    <a:pt x="7026" y="16406"/>
                  </a:lnTo>
                  <a:cubicBezTo>
                    <a:pt x="10616" y="16225"/>
                    <a:pt x="13479" y="13269"/>
                    <a:pt x="13479" y="9650"/>
                  </a:cubicBezTo>
                  <a:cubicBezTo>
                    <a:pt x="13479" y="6061"/>
                    <a:pt x="10616" y="3105"/>
                    <a:pt x="7026" y="2924"/>
                  </a:cubicBezTo>
                  <a:lnTo>
                    <a:pt x="7026" y="2261"/>
                  </a:lnTo>
                  <a:close/>
                  <a:moveTo>
                    <a:pt x="10283" y="18999"/>
                  </a:moveTo>
                  <a:lnTo>
                    <a:pt x="10283" y="19993"/>
                  </a:lnTo>
                  <a:lnTo>
                    <a:pt x="3166" y="19993"/>
                  </a:lnTo>
                  <a:lnTo>
                    <a:pt x="3166" y="18999"/>
                  </a:lnTo>
                  <a:close/>
                  <a:moveTo>
                    <a:pt x="6423" y="0"/>
                  </a:moveTo>
                  <a:lnTo>
                    <a:pt x="6423" y="2924"/>
                  </a:lnTo>
                  <a:cubicBezTo>
                    <a:pt x="2895" y="3105"/>
                    <a:pt x="0" y="6061"/>
                    <a:pt x="0" y="9650"/>
                  </a:cubicBezTo>
                  <a:cubicBezTo>
                    <a:pt x="0" y="13269"/>
                    <a:pt x="2895" y="16225"/>
                    <a:pt x="6423" y="16406"/>
                  </a:cubicBezTo>
                  <a:lnTo>
                    <a:pt x="6423" y="18396"/>
                  </a:lnTo>
                  <a:lnTo>
                    <a:pt x="2562" y="18396"/>
                  </a:lnTo>
                  <a:lnTo>
                    <a:pt x="2562" y="20596"/>
                  </a:lnTo>
                  <a:lnTo>
                    <a:pt x="10886" y="20596"/>
                  </a:lnTo>
                  <a:lnTo>
                    <a:pt x="10886" y="18396"/>
                  </a:lnTo>
                  <a:lnTo>
                    <a:pt x="7026" y="18396"/>
                  </a:lnTo>
                  <a:lnTo>
                    <a:pt x="7026" y="17672"/>
                  </a:lnTo>
                  <a:cubicBezTo>
                    <a:pt x="11339" y="17520"/>
                    <a:pt x="14746" y="13993"/>
                    <a:pt x="14746" y="9650"/>
                  </a:cubicBezTo>
                  <a:cubicBezTo>
                    <a:pt x="14746" y="5337"/>
                    <a:pt x="11339" y="1810"/>
                    <a:pt x="7026" y="1658"/>
                  </a:cubicBezTo>
                  <a:lnTo>
                    <a:pt x="70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2"/>
            <p:cNvSpPr/>
            <p:nvPr/>
          </p:nvSpPr>
          <p:spPr>
            <a:xfrm>
              <a:off x="4082899" y="2857648"/>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2"/>
            <p:cNvSpPr/>
            <p:nvPr/>
          </p:nvSpPr>
          <p:spPr>
            <a:xfrm>
              <a:off x="4220991" y="2949709"/>
              <a:ext cx="15860" cy="14405"/>
            </a:xfrm>
            <a:custGeom>
              <a:avLst/>
              <a:gdLst/>
              <a:ahLst/>
              <a:cxnLst/>
              <a:rect l="l" t="t" r="r" b="b"/>
              <a:pathLst>
                <a:path w="665" h="604"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2"/>
            <p:cNvSpPr/>
            <p:nvPr/>
          </p:nvSpPr>
          <p:spPr>
            <a:xfrm>
              <a:off x="4313052" y="2826763"/>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15"/>
        <p:cNvGrpSpPr/>
        <p:nvPr/>
      </p:nvGrpSpPr>
      <p:grpSpPr>
        <a:xfrm>
          <a:off x="0" y="0"/>
          <a:ext cx="0" cy="0"/>
          <a:chOff x="0" y="0"/>
          <a:chExt cx="0" cy="0"/>
        </a:xfrm>
      </p:grpSpPr>
      <p:pic>
        <p:nvPicPr>
          <p:cNvPr id="416" name="Google Shape;416;p43"/>
          <p:cNvPicPr preferRelativeResize="0">
            <a:picLocks noGrp="1"/>
          </p:cNvPicPr>
          <p:nvPr>
            <p:ph type="pic" idx="2"/>
          </p:nvPr>
        </p:nvPicPr>
        <p:blipFill rotWithShape="1">
          <a:blip r:embed="rId3">
            <a:alphaModFix/>
          </a:blip>
          <a:srcRect t="12491" b="12484"/>
          <a:stretch/>
        </p:blipFill>
        <p:spPr>
          <a:xfrm>
            <a:off x="-3750" y="-25"/>
            <a:ext cx="9144001" cy="5143500"/>
          </a:xfrm>
          <a:prstGeom prst="rect">
            <a:avLst/>
          </a:prstGeom>
        </p:spPr>
      </p:pic>
      <p:sp>
        <p:nvSpPr>
          <p:cNvPr id="417" name="Google Shape;417;p43"/>
          <p:cNvSpPr/>
          <p:nvPr/>
        </p:nvSpPr>
        <p:spPr>
          <a:xfrm>
            <a:off x="331800" y="345300"/>
            <a:ext cx="8480400" cy="4452900"/>
          </a:xfrm>
          <a:prstGeom prst="rect">
            <a:avLst/>
          </a:prstGeom>
          <a:solidFill>
            <a:srgbClr val="373829">
              <a:alpha val="632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3"/>
          <p:cNvSpPr txBox="1">
            <a:spLocks noGrp="1"/>
          </p:cNvSpPr>
          <p:nvPr>
            <p:ph type="title"/>
          </p:nvPr>
        </p:nvSpPr>
        <p:spPr>
          <a:xfrm>
            <a:off x="4369200" y="1659475"/>
            <a:ext cx="3793800" cy="182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Awesome words</a:t>
            </a:r>
            <a:endParaRPr/>
          </a:p>
        </p:txBody>
      </p:sp>
      <p:pic>
        <p:nvPicPr>
          <p:cNvPr id="419" name="Google Shape;419;p43"/>
          <p:cNvPicPr preferRelativeResize="0">
            <a:picLocks noGrp="1"/>
          </p:cNvPicPr>
          <p:nvPr>
            <p:ph type="pic" idx="3"/>
          </p:nvPr>
        </p:nvPicPr>
        <p:blipFill rotWithShape="1">
          <a:blip r:embed="rId3">
            <a:alphaModFix/>
          </a:blip>
          <a:srcRect l="12132" t="28212" r="55200" b="28216"/>
          <a:stretch/>
        </p:blipFill>
        <p:spPr>
          <a:xfrm>
            <a:off x="1105325" y="1092400"/>
            <a:ext cx="2987100" cy="2987100"/>
          </a:xfrm>
          <a:prstGeom prst="ellipse">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23"/>
        <p:cNvGrpSpPr/>
        <p:nvPr/>
      </p:nvGrpSpPr>
      <p:grpSpPr>
        <a:xfrm>
          <a:off x="0" y="0"/>
          <a:ext cx="0" cy="0"/>
          <a:chOff x="0" y="0"/>
          <a:chExt cx="0" cy="0"/>
        </a:xfrm>
      </p:grpSpPr>
      <p:sp>
        <p:nvSpPr>
          <p:cNvPr id="424" name="Google Shape;424;p44"/>
          <p:cNvSpPr txBox="1">
            <a:spLocks noGrp="1"/>
          </p:cNvSpPr>
          <p:nvPr>
            <p:ph type="subTitle" idx="1"/>
          </p:nvPr>
        </p:nvSpPr>
        <p:spPr>
          <a:xfrm>
            <a:off x="952500" y="1511325"/>
            <a:ext cx="7239000" cy="147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
        <p:nvSpPr>
          <p:cNvPr id="425" name="Google Shape;425;p44"/>
          <p:cNvSpPr txBox="1">
            <a:spLocks noGrp="1"/>
          </p:cNvSpPr>
          <p:nvPr>
            <p:ph type="title"/>
          </p:nvPr>
        </p:nvSpPr>
        <p:spPr>
          <a:xfrm>
            <a:off x="2213418" y="3177425"/>
            <a:ext cx="4717200" cy="53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—Someone Famous</a:t>
            </a:r>
            <a:endParaRPr/>
          </a:p>
        </p:txBody>
      </p:sp>
      <p:cxnSp>
        <p:nvCxnSpPr>
          <p:cNvPr id="426" name="Google Shape;426;p44"/>
          <p:cNvCxnSpPr/>
          <p:nvPr/>
        </p:nvCxnSpPr>
        <p:spPr>
          <a:xfrm>
            <a:off x="1308150" y="3124600"/>
            <a:ext cx="6527700" cy="0"/>
          </a:xfrm>
          <a:prstGeom prst="straightConnector1">
            <a:avLst/>
          </a:prstGeom>
          <a:noFill/>
          <a:ln w="19050" cap="flat" cmpd="sng">
            <a:solidFill>
              <a:schemeClr val="accent1"/>
            </a:solidFill>
            <a:prstDash val="solid"/>
            <a:round/>
            <a:headEnd type="none" w="med" len="med"/>
            <a:tailEnd type="none" w="med" len="med"/>
          </a:ln>
          <a:effectLst>
            <a:outerShdw blurRad="57150" dist="19050" dir="5400000" algn="bl" rotWithShape="0">
              <a:schemeClr val="lt1"/>
            </a:outerShdw>
          </a:effectLst>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30"/>
        <p:cNvGrpSpPr/>
        <p:nvPr/>
      </p:nvGrpSpPr>
      <p:grpSpPr>
        <a:xfrm>
          <a:off x="0" y="0"/>
          <a:ext cx="0" cy="0"/>
          <a:chOff x="0" y="0"/>
          <a:chExt cx="0" cy="0"/>
        </a:xfrm>
      </p:grpSpPr>
      <p:pic>
        <p:nvPicPr>
          <p:cNvPr id="431" name="Google Shape;431;p45"/>
          <p:cNvPicPr preferRelativeResize="0">
            <a:picLocks noGrp="1"/>
          </p:cNvPicPr>
          <p:nvPr>
            <p:ph type="pic" idx="2"/>
          </p:nvPr>
        </p:nvPicPr>
        <p:blipFill rotWithShape="1">
          <a:blip r:embed="rId3">
            <a:alphaModFix/>
          </a:blip>
          <a:srcRect t="7813" b="7813"/>
          <a:stretch/>
        </p:blipFill>
        <p:spPr>
          <a:xfrm>
            <a:off x="-3750" y="-25"/>
            <a:ext cx="9144000" cy="5143500"/>
          </a:xfrm>
          <a:prstGeom prst="rect">
            <a:avLst/>
          </a:prstGeom>
        </p:spPr>
      </p:pic>
      <p:sp>
        <p:nvSpPr>
          <p:cNvPr id="432" name="Google Shape;432;p45"/>
          <p:cNvSpPr txBox="1">
            <a:spLocks noGrp="1"/>
          </p:cNvSpPr>
          <p:nvPr>
            <p:ph type="title"/>
          </p:nvPr>
        </p:nvSpPr>
        <p:spPr>
          <a:xfrm>
            <a:off x="1482000" y="4102450"/>
            <a:ext cx="6180000" cy="42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36"/>
        <p:cNvGrpSpPr/>
        <p:nvPr/>
      </p:nvGrpSpPr>
      <p:grpSpPr>
        <a:xfrm>
          <a:off x="0" y="0"/>
          <a:ext cx="0" cy="0"/>
          <a:chOff x="0" y="0"/>
          <a:chExt cx="0" cy="0"/>
        </a:xfrm>
      </p:grpSpPr>
      <p:sp>
        <p:nvSpPr>
          <p:cNvPr id="437" name="Google Shape;437;p46"/>
          <p:cNvSpPr txBox="1">
            <a:spLocks noGrp="1"/>
          </p:cNvSpPr>
          <p:nvPr>
            <p:ph type="title"/>
          </p:nvPr>
        </p:nvSpPr>
        <p:spPr>
          <a:xfrm>
            <a:off x="5029075" y="874650"/>
            <a:ext cx="2851500" cy="2306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the concept</a:t>
            </a:r>
            <a:endParaRPr/>
          </a:p>
        </p:txBody>
      </p:sp>
      <p:sp>
        <p:nvSpPr>
          <p:cNvPr id="438" name="Google Shape;438;p46"/>
          <p:cNvSpPr txBox="1">
            <a:spLocks noGrp="1"/>
          </p:cNvSpPr>
          <p:nvPr>
            <p:ph type="subTitle" idx="1"/>
          </p:nvPr>
        </p:nvSpPr>
        <p:spPr>
          <a:xfrm>
            <a:off x="5029075" y="3181050"/>
            <a:ext cx="2851500" cy="1116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Images reveal large amounts of data, so remember: use an image instead of a long text. Your audience will appreciate it</a:t>
            </a:r>
            <a:endParaRPr/>
          </a:p>
        </p:txBody>
      </p:sp>
      <p:pic>
        <p:nvPicPr>
          <p:cNvPr id="439" name="Google Shape;439;p46"/>
          <p:cNvPicPr preferRelativeResize="0">
            <a:picLocks noGrp="1"/>
          </p:cNvPicPr>
          <p:nvPr>
            <p:ph type="pic" idx="2"/>
          </p:nvPr>
        </p:nvPicPr>
        <p:blipFill rotWithShape="1">
          <a:blip r:embed="rId3">
            <a:alphaModFix/>
          </a:blip>
          <a:srcRect l="12513" r="12513"/>
          <a:stretch/>
        </p:blipFill>
        <p:spPr>
          <a:xfrm>
            <a:off x="1263400" y="1092450"/>
            <a:ext cx="2987100" cy="2987100"/>
          </a:xfrm>
          <a:prstGeom prst="ellipse">
            <a:avLst/>
          </a:prstGeom>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43"/>
        <p:cNvGrpSpPr/>
        <p:nvPr/>
      </p:nvGrpSpPr>
      <p:grpSpPr>
        <a:xfrm>
          <a:off x="0" y="0"/>
          <a:ext cx="0" cy="0"/>
          <a:chOff x="0" y="0"/>
          <a:chExt cx="0" cy="0"/>
        </a:xfrm>
      </p:grpSpPr>
      <p:sp>
        <p:nvSpPr>
          <p:cNvPr id="444" name="Google Shape;444;p47"/>
          <p:cNvSpPr txBox="1">
            <a:spLocks noGrp="1"/>
          </p:cNvSpPr>
          <p:nvPr>
            <p:ph type="title"/>
          </p:nvPr>
        </p:nvSpPr>
        <p:spPr>
          <a:xfrm>
            <a:off x="1284000" y="1631963"/>
            <a:ext cx="6576000" cy="1129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4,498,300,000</a:t>
            </a:r>
            <a:endParaRPr/>
          </a:p>
        </p:txBody>
      </p:sp>
      <p:sp>
        <p:nvSpPr>
          <p:cNvPr id="445" name="Google Shape;445;p47"/>
          <p:cNvSpPr txBox="1">
            <a:spLocks noGrp="1"/>
          </p:cNvSpPr>
          <p:nvPr>
            <p:ph type="subTitle" idx="1"/>
          </p:nvPr>
        </p:nvSpPr>
        <p:spPr>
          <a:xfrm>
            <a:off x="1284000" y="3014438"/>
            <a:ext cx="65760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cxnSp>
        <p:nvCxnSpPr>
          <p:cNvPr id="446" name="Google Shape;446;p47"/>
          <p:cNvCxnSpPr/>
          <p:nvPr/>
        </p:nvCxnSpPr>
        <p:spPr>
          <a:xfrm>
            <a:off x="1308150" y="2836800"/>
            <a:ext cx="6527700" cy="0"/>
          </a:xfrm>
          <a:prstGeom prst="straightConnector1">
            <a:avLst/>
          </a:prstGeom>
          <a:noFill/>
          <a:ln w="19050" cap="flat" cmpd="sng">
            <a:solidFill>
              <a:schemeClr val="accent1"/>
            </a:solidFill>
            <a:prstDash val="solid"/>
            <a:round/>
            <a:headEnd type="none" w="med" len="med"/>
            <a:tailEnd type="none" w="med" len="med"/>
          </a:ln>
          <a:effectLst>
            <a:outerShdw blurRad="57150" dist="19050" dir="5400000" algn="bl" rotWithShape="0">
              <a:schemeClr val="lt1"/>
            </a:outerShdw>
          </a:effectLst>
        </p:spPr>
      </p:cxn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50"/>
        <p:cNvGrpSpPr/>
        <p:nvPr/>
      </p:nvGrpSpPr>
      <p:grpSpPr>
        <a:xfrm>
          <a:off x="0" y="0"/>
          <a:ext cx="0" cy="0"/>
          <a:chOff x="0" y="0"/>
          <a:chExt cx="0" cy="0"/>
        </a:xfrm>
      </p:grpSpPr>
      <p:sp>
        <p:nvSpPr>
          <p:cNvPr id="451" name="Google Shape;451;p48"/>
          <p:cNvSpPr txBox="1">
            <a:spLocks noGrp="1"/>
          </p:cNvSpPr>
          <p:nvPr>
            <p:ph type="subTitle" idx="1"/>
          </p:nvPr>
        </p:nvSpPr>
        <p:spPr>
          <a:xfrm>
            <a:off x="713225" y="1428226"/>
            <a:ext cx="4696800" cy="37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Jupiter’s rotation period</a:t>
            </a:r>
            <a:endParaRPr/>
          </a:p>
        </p:txBody>
      </p:sp>
      <p:sp>
        <p:nvSpPr>
          <p:cNvPr id="452" name="Google Shape;452;p48"/>
          <p:cNvSpPr txBox="1">
            <a:spLocks noGrp="1"/>
          </p:cNvSpPr>
          <p:nvPr>
            <p:ph type="title"/>
          </p:nvPr>
        </p:nvSpPr>
        <p:spPr>
          <a:xfrm>
            <a:off x="713225" y="747325"/>
            <a:ext cx="4696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9h 55m 23s</a:t>
            </a:r>
            <a:endParaRPr/>
          </a:p>
        </p:txBody>
      </p:sp>
      <p:sp>
        <p:nvSpPr>
          <p:cNvPr id="453" name="Google Shape;453;p48"/>
          <p:cNvSpPr txBox="1">
            <a:spLocks noGrp="1"/>
          </p:cNvSpPr>
          <p:nvPr>
            <p:ph type="title" idx="2"/>
          </p:nvPr>
        </p:nvSpPr>
        <p:spPr>
          <a:xfrm>
            <a:off x="713225" y="2045031"/>
            <a:ext cx="4696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333,000</a:t>
            </a:r>
            <a:endParaRPr/>
          </a:p>
        </p:txBody>
      </p:sp>
      <p:sp>
        <p:nvSpPr>
          <p:cNvPr id="454" name="Google Shape;454;p48"/>
          <p:cNvSpPr txBox="1">
            <a:spLocks noGrp="1"/>
          </p:cNvSpPr>
          <p:nvPr>
            <p:ph type="subTitle" idx="3"/>
          </p:nvPr>
        </p:nvSpPr>
        <p:spPr>
          <a:xfrm>
            <a:off x="713225" y="2728503"/>
            <a:ext cx="4696800" cy="37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Sun’s mass compared to Earth’s</a:t>
            </a:r>
            <a:endParaRPr/>
          </a:p>
        </p:txBody>
      </p:sp>
      <p:sp>
        <p:nvSpPr>
          <p:cNvPr id="455" name="Google Shape;455;p48"/>
          <p:cNvSpPr txBox="1">
            <a:spLocks noGrp="1"/>
          </p:cNvSpPr>
          <p:nvPr>
            <p:ph type="title" idx="4"/>
          </p:nvPr>
        </p:nvSpPr>
        <p:spPr>
          <a:xfrm>
            <a:off x="713225" y="3350449"/>
            <a:ext cx="4696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386,000 km</a:t>
            </a:r>
            <a:endParaRPr/>
          </a:p>
        </p:txBody>
      </p:sp>
      <p:sp>
        <p:nvSpPr>
          <p:cNvPr id="456" name="Google Shape;456;p48"/>
          <p:cNvSpPr txBox="1">
            <a:spLocks noGrp="1"/>
          </p:cNvSpPr>
          <p:nvPr>
            <p:ph type="subTitle" idx="5"/>
          </p:nvPr>
        </p:nvSpPr>
        <p:spPr>
          <a:xfrm>
            <a:off x="713225" y="4036492"/>
            <a:ext cx="4696800" cy="37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Distance between Earth and the Moon</a:t>
            </a:r>
            <a:endParaRPr/>
          </a:p>
        </p:txBody>
      </p:sp>
      <p:pic>
        <p:nvPicPr>
          <p:cNvPr id="457" name="Google Shape;457;p48"/>
          <p:cNvPicPr preferRelativeResize="0">
            <a:picLocks noGrp="1"/>
          </p:cNvPicPr>
          <p:nvPr>
            <p:ph type="pic" idx="6"/>
          </p:nvPr>
        </p:nvPicPr>
        <p:blipFill rotWithShape="1">
          <a:blip r:embed="rId3">
            <a:alphaModFix/>
          </a:blip>
          <a:srcRect l="12513" r="12513"/>
          <a:stretch/>
        </p:blipFill>
        <p:spPr>
          <a:xfrm>
            <a:off x="5146450" y="1092450"/>
            <a:ext cx="2987100" cy="2987100"/>
          </a:xfrm>
          <a:prstGeom prst="ellipse">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61"/>
        <p:cNvGrpSpPr/>
        <p:nvPr/>
      </p:nvGrpSpPr>
      <p:grpSpPr>
        <a:xfrm>
          <a:off x="0" y="0"/>
          <a:ext cx="0" cy="0"/>
          <a:chOff x="0" y="0"/>
          <a:chExt cx="0" cy="0"/>
        </a:xfrm>
      </p:grpSpPr>
      <p:sp>
        <p:nvSpPr>
          <p:cNvPr id="462" name="Google Shape;462;p49"/>
          <p:cNvSpPr/>
          <p:nvPr/>
        </p:nvSpPr>
        <p:spPr>
          <a:xfrm>
            <a:off x="1137300" y="1430850"/>
            <a:ext cx="1469400" cy="1469400"/>
          </a:xfrm>
          <a:prstGeom prst="ellipse">
            <a:avLst/>
          </a:prstGeom>
          <a:solidFill>
            <a:schemeClr val="lt2"/>
          </a:solidFill>
          <a:ln w="9525" cap="flat" cmpd="sng">
            <a:solidFill>
              <a:schemeClr val="dk2"/>
            </a:solidFill>
            <a:prstDash val="solid"/>
            <a:round/>
            <a:headEnd type="none" w="sm" len="sm"/>
            <a:tailEnd type="none" w="sm" len="sm"/>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9"/>
          <p:cNvSpPr/>
          <p:nvPr/>
        </p:nvSpPr>
        <p:spPr>
          <a:xfrm>
            <a:off x="3837300" y="1430850"/>
            <a:ext cx="1469400" cy="1469400"/>
          </a:xfrm>
          <a:prstGeom prst="ellipse">
            <a:avLst/>
          </a:prstGeom>
          <a:solidFill>
            <a:schemeClr val="lt2"/>
          </a:solidFill>
          <a:ln w="9525" cap="flat" cmpd="sng">
            <a:solidFill>
              <a:schemeClr val="dk2"/>
            </a:solidFill>
            <a:prstDash val="solid"/>
            <a:round/>
            <a:headEnd type="none" w="sm" len="sm"/>
            <a:tailEnd type="none" w="sm" len="sm"/>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49"/>
          <p:cNvSpPr/>
          <p:nvPr/>
        </p:nvSpPr>
        <p:spPr>
          <a:xfrm>
            <a:off x="6537415" y="1430850"/>
            <a:ext cx="1469400" cy="1469400"/>
          </a:xfrm>
          <a:prstGeom prst="ellipse">
            <a:avLst/>
          </a:prstGeom>
          <a:solidFill>
            <a:schemeClr val="lt2"/>
          </a:solidFill>
          <a:ln w="9525" cap="flat" cmpd="sng">
            <a:solidFill>
              <a:schemeClr val="dk2"/>
            </a:solidFill>
            <a:prstDash val="solid"/>
            <a:round/>
            <a:headEnd type="none" w="sm" len="sm"/>
            <a:tailEnd type="none" w="sm" len="sm"/>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9"/>
          <p:cNvSpPr/>
          <p:nvPr/>
        </p:nvSpPr>
        <p:spPr>
          <a:xfrm>
            <a:off x="1223850" y="1517425"/>
            <a:ext cx="1296300" cy="1296300"/>
          </a:xfrm>
          <a:prstGeom prst="arc">
            <a:avLst>
              <a:gd name="adj1" fmla="val 16200000"/>
              <a:gd name="adj2" fmla="val 21593862"/>
            </a:avLst>
          </a:prstGeom>
          <a:noFill/>
          <a:ln w="76200" cap="flat" cmpd="sng">
            <a:solidFill>
              <a:schemeClr val="accent1"/>
            </a:solidFill>
            <a:prstDash val="solid"/>
            <a:round/>
            <a:headEnd type="none" w="sm" len="sm"/>
            <a:tailEnd type="none" w="sm" len="sm"/>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9"/>
          <p:cNvSpPr/>
          <p:nvPr/>
        </p:nvSpPr>
        <p:spPr>
          <a:xfrm>
            <a:off x="3923850" y="1517425"/>
            <a:ext cx="1296300" cy="1296300"/>
          </a:xfrm>
          <a:prstGeom prst="arc">
            <a:avLst>
              <a:gd name="adj1" fmla="val 16200000"/>
              <a:gd name="adj2" fmla="val 5358833"/>
            </a:avLst>
          </a:prstGeom>
          <a:noFill/>
          <a:ln w="76200" cap="flat" cmpd="sng">
            <a:solidFill>
              <a:schemeClr val="accent1"/>
            </a:solidFill>
            <a:prstDash val="solid"/>
            <a:round/>
            <a:headEnd type="none" w="sm" len="sm"/>
            <a:tailEnd type="none" w="sm" len="sm"/>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9"/>
          <p:cNvSpPr/>
          <p:nvPr/>
        </p:nvSpPr>
        <p:spPr>
          <a:xfrm>
            <a:off x="6623965" y="1517425"/>
            <a:ext cx="1296300" cy="1296300"/>
          </a:xfrm>
          <a:prstGeom prst="arc">
            <a:avLst>
              <a:gd name="adj1" fmla="val 16200000"/>
              <a:gd name="adj2" fmla="val 10833219"/>
            </a:avLst>
          </a:prstGeom>
          <a:noFill/>
          <a:ln w="76200" cap="flat" cmpd="sng">
            <a:solidFill>
              <a:schemeClr val="accent1"/>
            </a:solidFill>
            <a:prstDash val="solid"/>
            <a:round/>
            <a:headEnd type="none" w="sm" len="sm"/>
            <a:tailEnd type="none" w="sm" len="sm"/>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9"/>
          <p:cNvSpPr txBox="1">
            <a:spLocks noGrp="1"/>
          </p:cNvSpPr>
          <p:nvPr>
            <p:ph type="subTitle" idx="1"/>
          </p:nvPr>
        </p:nvSpPr>
        <p:spPr>
          <a:xfrm>
            <a:off x="720000" y="3552975"/>
            <a:ext cx="23040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469" name="Google Shape;469;p49"/>
          <p:cNvSpPr txBox="1">
            <a:spLocks noGrp="1"/>
          </p:cNvSpPr>
          <p:nvPr>
            <p:ph type="subTitle" idx="2"/>
          </p:nvPr>
        </p:nvSpPr>
        <p:spPr>
          <a:xfrm>
            <a:off x="720000" y="3197100"/>
            <a:ext cx="23040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470" name="Google Shape;470;p49"/>
          <p:cNvSpPr txBox="1">
            <a:spLocks noGrp="1"/>
          </p:cNvSpPr>
          <p:nvPr>
            <p:ph type="subTitle" idx="4"/>
          </p:nvPr>
        </p:nvSpPr>
        <p:spPr>
          <a:xfrm>
            <a:off x="3420000" y="3552975"/>
            <a:ext cx="23040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471" name="Google Shape;471;p49"/>
          <p:cNvSpPr txBox="1">
            <a:spLocks noGrp="1"/>
          </p:cNvSpPr>
          <p:nvPr>
            <p:ph type="subTitle" idx="5"/>
          </p:nvPr>
        </p:nvSpPr>
        <p:spPr>
          <a:xfrm>
            <a:off x="3420000" y="3197100"/>
            <a:ext cx="23040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472" name="Google Shape;472;p49"/>
          <p:cNvSpPr txBox="1">
            <a:spLocks noGrp="1"/>
          </p:cNvSpPr>
          <p:nvPr>
            <p:ph type="subTitle" idx="7"/>
          </p:nvPr>
        </p:nvSpPr>
        <p:spPr>
          <a:xfrm>
            <a:off x="6120115" y="3552975"/>
            <a:ext cx="23040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473" name="Google Shape;473;p49"/>
          <p:cNvSpPr txBox="1">
            <a:spLocks noGrp="1"/>
          </p:cNvSpPr>
          <p:nvPr>
            <p:ph type="subTitle" idx="8"/>
          </p:nvPr>
        </p:nvSpPr>
        <p:spPr>
          <a:xfrm>
            <a:off x="6120115" y="3197100"/>
            <a:ext cx="23040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474" name="Google Shape;474;p49"/>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Let’s use some percentages</a:t>
            </a:r>
            <a:endParaRPr/>
          </a:p>
        </p:txBody>
      </p:sp>
      <p:sp>
        <p:nvSpPr>
          <p:cNvPr id="475" name="Google Shape;475;p49"/>
          <p:cNvSpPr txBox="1">
            <a:spLocks noGrp="1"/>
          </p:cNvSpPr>
          <p:nvPr>
            <p:ph type="title" idx="3"/>
          </p:nvPr>
        </p:nvSpPr>
        <p:spPr>
          <a:xfrm>
            <a:off x="3984900" y="1962150"/>
            <a:ext cx="11742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476" name="Google Shape;476;p49"/>
          <p:cNvSpPr txBox="1">
            <a:spLocks noGrp="1"/>
          </p:cNvSpPr>
          <p:nvPr>
            <p:ph type="title" idx="6"/>
          </p:nvPr>
        </p:nvSpPr>
        <p:spPr>
          <a:xfrm>
            <a:off x="6685015" y="1962150"/>
            <a:ext cx="11742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477" name="Google Shape;477;p49"/>
          <p:cNvSpPr txBox="1">
            <a:spLocks noGrp="1"/>
          </p:cNvSpPr>
          <p:nvPr>
            <p:ph type="title"/>
          </p:nvPr>
        </p:nvSpPr>
        <p:spPr>
          <a:xfrm>
            <a:off x="1284900" y="1962150"/>
            <a:ext cx="11742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81"/>
        <p:cNvGrpSpPr/>
        <p:nvPr/>
      </p:nvGrpSpPr>
      <p:grpSpPr>
        <a:xfrm>
          <a:off x="0" y="0"/>
          <a:ext cx="0" cy="0"/>
          <a:chOff x="0" y="0"/>
          <a:chExt cx="0" cy="0"/>
        </a:xfrm>
      </p:grpSpPr>
      <p:grpSp>
        <p:nvGrpSpPr>
          <p:cNvPr id="482" name="Google Shape;482;p50"/>
          <p:cNvGrpSpPr/>
          <p:nvPr/>
        </p:nvGrpSpPr>
        <p:grpSpPr>
          <a:xfrm>
            <a:off x="4873098" y="1260432"/>
            <a:ext cx="3432984" cy="2496295"/>
            <a:chOff x="331763" y="414153"/>
            <a:chExt cx="6903246" cy="5019697"/>
          </a:xfrm>
        </p:grpSpPr>
        <p:sp>
          <p:nvSpPr>
            <p:cNvPr id="483" name="Google Shape;483;p50"/>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accent1"/>
            </a:solidFill>
            <a:ln>
              <a:noFill/>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50"/>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1"/>
            </a:solidFill>
            <a:ln>
              <a:noFill/>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50"/>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1"/>
            </a:solidFill>
            <a:ln>
              <a:noFill/>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50"/>
          <p:cNvSpPr txBox="1">
            <a:spLocks noGrp="1"/>
          </p:cNvSpPr>
          <p:nvPr>
            <p:ph type="title"/>
          </p:nvPr>
        </p:nvSpPr>
        <p:spPr>
          <a:xfrm>
            <a:off x="837918" y="1857725"/>
            <a:ext cx="36492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PC mockup</a:t>
            </a:r>
            <a:endParaRPr/>
          </a:p>
        </p:txBody>
      </p:sp>
      <p:sp>
        <p:nvSpPr>
          <p:cNvPr id="487" name="Google Shape;487;p50"/>
          <p:cNvSpPr txBox="1">
            <a:spLocks noGrp="1"/>
          </p:cNvSpPr>
          <p:nvPr>
            <p:ph type="subTitle" idx="1"/>
          </p:nvPr>
        </p:nvSpPr>
        <p:spPr>
          <a:xfrm>
            <a:off x="837918" y="2354225"/>
            <a:ext cx="3649200" cy="8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pic>
        <p:nvPicPr>
          <p:cNvPr id="488" name="Google Shape;488;p50"/>
          <p:cNvPicPr preferRelativeResize="0"/>
          <p:nvPr/>
        </p:nvPicPr>
        <p:blipFill rotWithShape="1">
          <a:blip r:embed="rId3">
            <a:alphaModFix/>
          </a:blip>
          <a:srcRect l="4170" r="4161"/>
          <a:stretch/>
        </p:blipFill>
        <p:spPr>
          <a:xfrm>
            <a:off x="4964996" y="1352658"/>
            <a:ext cx="3249111" cy="1981717"/>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92"/>
        <p:cNvGrpSpPr/>
        <p:nvPr/>
      </p:nvGrpSpPr>
      <p:grpSpPr>
        <a:xfrm>
          <a:off x="0" y="0"/>
          <a:ext cx="0" cy="0"/>
          <a:chOff x="0" y="0"/>
          <a:chExt cx="0" cy="0"/>
        </a:xfrm>
      </p:grpSpPr>
      <p:sp>
        <p:nvSpPr>
          <p:cNvPr id="493" name="Google Shape;493;p51"/>
          <p:cNvSpPr/>
          <p:nvPr/>
        </p:nvSpPr>
        <p:spPr>
          <a:xfrm>
            <a:off x="1561951" y="735560"/>
            <a:ext cx="2697276" cy="3672287"/>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1"/>
          </a:solidFill>
          <a:ln>
            <a:noFill/>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51"/>
          <p:cNvSpPr txBox="1">
            <a:spLocks noGrp="1"/>
          </p:cNvSpPr>
          <p:nvPr>
            <p:ph type="title"/>
          </p:nvPr>
        </p:nvSpPr>
        <p:spPr>
          <a:xfrm>
            <a:off x="4558751" y="1852032"/>
            <a:ext cx="3625500" cy="572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Tablet mockup</a:t>
            </a:r>
            <a:endParaRPr/>
          </a:p>
        </p:txBody>
      </p:sp>
      <p:sp>
        <p:nvSpPr>
          <p:cNvPr id="495" name="Google Shape;495;p51"/>
          <p:cNvSpPr txBox="1">
            <a:spLocks noGrp="1"/>
          </p:cNvSpPr>
          <p:nvPr>
            <p:ph type="subTitle" idx="1"/>
          </p:nvPr>
        </p:nvSpPr>
        <p:spPr>
          <a:xfrm>
            <a:off x="4558925" y="2342416"/>
            <a:ext cx="3625500" cy="811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pic>
        <p:nvPicPr>
          <p:cNvPr id="496" name="Google Shape;496;p51"/>
          <p:cNvPicPr preferRelativeResize="0"/>
          <p:nvPr/>
        </p:nvPicPr>
        <p:blipFill rotWithShape="1">
          <a:blip r:embed="rId3">
            <a:alphaModFix/>
          </a:blip>
          <a:srcRect l="5460" r="5460"/>
          <a:stretch/>
        </p:blipFill>
        <p:spPr>
          <a:xfrm>
            <a:off x="1655968" y="838567"/>
            <a:ext cx="2512491" cy="3347959"/>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00"/>
        <p:cNvGrpSpPr/>
        <p:nvPr/>
      </p:nvGrpSpPr>
      <p:grpSpPr>
        <a:xfrm>
          <a:off x="0" y="0"/>
          <a:ext cx="0" cy="0"/>
          <a:chOff x="0" y="0"/>
          <a:chExt cx="0" cy="0"/>
        </a:xfrm>
      </p:grpSpPr>
      <p:sp>
        <p:nvSpPr>
          <p:cNvPr id="501" name="Google Shape;501;p52"/>
          <p:cNvSpPr txBox="1">
            <a:spLocks noGrp="1"/>
          </p:cNvSpPr>
          <p:nvPr>
            <p:ph type="title"/>
          </p:nvPr>
        </p:nvSpPr>
        <p:spPr>
          <a:xfrm>
            <a:off x="837918" y="1857725"/>
            <a:ext cx="36492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Phone mockup</a:t>
            </a:r>
            <a:endParaRPr/>
          </a:p>
        </p:txBody>
      </p:sp>
      <p:sp>
        <p:nvSpPr>
          <p:cNvPr id="502" name="Google Shape;502;p52"/>
          <p:cNvSpPr txBox="1">
            <a:spLocks noGrp="1"/>
          </p:cNvSpPr>
          <p:nvPr>
            <p:ph type="subTitle" idx="1"/>
          </p:nvPr>
        </p:nvSpPr>
        <p:spPr>
          <a:xfrm>
            <a:off x="837918" y="2354225"/>
            <a:ext cx="3649200" cy="8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503" name="Google Shape;503;p52"/>
          <p:cNvSpPr/>
          <p:nvPr/>
        </p:nvSpPr>
        <p:spPr>
          <a:xfrm>
            <a:off x="5529079" y="891931"/>
            <a:ext cx="1664618" cy="3176204"/>
          </a:xfrm>
          <a:custGeom>
            <a:avLst/>
            <a:gdLst/>
            <a:ahLst/>
            <a:cxnLst/>
            <a:rect l="l" t="t" r="r" b="b"/>
            <a:pathLst>
              <a:path w="84552" h="161331" extrusionOk="0">
                <a:moveTo>
                  <a:pt x="1" y="1"/>
                </a:moveTo>
                <a:lnTo>
                  <a:pt x="1" y="161331"/>
                </a:lnTo>
                <a:lnTo>
                  <a:pt x="84551" y="161331"/>
                </a:lnTo>
                <a:lnTo>
                  <a:pt x="8455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 name="Google Shape;504;p52"/>
          <p:cNvGrpSpPr/>
          <p:nvPr/>
        </p:nvGrpSpPr>
        <p:grpSpPr>
          <a:xfrm>
            <a:off x="5443901" y="709411"/>
            <a:ext cx="1834973" cy="3724678"/>
            <a:chOff x="5186401" y="494525"/>
            <a:chExt cx="1834973" cy="3724678"/>
          </a:xfrm>
        </p:grpSpPr>
        <p:sp>
          <p:nvSpPr>
            <p:cNvPr id="505" name="Google Shape;505;p52"/>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1"/>
            </a:solidFill>
            <a:ln>
              <a:noFill/>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52"/>
            <p:cNvSpPr/>
            <p:nvPr/>
          </p:nvSpPr>
          <p:spPr>
            <a:xfrm>
              <a:off x="5890455" y="3946544"/>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2"/>
            </a:solidFill>
            <a:ln>
              <a:noFill/>
            </a:ln>
            <a:effectLst>
              <a:outerShdw blurRad="57150" dist="19050" dir="5400000" algn="bl" rotWithShape="0">
                <a:schemeClr val="lt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07" name="Google Shape;507;p52"/>
          <p:cNvPicPr preferRelativeResize="0"/>
          <p:nvPr/>
        </p:nvPicPr>
        <p:blipFill rotWithShape="1">
          <a:blip r:embed="rId3">
            <a:alphaModFix/>
          </a:blip>
          <a:srcRect l="69234" t="19708" r="9484" b="8099"/>
          <a:stretch/>
        </p:blipFill>
        <p:spPr>
          <a:xfrm>
            <a:off x="5529088" y="891935"/>
            <a:ext cx="1664599" cy="3176196"/>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11"/>
        <p:cNvGrpSpPr/>
        <p:nvPr/>
      </p:nvGrpSpPr>
      <p:grpSpPr>
        <a:xfrm>
          <a:off x="0" y="0"/>
          <a:ext cx="0" cy="0"/>
          <a:chOff x="0" y="0"/>
          <a:chExt cx="0" cy="0"/>
        </a:xfrm>
      </p:grpSpPr>
      <p:sp>
        <p:nvSpPr>
          <p:cNvPr id="512" name="Google Shape;512;p53"/>
          <p:cNvSpPr/>
          <p:nvPr/>
        </p:nvSpPr>
        <p:spPr>
          <a:xfrm>
            <a:off x="737655" y="1373288"/>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53"/>
          <p:cNvSpPr/>
          <p:nvPr/>
        </p:nvSpPr>
        <p:spPr>
          <a:xfrm>
            <a:off x="737655" y="2388050"/>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53"/>
          <p:cNvSpPr/>
          <p:nvPr/>
        </p:nvSpPr>
        <p:spPr>
          <a:xfrm>
            <a:off x="737655" y="340282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53"/>
          <p:cNvSpPr txBox="1"/>
          <p:nvPr/>
        </p:nvSpPr>
        <p:spPr>
          <a:xfrm flipH="1">
            <a:off x="1682360" y="1441350"/>
            <a:ext cx="19860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516" name="Google Shape;516;p53"/>
          <p:cNvSpPr txBox="1"/>
          <p:nvPr/>
        </p:nvSpPr>
        <p:spPr>
          <a:xfrm flipH="1">
            <a:off x="1682360" y="3457533"/>
            <a:ext cx="19860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517" name="Google Shape;517;p53"/>
          <p:cNvSpPr txBox="1"/>
          <p:nvPr/>
        </p:nvSpPr>
        <p:spPr>
          <a:xfrm flipH="1">
            <a:off x="1682374" y="2449441"/>
            <a:ext cx="19860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518" name="Google Shape;518;p5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a map</a:t>
            </a:r>
            <a:endParaRPr/>
          </a:p>
        </p:txBody>
      </p:sp>
      <p:sp>
        <p:nvSpPr>
          <p:cNvPr id="519" name="Google Shape;519;p53"/>
          <p:cNvSpPr txBox="1"/>
          <p:nvPr/>
        </p:nvSpPr>
        <p:spPr>
          <a:xfrm flipH="1">
            <a:off x="1682362" y="1659036"/>
            <a:ext cx="19860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520" name="Google Shape;520;p53"/>
          <p:cNvSpPr txBox="1"/>
          <p:nvPr/>
        </p:nvSpPr>
        <p:spPr>
          <a:xfrm flipH="1">
            <a:off x="1682362" y="3675223"/>
            <a:ext cx="19860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521" name="Google Shape;521;p53"/>
          <p:cNvSpPr txBox="1"/>
          <p:nvPr/>
        </p:nvSpPr>
        <p:spPr>
          <a:xfrm flipH="1">
            <a:off x="1682376" y="2667129"/>
            <a:ext cx="19860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grpSp>
        <p:nvGrpSpPr>
          <p:cNvPr id="522" name="Google Shape;522;p53"/>
          <p:cNvGrpSpPr/>
          <p:nvPr/>
        </p:nvGrpSpPr>
        <p:grpSpPr>
          <a:xfrm>
            <a:off x="4029727" y="1696218"/>
            <a:ext cx="4303078" cy="2292026"/>
            <a:chOff x="233350" y="949250"/>
            <a:chExt cx="7137300" cy="3802300"/>
          </a:xfrm>
        </p:grpSpPr>
        <p:sp>
          <p:nvSpPr>
            <p:cNvPr id="523" name="Google Shape;523;p5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5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5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5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5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5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5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5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5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5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5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5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5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5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5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5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5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5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5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5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5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5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5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5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5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5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5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5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5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5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5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5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5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5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5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5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5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5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5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5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5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5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5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5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5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5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5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5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5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53"/>
          <p:cNvGrpSpPr/>
          <p:nvPr/>
        </p:nvGrpSpPr>
        <p:grpSpPr>
          <a:xfrm>
            <a:off x="980832" y="1531975"/>
            <a:ext cx="321546" cy="490523"/>
            <a:chOff x="4059884" y="1895325"/>
            <a:chExt cx="321546" cy="490523"/>
          </a:xfrm>
        </p:grpSpPr>
        <p:sp>
          <p:nvSpPr>
            <p:cNvPr id="575" name="Google Shape;575;p53"/>
            <p:cNvSpPr/>
            <p:nvPr/>
          </p:nvSpPr>
          <p:spPr>
            <a:xfrm>
              <a:off x="4059884" y="1895325"/>
              <a:ext cx="321546" cy="490523"/>
            </a:xfrm>
            <a:custGeom>
              <a:avLst/>
              <a:gdLst/>
              <a:ahLst/>
              <a:cxnLst/>
              <a:rect l="l" t="t" r="r" b="b"/>
              <a:pathLst>
                <a:path w="13482" h="20567" extrusionOk="0">
                  <a:moveTo>
                    <a:pt x="3228" y="603"/>
                  </a:moveTo>
                  <a:lnTo>
                    <a:pt x="3228" y="2955"/>
                  </a:lnTo>
                  <a:cubicBezTo>
                    <a:pt x="3016" y="3107"/>
                    <a:pt x="2775" y="3257"/>
                    <a:pt x="2534" y="3438"/>
                  </a:cubicBezTo>
                  <a:lnTo>
                    <a:pt x="2534" y="2565"/>
                  </a:lnTo>
                  <a:lnTo>
                    <a:pt x="1930" y="2565"/>
                  </a:lnTo>
                  <a:lnTo>
                    <a:pt x="1930" y="3981"/>
                  </a:lnTo>
                  <a:cubicBezTo>
                    <a:pt x="1689" y="4222"/>
                    <a:pt x="1508" y="4495"/>
                    <a:pt x="1267" y="4796"/>
                  </a:cubicBezTo>
                  <a:lnTo>
                    <a:pt x="1267" y="603"/>
                  </a:lnTo>
                  <a:close/>
                  <a:moveTo>
                    <a:pt x="6756" y="2565"/>
                  </a:moveTo>
                  <a:cubicBezTo>
                    <a:pt x="10133" y="2565"/>
                    <a:pt x="12879" y="5308"/>
                    <a:pt x="12879" y="8685"/>
                  </a:cubicBezTo>
                  <a:lnTo>
                    <a:pt x="12879" y="9771"/>
                  </a:lnTo>
                  <a:lnTo>
                    <a:pt x="11552" y="10224"/>
                  </a:lnTo>
                  <a:lnTo>
                    <a:pt x="11552" y="6907"/>
                  </a:lnTo>
                  <a:cubicBezTo>
                    <a:pt x="11552" y="6273"/>
                    <a:pt x="11279" y="5670"/>
                    <a:pt x="10828" y="5247"/>
                  </a:cubicBezTo>
                  <a:lnTo>
                    <a:pt x="10406" y="5701"/>
                  </a:lnTo>
                  <a:cubicBezTo>
                    <a:pt x="10736" y="6002"/>
                    <a:pt x="10949" y="6454"/>
                    <a:pt x="10949" y="6907"/>
                  </a:cubicBezTo>
                  <a:lnTo>
                    <a:pt x="10949" y="17402"/>
                  </a:lnTo>
                  <a:lnTo>
                    <a:pt x="7057" y="17402"/>
                  </a:lnTo>
                  <a:lnTo>
                    <a:pt x="7057" y="14145"/>
                  </a:lnTo>
                  <a:lnTo>
                    <a:pt x="6454" y="14145"/>
                  </a:lnTo>
                  <a:lnTo>
                    <a:pt x="6454" y="17402"/>
                  </a:lnTo>
                  <a:lnTo>
                    <a:pt x="2534" y="17402"/>
                  </a:lnTo>
                  <a:lnTo>
                    <a:pt x="2534" y="16707"/>
                  </a:lnTo>
                  <a:lnTo>
                    <a:pt x="1930" y="16707"/>
                  </a:lnTo>
                  <a:lnTo>
                    <a:pt x="1930" y="17551"/>
                  </a:lnTo>
                  <a:cubicBezTo>
                    <a:pt x="1930" y="17974"/>
                    <a:pt x="1781" y="18396"/>
                    <a:pt x="1479" y="18697"/>
                  </a:cubicBezTo>
                  <a:lnTo>
                    <a:pt x="905" y="19271"/>
                  </a:lnTo>
                  <a:cubicBezTo>
                    <a:pt x="724" y="18999"/>
                    <a:pt x="604" y="18697"/>
                    <a:pt x="604" y="18335"/>
                  </a:cubicBezTo>
                  <a:lnTo>
                    <a:pt x="604" y="10405"/>
                  </a:lnTo>
                  <a:lnTo>
                    <a:pt x="1930" y="10857"/>
                  </a:lnTo>
                  <a:lnTo>
                    <a:pt x="1930" y="15440"/>
                  </a:lnTo>
                  <a:lnTo>
                    <a:pt x="2534" y="15440"/>
                  </a:lnTo>
                  <a:lnTo>
                    <a:pt x="2534" y="6907"/>
                  </a:lnTo>
                  <a:cubicBezTo>
                    <a:pt x="2534" y="6454"/>
                    <a:pt x="2746" y="6002"/>
                    <a:pt x="3108" y="5701"/>
                  </a:cubicBezTo>
                  <a:lnTo>
                    <a:pt x="2686" y="5247"/>
                  </a:lnTo>
                  <a:cubicBezTo>
                    <a:pt x="2203" y="5670"/>
                    <a:pt x="1930" y="6273"/>
                    <a:pt x="1930" y="6907"/>
                  </a:cubicBezTo>
                  <a:lnTo>
                    <a:pt x="1930" y="10224"/>
                  </a:lnTo>
                  <a:lnTo>
                    <a:pt x="604" y="9771"/>
                  </a:lnTo>
                  <a:lnTo>
                    <a:pt x="604" y="8685"/>
                  </a:lnTo>
                  <a:cubicBezTo>
                    <a:pt x="604" y="5308"/>
                    <a:pt x="3349" y="2565"/>
                    <a:pt x="6756" y="2565"/>
                  </a:cubicBezTo>
                  <a:close/>
                  <a:moveTo>
                    <a:pt x="12879" y="10405"/>
                  </a:moveTo>
                  <a:lnTo>
                    <a:pt x="12879" y="18335"/>
                  </a:lnTo>
                  <a:cubicBezTo>
                    <a:pt x="12879" y="18697"/>
                    <a:pt x="12787" y="18999"/>
                    <a:pt x="12606" y="19271"/>
                  </a:cubicBezTo>
                  <a:lnTo>
                    <a:pt x="12034" y="18697"/>
                  </a:lnTo>
                  <a:cubicBezTo>
                    <a:pt x="11733" y="18396"/>
                    <a:pt x="11552" y="17974"/>
                    <a:pt x="11552" y="17551"/>
                  </a:cubicBezTo>
                  <a:lnTo>
                    <a:pt x="11552" y="10857"/>
                  </a:lnTo>
                  <a:lnTo>
                    <a:pt x="12879" y="10405"/>
                  </a:lnTo>
                  <a:close/>
                  <a:moveTo>
                    <a:pt x="11009" y="18005"/>
                  </a:moveTo>
                  <a:cubicBezTo>
                    <a:pt x="11098" y="18427"/>
                    <a:pt x="11310" y="18818"/>
                    <a:pt x="11612" y="19119"/>
                  </a:cubicBezTo>
                  <a:lnTo>
                    <a:pt x="12184" y="19694"/>
                  </a:lnTo>
                  <a:cubicBezTo>
                    <a:pt x="11914" y="19875"/>
                    <a:pt x="11612" y="19964"/>
                    <a:pt x="11279" y="19964"/>
                  </a:cubicBezTo>
                  <a:lnTo>
                    <a:pt x="2263" y="19964"/>
                  </a:lnTo>
                  <a:cubicBezTo>
                    <a:pt x="1930" y="19964"/>
                    <a:pt x="1600" y="19875"/>
                    <a:pt x="1327" y="19694"/>
                  </a:cubicBezTo>
                  <a:lnTo>
                    <a:pt x="1902" y="19119"/>
                  </a:lnTo>
                  <a:cubicBezTo>
                    <a:pt x="2232" y="18818"/>
                    <a:pt x="2413" y="18427"/>
                    <a:pt x="2505" y="18005"/>
                  </a:cubicBezTo>
                  <a:close/>
                  <a:moveTo>
                    <a:pt x="664" y="0"/>
                  </a:moveTo>
                  <a:lnTo>
                    <a:pt x="664" y="5790"/>
                  </a:lnTo>
                  <a:lnTo>
                    <a:pt x="695" y="5790"/>
                  </a:lnTo>
                  <a:cubicBezTo>
                    <a:pt x="273" y="6666"/>
                    <a:pt x="0" y="7660"/>
                    <a:pt x="0" y="8685"/>
                  </a:cubicBezTo>
                  <a:lnTo>
                    <a:pt x="0" y="18335"/>
                  </a:lnTo>
                  <a:cubicBezTo>
                    <a:pt x="0" y="19573"/>
                    <a:pt x="1026" y="20567"/>
                    <a:pt x="2263" y="20567"/>
                  </a:cubicBezTo>
                  <a:lnTo>
                    <a:pt x="11279" y="20567"/>
                  </a:lnTo>
                  <a:cubicBezTo>
                    <a:pt x="12485" y="20567"/>
                    <a:pt x="13482" y="19573"/>
                    <a:pt x="13482" y="18335"/>
                  </a:cubicBezTo>
                  <a:lnTo>
                    <a:pt x="13482" y="8685"/>
                  </a:lnTo>
                  <a:cubicBezTo>
                    <a:pt x="13482" y="6876"/>
                    <a:pt x="12758" y="5187"/>
                    <a:pt x="11552" y="3981"/>
                  </a:cubicBezTo>
                  <a:lnTo>
                    <a:pt x="11552" y="2565"/>
                  </a:lnTo>
                  <a:lnTo>
                    <a:pt x="10949" y="2565"/>
                  </a:lnTo>
                  <a:lnTo>
                    <a:pt x="10949" y="3438"/>
                  </a:lnTo>
                  <a:cubicBezTo>
                    <a:pt x="10736" y="3257"/>
                    <a:pt x="10495" y="3107"/>
                    <a:pt x="10254" y="2955"/>
                  </a:cubicBezTo>
                  <a:lnTo>
                    <a:pt x="10254" y="603"/>
                  </a:lnTo>
                  <a:lnTo>
                    <a:pt x="12244" y="603"/>
                  </a:lnTo>
                  <a:lnTo>
                    <a:pt x="12244" y="4495"/>
                  </a:lnTo>
                  <a:lnTo>
                    <a:pt x="12847" y="4495"/>
                  </a:lnTo>
                  <a:lnTo>
                    <a:pt x="12847" y="0"/>
                  </a:lnTo>
                  <a:lnTo>
                    <a:pt x="9651" y="0"/>
                  </a:lnTo>
                  <a:lnTo>
                    <a:pt x="9651" y="2625"/>
                  </a:lnTo>
                  <a:cubicBezTo>
                    <a:pt x="8806" y="2203"/>
                    <a:pt x="7781" y="1961"/>
                    <a:pt x="6756" y="1961"/>
                  </a:cubicBezTo>
                  <a:cubicBezTo>
                    <a:pt x="5701" y="1961"/>
                    <a:pt x="4705" y="2203"/>
                    <a:pt x="3832" y="2625"/>
                  </a:cubicBezTo>
                  <a:lnTo>
                    <a:pt x="38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53"/>
            <p:cNvSpPr/>
            <p:nvPr/>
          </p:nvSpPr>
          <p:spPr>
            <a:xfrm>
              <a:off x="4159887" y="2057171"/>
              <a:ext cx="122994" cy="22300"/>
            </a:xfrm>
            <a:custGeom>
              <a:avLst/>
              <a:gdLst/>
              <a:ahLst/>
              <a:cxnLst/>
              <a:rect l="l" t="t" r="r" b="b"/>
              <a:pathLst>
                <a:path w="5157" h="935" extrusionOk="0">
                  <a:moveTo>
                    <a:pt x="0" y="1"/>
                  </a:moveTo>
                  <a:lnTo>
                    <a:pt x="0" y="604"/>
                  </a:lnTo>
                  <a:lnTo>
                    <a:pt x="3528" y="604"/>
                  </a:lnTo>
                  <a:lnTo>
                    <a:pt x="3528" y="934"/>
                  </a:lnTo>
                  <a:lnTo>
                    <a:pt x="4131" y="934"/>
                  </a:lnTo>
                  <a:lnTo>
                    <a:pt x="4131" y="604"/>
                  </a:lnTo>
                  <a:lnTo>
                    <a:pt x="5156" y="604"/>
                  </a:lnTo>
                  <a:lnTo>
                    <a:pt x="5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53"/>
            <p:cNvSpPr/>
            <p:nvPr/>
          </p:nvSpPr>
          <p:spPr>
            <a:xfrm>
              <a:off x="4167757" y="1973004"/>
              <a:ext cx="106490" cy="44599"/>
            </a:xfrm>
            <a:custGeom>
              <a:avLst/>
              <a:gdLst/>
              <a:ahLst/>
              <a:cxnLst/>
              <a:rect l="l" t="t" r="r" b="b"/>
              <a:pathLst>
                <a:path w="4465" h="1870" extrusionOk="0">
                  <a:moveTo>
                    <a:pt x="3531" y="603"/>
                  </a:moveTo>
                  <a:cubicBezTo>
                    <a:pt x="3680" y="603"/>
                    <a:pt x="3801" y="695"/>
                    <a:pt x="3861" y="815"/>
                  </a:cubicBezTo>
                  <a:lnTo>
                    <a:pt x="3410" y="1267"/>
                  </a:lnTo>
                  <a:lnTo>
                    <a:pt x="1087" y="1267"/>
                  </a:lnTo>
                  <a:lnTo>
                    <a:pt x="635" y="815"/>
                  </a:lnTo>
                  <a:cubicBezTo>
                    <a:pt x="664" y="695"/>
                    <a:pt x="816" y="603"/>
                    <a:pt x="966" y="603"/>
                  </a:cubicBezTo>
                  <a:close/>
                  <a:moveTo>
                    <a:pt x="966" y="0"/>
                  </a:moveTo>
                  <a:cubicBezTo>
                    <a:pt x="423" y="0"/>
                    <a:pt x="1" y="422"/>
                    <a:pt x="1" y="936"/>
                  </a:cubicBezTo>
                  <a:lnTo>
                    <a:pt x="1" y="1057"/>
                  </a:lnTo>
                  <a:lnTo>
                    <a:pt x="816" y="1870"/>
                  </a:lnTo>
                  <a:lnTo>
                    <a:pt x="3651" y="1870"/>
                  </a:lnTo>
                  <a:lnTo>
                    <a:pt x="4464" y="1057"/>
                  </a:lnTo>
                  <a:lnTo>
                    <a:pt x="4464" y="936"/>
                  </a:lnTo>
                  <a:cubicBezTo>
                    <a:pt x="4464" y="422"/>
                    <a:pt x="4042" y="0"/>
                    <a:pt x="3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53"/>
            <p:cNvSpPr/>
            <p:nvPr/>
          </p:nvSpPr>
          <p:spPr>
            <a:xfrm>
              <a:off x="4136872" y="2140598"/>
              <a:ext cx="14405" cy="15097"/>
            </a:xfrm>
            <a:custGeom>
              <a:avLst/>
              <a:gdLst/>
              <a:ahLst/>
              <a:cxnLst/>
              <a:rect l="l" t="t" r="r" b="b"/>
              <a:pathLst>
                <a:path w="604" h="633" extrusionOk="0">
                  <a:moveTo>
                    <a:pt x="0" y="1"/>
                  </a:moveTo>
                  <a:lnTo>
                    <a:pt x="0"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53"/>
            <p:cNvSpPr/>
            <p:nvPr/>
          </p:nvSpPr>
          <p:spPr>
            <a:xfrm>
              <a:off x="4136872" y="2186629"/>
              <a:ext cx="14405" cy="15097"/>
            </a:xfrm>
            <a:custGeom>
              <a:avLst/>
              <a:gdLst/>
              <a:ahLst/>
              <a:cxnLst/>
              <a:rect l="l" t="t" r="r" b="b"/>
              <a:pathLst>
                <a:path w="604" h="633" extrusionOk="0">
                  <a:moveTo>
                    <a:pt x="0" y="1"/>
                  </a:moveTo>
                  <a:lnTo>
                    <a:pt x="0"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53"/>
            <p:cNvSpPr/>
            <p:nvPr/>
          </p:nvSpPr>
          <p:spPr>
            <a:xfrm>
              <a:off x="4290036" y="2339793"/>
              <a:ext cx="14405" cy="15860"/>
            </a:xfrm>
            <a:custGeom>
              <a:avLst/>
              <a:gdLst/>
              <a:ahLst/>
              <a:cxnLst/>
              <a:rect l="l" t="t" r="r" b="b"/>
              <a:pathLst>
                <a:path w="604" h="665" extrusionOk="0">
                  <a:moveTo>
                    <a:pt x="1" y="1"/>
                  </a:moveTo>
                  <a:lnTo>
                    <a:pt x="1" y="664"/>
                  </a:lnTo>
                  <a:lnTo>
                    <a:pt x="604" y="664"/>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 name="Google Shape;581;p53"/>
          <p:cNvGrpSpPr/>
          <p:nvPr/>
        </p:nvGrpSpPr>
        <p:grpSpPr>
          <a:xfrm>
            <a:off x="896332" y="2589894"/>
            <a:ext cx="490547" cy="404234"/>
            <a:chOff x="4677742" y="1938469"/>
            <a:chExt cx="490547" cy="404234"/>
          </a:xfrm>
        </p:grpSpPr>
        <p:sp>
          <p:nvSpPr>
            <p:cNvPr id="582" name="Google Shape;582;p53"/>
            <p:cNvSpPr/>
            <p:nvPr/>
          </p:nvSpPr>
          <p:spPr>
            <a:xfrm>
              <a:off x="4677742" y="1938469"/>
              <a:ext cx="490547" cy="404234"/>
            </a:xfrm>
            <a:custGeom>
              <a:avLst/>
              <a:gdLst/>
              <a:ahLst/>
              <a:cxnLst/>
              <a:rect l="l" t="t" r="r" b="b"/>
              <a:pathLst>
                <a:path w="20568" h="16949" extrusionOk="0">
                  <a:moveTo>
                    <a:pt x="12546" y="604"/>
                  </a:moveTo>
                  <a:lnTo>
                    <a:pt x="12546" y="1267"/>
                  </a:lnTo>
                  <a:lnTo>
                    <a:pt x="7991" y="1267"/>
                  </a:lnTo>
                  <a:lnTo>
                    <a:pt x="7991" y="604"/>
                  </a:lnTo>
                  <a:close/>
                  <a:moveTo>
                    <a:pt x="1267" y="3800"/>
                  </a:moveTo>
                  <a:lnTo>
                    <a:pt x="1267" y="8355"/>
                  </a:lnTo>
                  <a:lnTo>
                    <a:pt x="604" y="8355"/>
                  </a:lnTo>
                  <a:lnTo>
                    <a:pt x="604" y="3800"/>
                  </a:lnTo>
                  <a:close/>
                  <a:moveTo>
                    <a:pt x="2895" y="3800"/>
                  </a:moveTo>
                  <a:lnTo>
                    <a:pt x="2895" y="8355"/>
                  </a:lnTo>
                  <a:lnTo>
                    <a:pt x="1870" y="8355"/>
                  </a:lnTo>
                  <a:lnTo>
                    <a:pt x="1870" y="3800"/>
                  </a:lnTo>
                  <a:close/>
                  <a:moveTo>
                    <a:pt x="15742" y="3800"/>
                  </a:moveTo>
                  <a:lnTo>
                    <a:pt x="15742" y="8355"/>
                  </a:lnTo>
                  <a:lnTo>
                    <a:pt x="4765" y="8355"/>
                  </a:lnTo>
                  <a:lnTo>
                    <a:pt x="4765" y="3800"/>
                  </a:lnTo>
                  <a:lnTo>
                    <a:pt x="9952" y="3800"/>
                  </a:lnTo>
                  <a:lnTo>
                    <a:pt x="9952" y="5429"/>
                  </a:lnTo>
                  <a:lnTo>
                    <a:pt x="10555" y="5429"/>
                  </a:lnTo>
                  <a:lnTo>
                    <a:pt x="10555" y="3800"/>
                  </a:lnTo>
                  <a:close/>
                  <a:moveTo>
                    <a:pt x="18698" y="3800"/>
                  </a:moveTo>
                  <a:lnTo>
                    <a:pt x="18698" y="8355"/>
                  </a:lnTo>
                  <a:lnTo>
                    <a:pt x="17641" y="8355"/>
                  </a:lnTo>
                  <a:lnTo>
                    <a:pt x="17641" y="3800"/>
                  </a:lnTo>
                  <a:close/>
                  <a:moveTo>
                    <a:pt x="19964" y="3800"/>
                  </a:moveTo>
                  <a:lnTo>
                    <a:pt x="19964" y="8355"/>
                  </a:lnTo>
                  <a:lnTo>
                    <a:pt x="19301" y="8355"/>
                  </a:lnTo>
                  <a:lnTo>
                    <a:pt x="19301" y="3800"/>
                  </a:lnTo>
                  <a:close/>
                  <a:moveTo>
                    <a:pt x="1267" y="8958"/>
                  </a:moveTo>
                  <a:lnTo>
                    <a:pt x="1267" y="15441"/>
                  </a:lnTo>
                  <a:lnTo>
                    <a:pt x="604" y="15441"/>
                  </a:lnTo>
                  <a:lnTo>
                    <a:pt x="604" y="8958"/>
                  </a:lnTo>
                  <a:close/>
                  <a:moveTo>
                    <a:pt x="2895" y="8958"/>
                  </a:moveTo>
                  <a:lnTo>
                    <a:pt x="2895" y="15441"/>
                  </a:lnTo>
                  <a:lnTo>
                    <a:pt x="1870" y="15441"/>
                  </a:lnTo>
                  <a:lnTo>
                    <a:pt x="1870" y="8958"/>
                  </a:lnTo>
                  <a:close/>
                  <a:moveTo>
                    <a:pt x="4162" y="3800"/>
                  </a:moveTo>
                  <a:lnTo>
                    <a:pt x="4162" y="15441"/>
                  </a:lnTo>
                  <a:lnTo>
                    <a:pt x="3499" y="15441"/>
                  </a:lnTo>
                  <a:lnTo>
                    <a:pt x="3499" y="3800"/>
                  </a:lnTo>
                  <a:close/>
                  <a:moveTo>
                    <a:pt x="15742" y="8958"/>
                  </a:moveTo>
                  <a:lnTo>
                    <a:pt x="15742" y="15441"/>
                  </a:lnTo>
                  <a:lnTo>
                    <a:pt x="4765" y="15441"/>
                  </a:lnTo>
                  <a:lnTo>
                    <a:pt x="4765" y="8958"/>
                  </a:lnTo>
                  <a:close/>
                  <a:moveTo>
                    <a:pt x="17038" y="3800"/>
                  </a:moveTo>
                  <a:lnTo>
                    <a:pt x="17038" y="15441"/>
                  </a:lnTo>
                  <a:lnTo>
                    <a:pt x="16345" y="15441"/>
                  </a:lnTo>
                  <a:lnTo>
                    <a:pt x="16345" y="3800"/>
                  </a:lnTo>
                  <a:close/>
                  <a:moveTo>
                    <a:pt x="19964" y="8958"/>
                  </a:moveTo>
                  <a:lnTo>
                    <a:pt x="19964" y="15441"/>
                  </a:lnTo>
                  <a:lnTo>
                    <a:pt x="17641" y="15441"/>
                  </a:lnTo>
                  <a:lnTo>
                    <a:pt x="17641" y="8958"/>
                  </a:lnTo>
                  <a:lnTo>
                    <a:pt x="18698" y="8958"/>
                  </a:lnTo>
                  <a:lnTo>
                    <a:pt x="18698" y="14415"/>
                  </a:lnTo>
                  <a:lnTo>
                    <a:pt x="19301" y="14415"/>
                  </a:lnTo>
                  <a:lnTo>
                    <a:pt x="19301" y="8958"/>
                  </a:lnTo>
                  <a:close/>
                  <a:moveTo>
                    <a:pt x="4584" y="16044"/>
                  </a:moveTo>
                  <a:lnTo>
                    <a:pt x="4343" y="16345"/>
                  </a:lnTo>
                  <a:lnTo>
                    <a:pt x="3378" y="16345"/>
                  </a:lnTo>
                  <a:lnTo>
                    <a:pt x="3137" y="16044"/>
                  </a:lnTo>
                  <a:close/>
                  <a:moveTo>
                    <a:pt x="17431" y="16044"/>
                  </a:moveTo>
                  <a:lnTo>
                    <a:pt x="17190" y="16345"/>
                  </a:lnTo>
                  <a:lnTo>
                    <a:pt x="16225" y="16345"/>
                  </a:lnTo>
                  <a:lnTo>
                    <a:pt x="16013" y="16044"/>
                  </a:lnTo>
                  <a:close/>
                  <a:moveTo>
                    <a:pt x="7388" y="1"/>
                  </a:moveTo>
                  <a:lnTo>
                    <a:pt x="7388" y="3197"/>
                  </a:lnTo>
                  <a:lnTo>
                    <a:pt x="0" y="3197"/>
                  </a:lnTo>
                  <a:lnTo>
                    <a:pt x="0" y="16044"/>
                  </a:lnTo>
                  <a:lnTo>
                    <a:pt x="2413" y="16044"/>
                  </a:lnTo>
                  <a:lnTo>
                    <a:pt x="3045" y="16949"/>
                  </a:lnTo>
                  <a:lnTo>
                    <a:pt x="4645" y="16949"/>
                  </a:lnTo>
                  <a:lnTo>
                    <a:pt x="5308" y="16044"/>
                  </a:lnTo>
                  <a:lnTo>
                    <a:pt x="15260" y="16044"/>
                  </a:lnTo>
                  <a:lnTo>
                    <a:pt x="15923" y="16949"/>
                  </a:lnTo>
                  <a:lnTo>
                    <a:pt x="17520" y="16949"/>
                  </a:lnTo>
                  <a:lnTo>
                    <a:pt x="18155" y="16044"/>
                  </a:lnTo>
                  <a:lnTo>
                    <a:pt x="20567" y="16044"/>
                  </a:lnTo>
                  <a:lnTo>
                    <a:pt x="20567" y="3197"/>
                  </a:lnTo>
                  <a:lnTo>
                    <a:pt x="7991" y="3197"/>
                  </a:lnTo>
                  <a:lnTo>
                    <a:pt x="7991" y="1870"/>
                  </a:lnTo>
                  <a:lnTo>
                    <a:pt x="12546" y="1870"/>
                  </a:lnTo>
                  <a:lnTo>
                    <a:pt x="12546" y="2835"/>
                  </a:lnTo>
                  <a:lnTo>
                    <a:pt x="13149" y="2835"/>
                  </a:lnTo>
                  <a:lnTo>
                    <a:pt x="13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53"/>
            <p:cNvSpPr/>
            <p:nvPr/>
          </p:nvSpPr>
          <p:spPr>
            <a:xfrm>
              <a:off x="4869067" y="2229797"/>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53"/>
            <p:cNvSpPr/>
            <p:nvPr/>
          </p:nvSpPr>
          <p:spPr>
            <a:xfrm>
              <a:off x="4915097" y="2229797"/>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53"/>
            <p:cNvSpPr/>
            <p:nvPr/>
          </p:nvSpPr>
          <p:spPr>
            <a:xfrm>
              <a:off x="4961128" y="2229797"/>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53"/>
            <p:cNvSpPr/>
            <p:nvPr/>
          </p:nvSpPr>
          <p:spPr>
            <a:xfrm>
              <a:off x="4830907" y="2275828"/>
              <a:ext cx="184146" cy="14405"/>
            </a:xfrm>
            <a:custGeom>
              <a:avLst/>
              <a:gdLst/>
              <a:ahLst/>
              <a:cxnLst/>
              <a:rect l="l" t="t" r="r" b="b"/>
              <a:pathLst>
                <a:path w="7721" h="604" extrusionOk="0">
                  <a:moveTo>
                    <a:pt x="1" y="0"/>
                  </a:moveTo>
                  <a:lnTo>
                    <a:pt x="1" y="603"/>
                  </a:lnTo>
                  <a:lnTo>
                    <a:pt x="7721" y="603"/>
                  </a:lnTo>
                  <a:lnTo>
                    <a:pt x="772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 name="Google Shape;587;p53"/>
          <p:cNvGrpSpPr/>
          <p:nvPr/>
        </p:nvGrpSpPr>
        <p:grpSpPr>
          <a:xfrm>
            <a:off x="1057785" y="3561525"/>
            <a:ext cx="167642" cy="490523"/>
            <a:chOff x="5541517" y="1895325"/>
            <a:chExt cx="167642" cy="490523"/>
          </a:xfrm>
        </p:grpSpPr>
        <p:sp>
          <p:nvSpPr>
            <p:cNvPr id="588" name="Google Shape;588;p53"/>
            <p:cNvSpPr/>
            <p:nvPr/>
          </p:nvSpPr>
          <p:spPr>
            <a:xfrm>
              <a:off x="5541517" y="1957168"/>
              <a:ext cx="167642" cy="428680"/>
            </a:xfrm>
            <a:custGeom>
              <a:avLst/>
              <a:gdLst/>
              <a:ahLst/>
              <a:cxnLst/>
              <a:rect l="l" t="t" r="r" b="b"/>
              <a:pathLst>
                <a:path w="7029" h="17974" extrusionOk="0">
                  <a:moveTo>
                    <a:pt x="1299" y="604"/>
                  </a:moveTo>
                  <a:lnTo>
                    <a:pt x="1299" y="1931"/>
                  </a:lnTo>
                  <a:lnTo>
                    <a:pt x="604" y="1931"/>
                  </a:lnTo>
                  <a:lnTo>
                    <a:pt x="604" y="604"/>
                  </a:lnTo>
                  <a:close/>
                  <a:moveTo>
                    <a:pt x="2565" y="604"/>
                  </a:moveTo>
                  <a:lnTo>
                    <a:pt x="2565" y="1931"/>
                  </a:lnTo>
                  <a:lnTo>
                    <a:pt x="1902" y="1931"/>
                  </a:lnTo>
                  <a:lnTo>
                    <a:pt x="1902" y="604"/>
                  </a:lnTo>
                  <a:close/>
                  <a:moveTo>
                    <a:pt x="3861" y="604"/>
                  </a:moveTo>
                  <a:lnTo>
                    <a:pt x="3861" y="1931"/>
                  </a:lnTo>
                  <a:lnTo>
                    <a:pt x="3168" y="1931"/>
                  </a:lnTo>
                  <a:lnTo>
                    <a:pt x="3168" y="604"/>
                  </a:lnTo>
                  <a:close/>
                  <a:moveTo>
                    <a:pt x="5159" y="604"/>
                  </a:moveTo>
                  <a:lnTo>
                    <a:pt x="5159" y="1931"/>
                  </a:lnTo>
                  <a:lnTo>
                    <a:pt x="4464" y="1931"/>
                  </a:lnTo>
                  <a:lnTo>
                    <a:pt x="4464" y="604"/>
                  </a:lnTo>
                  <a:close/>
                  <a:moveTo>
                    <a:pt x="6425" y="604"/>
                  </a:moveTo>
                  <a:lnTo>
                    <a:pt x="6425" y="1931"/>
                  </a:lnTo>
                  <a:lnTo>
                    <a:pt x="5762" y="1931"/>
                  </a:lnTo>
                  <a:lnTo>
                    <a:pt x="5762" y="604"/>
                  </a:lnTo>
                  <a:close/>
                  <a:moveTo>
                    <a:pt x="6305" y="2534"/>
                  </a:moveTo>
                  <a:lnTo>
                    <a:pt x="6032" y="3229"/>
                  </a:lnTo>
                  <a:lnTo>
                    <a:pt x="2264" y="3229"/>
                  </a:lnTo>
                  <a:lnTo>
                    <a:pt x="2264" y="3832"/>
                  </a:lnTo>
                  <a:lnTo>
                    <a:pt x="5791" y="3832"/>
                  </a:lnTo>
                  <a:lnTo>
                    <a:pt x="5279" y="5159"/>
                  </a:lnTo>
                  <a:lnTo>
                    <a:pt x="1810" y="5159"/>
                  </a:lnTo>
                  <a:lnTo>
                    <a:pt x="756" y="2534"/>
                  </a:lnTo>
                  <a:close/>
                  <a:moveTo>
                    <a:pt x="5159" y="5762"/>
                  </a:moveTo>
                  <a:lnTo>
                    <a:pt x="5159" y="16104"/>
                  </a:lnTo>
                  <a:lnTo>
                    <a:pt x="1902" y="16104"/>
                  </a:lnTo>
                  <a:lnTo>
                    <a:pt x="1902" y="5762"/>
                  </a:lnTo>
                  <a:close/>
                  <a:moveTo>
                    <a:pt x="5159" y="16707"/>
                  </a:moveTo>
                  <a:lnTo>
                    <a:pt x="5159" y="17371"/>
                  </a:lnTo>
                  <a:lnTo>
                    <a:pt x="1902" y="17371"/>
                  </a:lnTo>
                  <a:lnTo>
                    <a:pt x="1902" y="16707"/>
                  </a:lnTo>
                  <a:close/>
                  <a:moveTo>
                    <a:pt x="1" y="1"/>
                  </a:moveTo>
                  <a:lnTo>
                    <a:pt x="1" y="2292"/>
                  </a:lnTo>
                  <a:lnTo>
                    <a:pt x="1299" y="5520"/>
                  </a:lnTo>
                  <a:lnTo>
                    <a:pt x="1299" y="17974"/>
                  </a:lnTo>
                  <a:lnTo>
                    <a:pt x="5762" y="17974"/>
                  </a:lnTo>
                  <a:lnTo>
                    <a:pt x="5762" y="5520"/>
                  </a:lnTo>
                  <a:lnTo>
                    <a:pt x="7028" y="2292"/>
                  </a:lnTo>
                  <a:lnTo>
                    <a:pt x="702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53"/>
            <p:cNvSpPr/>
            <p:nvPr/>
          </p:nvSpPr>
          <p:spPr>
            <a:xfrm>
              <a:off x="5602693" y="2141290"/>
              <a:ext cx="45291" cy="76272"/>
            </a:xfrm>
            <a:custGeom>
              <a:avLst/>
              <a:gdLst/>
              <a:ahLst/>
              <a:cxnLst/>
              <a:rect l="l" t="t" r="r" b="b"/>
              <a:pathLst>
                <a:path w="1899" h="3198" extrusionOk="0">
                  <a:moveTo>
                    <a:pt x="1296" y="604"/>
                  </a:moveTo>
                  <a:lnTo>
                    <a:pt x="1296" y="1299"/>
                  </a:lnTo>
                  <a:lnTo>
                    <a:pt x="603" y="1299"/>
                  </a:lnTo>
                  <a:lnTo>
                    <a:pt x="603" y="604"/>
                  </a:lnTo>
                  <a:close/>
                  <a:moveTo>
                    <a:pt x="1296" y="1902"/>
                  </a:moveTo>
                  <a:lnTo>
                    <a:pt x="1296" y="2594"/>
                  </a:lnTo>
                  <a:lnTo>
                    <a:pt x="603" y="2594"/>
                  </a:lnTo>
                  <a:lnTo>
                    <a:pt x="603" y="1902"/>
                  </a:lnTo>
                  <a:close/>
                  <a:moveTo>
                    <a:pt x="0" y="1"/>
                  </a:moveTo>
                  <a:lnTo>
                    <a:pt x="0" y="3197"/>
                  </a:lnTo>
                  <a:lnTo>
                    <a:pt x="1899" y="3197"/>
                  </a:lnTo>
                  <a:lnTo>
                    <a:pt x="189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53"/>
            <p:cNvSpPr/>
            <p:nvPr/>
          </p:nvSpPr>
          <p:spPr>
            <a:xfrm>
              <a:off x="5572475" y="1910446"/>
              <a:ext cx="14405" cy="30933"/>
            </a:xfrm>
            <a:custGeom>
              <a:avLst/>
              <a:gdLst/>
              <a:ahLst/>
              <a:cxnLst/>
              <a:rect l="l" t="t" r="r" b="b"/>
              <a:pathLst>
                <a:path w="604" h="1297" extrusionOk="0">
                  <a:moveTo>
                    <a:pt x="1" y="1"/>
                  </a:moveTo>
                  <a:lnTo>
                    <a:pt x="1" y="1296"/>
                  </a:lnTo>
                  <a:lnTo>
                    <a:pt x="604" y="1296"/>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53"/>
            <p:cNvSpPr/>
            <p:nvPr/>
          </p:nvSpPr>
          <p:spPr>
            <a:xfrm>
              <a:off x="5664536" y="1910446"/>
              <a:ext cx="14405" cy="30933"/>
            </a:xfrm>
            <a:custGeom>
              <a:avLst/>
              <a:gdLst/>
              <a:ahLst/>
              <a:cxnLst/>
              <a:rect l="l" t="t" r="r" b="b"/>
              <a:pathLst>
                <a:path w="604" h="1297" extrusionOk="0">
                  <a:moveTo>
                    <a:pt x="1" y="1"/>
                  </a:moveTo>
                  <a:lnTo>
                    <a:pt x="1" y="1296"/>
                  </a:lnTo>
                  <a:lnTo>
                    <a:pt x="604" y="1296"/>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53"/>
            <p:cNvSpPr/>
            <p:nvPr/>
          </p:nvSpPr>
          <p:spPr>
            <a:xfrm>
              <a:off x="5618505" y="1895325"/>
              <a:ext cx="14405" cy="46054"/>
            </a:xfrm>
            <a:custGeom>
              <a:avLst/>
              <a:gdLst/>
              <a:ahLst/>
              <a:cxnLst/>
              <a:rect l="l" t="t" r="r" b="b"/>
              <a:pathLst>
                <a:path w="604" h="1931" extrusionOk="0">
                  <a:moveTo>
                    <a:pt x="1" y="0"/>
                  </a:moveTo>
                  <a:lnTo>
                    <a:pt x="1" y="1930"/>
                  </a:lnTo>
                  <a:lnTo>
                    <a:pt x="604" y="1930"/>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53"/>
            <p:cNvSpPr/>
            <p:nvPr/>
          </p:nvSpPr>
          <p:spPr>
            <a:xfrm>
              <a:off x="5618505" y="2226172"/>
              <a:ext cx="15097" cy="14405"/>
            </a:xfrm>
            <a:custGeom>
              <a:avLst/>
              <a:gdLst/>
              <a:ahLst/>
              <a:cxnLst/>
              <a:rect l="l" t="t" r="r" b="b"/>
              <a:pathLst>
                <a:path w="633" h="604" extrusionOk="0">
                  <a:moveTo>
                    <a:pt x="1" y="0"/>
                  </a:moveTo>
                  <a:lnTo>
                    <a:pt x="1" y="603"/>
                  </a:lnTo>
                  <a:lnTo>
                    <a:pt x="633" y="603"/>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53"/>
            <p:cNvSpPr/>
            <p:nvPr/>
          </p:nvSpPr>
          <p:spPr>
            <a:xfrm>
              <a:off x="5618505" y="2118275"/>
              <a:ext cx="15097" cy="14405"/>
            </a:xfrm>
            <a:custGeom>
              <a:avLst/>
              <a:gdLst/>
              <a:ahLst/>
              <a:cxnLst/>
              <a:rect l="l" t="t" r="r" b="b"/>
              <a:pathLst>
                <a:path w="633" h="604" extrusionOk="0">
                  <a:moveTo>
                    <a:pt x="1" y="1"/>
                  </a:moveTo>
                  <a:lnTo>
                    <a:pt x="1"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95" name="Google Shape;595;p53"/>
          <p:cNvCxnSpPr>
            <a:stCxn id="515" idx="1"/>
          </p:cNvCxnSpPr>
          <p:nvPr/>
        </p:nvCxnSpPr>
        <p:spPr>
          <a:xfrm>
            <a:off x="3668360" y="1633800"/>
            <a:ext cx="983700" cy="838500"/>
          </a:xfrm>
          <a:prstGeom prst="bentConnector3">
            <a:avLst>
              <a:gd name="adj1" fmla="val 99989"/>
            </a:avLst>
          </a:prstGeom>
          <a:noFill/>
          <a:ln w="19050" cap="flat" cmpd="sng">
            <a:solidFill>
              <a:schemeClr val="accent2"/>
            </a:solidFill>
            <a:prstDash val="solid"/>
            <a:round/>
            <a:headEnd type="oval" w="med" len="med"/>
            <a:tailEnd type="oval" w="med" len="med"/>
          </a:ln>
        </p:spPr>
      </p:cxnSp>
      <p:cxnSp>
        <p:nvCxnSpPr>
          <p:cNvPr id="596" name="Google Shape;596;p53"/>
          <p:cNvCxnSpPr>
            <a:stCxn id="517" idx="1"/>
          </p:cNvCxnSpPr>
          <p:nvPr/>
        </p:nvCxnSpPr>
        <p:spPr>
          <a:xfrm rot="10800000" flipH="1">
            <a:off x="3668374" y="1937191"/>
            <a:ext cx="2639700" cy="704700"/>
          </a:xfrm>
          <a:prstGeom prst="bentConnector3">
            <a:avLst>
              <a:gd name="adj1" fmla="val 50000"/>
            </a:avLst>
          </a:prstGeom>
          <a:noFill/>
          <a:ln w="19050" cap="flat" cmpd="sng">
            <a:solidFill>
              <a:schemeClr val="accent2"/>
            </a:solidFill>
            <a:prstDash val="solid"/>
            <a:round/>
            <a:headEnd type="oval" w="med" len="med"/>
            <a:tailEnd type="oval" w="med" len="med"/>
          </a:ln>
        </p:spPr>
      </p:cxnSp>
      <p:cxnSp>
        <p:nvCxnSpPr>
          <p:cNvPr id="597" name="Google Shape;597;p53"/>
          <p:cNvCxnSpPr>
            <a:stCxn id="516" idx="1"/>
          </p:cNvCxnSpPr>
          <p:nvPr/>
        </p:nvCxnSpPr>
        <p:spPr>
          <a:xfrm rot="10800000" flipH="1">
            <a:off x="3668360" y="3507483"/>
            <a:ext cx="3997800" cy="142500"/>
          </a:xfrm>
          <a:prstGeom prst="bentConnector3">
            <a:avLst>
              <a:gd name="adj1" fmla="val 50000"/>
            </a:avLst>
          </a:prstGeom>
          <a:noFill/>
          <a:ln w="19050" cap="flat" cmpd="sng">
            <a:solidFill>
              <a:schemeClr val="accent2"/>
            </a:solidFill>
            <a:prstDash val="solid"/>
            <a:round/>
            <a:headEnd type="oval" w="med" len="med"/>
            <a:tailEnd type="oval" w="med" len="med"/>
          </a:ln>
        </p:spPr>
      </p:cxn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01"/>
        <p:cNvGrpSpPr/>
        <p:nvPr/>
      </p:nvGrpSpPr>
      <p:grpSpPr>
        <a:xfrm>
          <a:off x="0" y="0"/>
          <a:ext cx="0" cy="0"/>
          <a:chOff x="0" y="0"/>
          <a:chExt cx="0" cy="0"/>
        </a:xfrm>
      </p:grpSpPr>
      <p:sp>
        <p:nvSpPr>
          <p:cNvPr id="602" name="Google Shape;602;p5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timeline always works well</a:t>
            </a:r>
            <a:endParaRPr/>
          </a:p>
        </p:txBody>
      </p:sp>
      <p:sp>
        <p:nvSpPr>
          <p:cNvPr id="603" name="Google Shape;603;p54"/>
          <p:cNvSpPr txBox="1"/>
          <p:nvPr/>
        </p:nvSpPr>
        <p:spPr>
          <a:xfrm flipH="1">
            <a:off x="713227" y="2700448"/>
            <a:ext cx="1877400" cy="491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604" name="Google Shape;604;p54"/>
          <p:cNvSpPr txBox="1"/>
          <p:nvPr/>
        </p:nvSpPr>
        <p:spPr>
          <a:xfrm flipH="1">
            <a:off x="713232" y="3085731"/>
            <a:ext cx="18774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605" name="Google Shape;605;p54"/>
          <p:cNvSpPr txBox="1"/>
          <p:nvPr/>
        </p:nvSpPr>
        <p:spPr>
          <a:xfrm flipH="1">
            <a:off x="2659943" y="2700456"/>
            <a:ext cx="1877400" cy="491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606" name="Google Shape;606;p54"/>
          <p:cNvSpPr txBox="1"/>
          <p:nvPr/>
        </p:nvSpPr>
        <p:spPr>
          <a:xfrm flipH="1">
            <a:off x="2659947" y="3091899"/>
            <a:ext cx="18774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607" name="Google Shape;607;p54"/>
          <p:cNvSpPr txBox="1"/>
          <p:nvPr/>
        </p:nvSpPr>
        <p:spPr>
          <a:xfrm flipH="1">
            <a:off x="4606659" y="2700448"/>
            <a:ext cx="1877400" cy="491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608" name="Google Shape;608;p54"/>
          <p:cNvSpPr txBox="1"/>
          <p:nvPr/>
        </p:nvSpPr>
        <p:spPr>
          <a:xfrm flipH="1">
            <a:off x="4606661" y="3085731"/>
            <a:ext cx="18774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609" name="Google Shape;609;p54"/>
          <p:cNvSpPr txBox="1"/>
          <p:nvPr/>
        </p:nvSpPr>
        <p:spPr>
          <a:xfrm flipH="1">
            <a:off x="6553375" y="2700456"/>
            <a:ext cx="1877400" cy="491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Jupiter</a:t>
            </a:r>
            <a:endParaRPr sz="2000">
              <a:solidFill>
                <a:schemeClr val="dk1"/>
              </a:solidFill>
              <a:latin typeface="Corben"/>
              <a:ea typeface="Corben"/>
              <a:cs typeface="Corben"/>
              <a:sym typeface="Corben"/>
            </a:endParaRPr>
          </a:p>
        </p:txBody>
      </p:sp>
      <p:sp>
        <p:nvSpPr>
          <p:cNvPr id="610" name="Google Shape;610;p54"/>
          <p:cNvSpPr txBox="1"/>
          <p:nvPr/>
        </p:nvSpPr>
        <p:spPr>
          <a:xfrm flipH="1">
            <a:off x="6553375" y="3091899"/>
            <a:ext cx="18774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Jupiter is an enormous planet</a:t>
            </a:r>
            <a:endParaRPr>
              <a:solidFill>
                <a:schemeClr val="dk1"/>
              </a:solidFill>
              <a:latin typeface="Albert Sans"/>
              <a:ea typeface="Albert Sans"/>
              <a:cs typeface="Albert Sans"/>
              <a:sym typeface="Albert Sans"/>
            </a:endParaRPr>
          </a:p>
        </p:txBody>
      </p:sp>
      <p:sp>
        <p:nvSpPr>
          <p:cNvPr id="611" name="Google Shape;611;p54"/>
          <p:cNvSpPr txBox="1"/>
          <p:nvPr/>
        </p:nvSpPr>
        <p:spPr>
          <a:xfrm flipH="1">
            <a:off x="1252126" y="3725600"/>
            <a:ext cx="7995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accent2"/>
                </a:solidFill>
                <a:latin typeface="Corben"/>
                <a:ea typeface="Corben"/>
                <a:cs typeface="Corben"/>
                <a:sym typeface="Corben"/>
              </a:rPr>
              <a:t>01</a:t>
            </a:r>
            <a:endParaRPr sz="3000">
              <a:solidFill>
                <a:schemeClr val="accent2"/>
              </a:solidFill>
              <a:latin typeface="Corben"/>
              <a:ea typeface="Corben"/>
              <a:cs typeface="Corben"/>
              <a:sym typeface="Corben"/>
            </a:endParaRPr>
          </a:p>
        </p:txBody>
      </p:sp>
      <p:sp>
        <p:nvSpPr>
          <p:cNvPr id="612" name="Google Shape;612;p54"/>
          <p:cNvSpPr txBox="1"/>
          <p:nvPr/>
        </p:nvSpPr>
        <p:spPr>
          <a:xfrm flipH="1">
            <a:off x="3198891" y="3725600"/>
            <a:ext cx="7995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accent2"/>
                </a:solidFill>
                <a:latin typeface="Corben"/>
                <a:ea typeface="Corben"/>
                <a:cs typeface="Corben"/>
                <a:sym typeface="Corben"/>
              </a:rPr>
              <a:t>02</a:t>
            </a:r>
            <a:endParaRPr sz="3000">
              <a:solidFill>
                <a:schemeClr val="accent2"/>
              </a:solidFill>
              <a:latin typeface="Corben"/>
              <a:ea typeface="Corben"/>
              <a:cs typeface="Corben"/>
              <a:sym typeface="Corben"/>
            </a:endParaRPr>
          </a:p>
        </p:txBody>
      </p:sp>
      <p:sp>
        <p:nvSpPr>
          <p:cNvPr id="613" name="Google Shape;613;p54"/>
          <p:cNvSpPr txBox="1"/>
          <p:nvPr/>
        </p:nvSpPr>
        <p:spPr>
          <a:xfrm flipH="1">
            <a:off x="5145575" y="3725600"/>
            <a:ext cx="7995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accent2"/>
                </a:solidFill>
                <a:latin typeface="Corben"/>
                <a:ea typeface="Corben"/>
                <a:cs typeface="Corben"/>
                <a:sym typeface="Corben"/>
              </a:rPr>
              <a:t>03</a:t>
            </a:r>
            <a:endParaRPr sz="3000">
              <a:solidFill>
                <a:schemeClr val="accent2"/>
              </a:solidFill>
              <a:latin typeface="Corben"/>
              <a:ea typeface="Corben"/>
              <a:cs typeface="Corben"/>
              <a:sym typeface="Corben"/>
            </a:endParaRPr>
          </a:p>
        </p:txBody>
      </p:sp>
      <p:sp>
        <p:nvSpPr>
          <p:cNvPr id="614" name="Google Shape;614;p54"/>
          <p:cNvSpPr txBox="1"/>
          <p:nvPr/>
        </p:nvSpPr>
        <p:spPr>
          <a:xfrm flipH="1">
            <a:off x="7092325" y="3725600"/>
            <a:ext cx="7995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accent2"/>
                </a:solidFill>
                <a:latin typeface="Corben"/>
                <a:ea typeface="Corben"/>
                <a:cs typeface="Corben"/>
                <a:sym typeface="Corben"/>
              </a:rPr>
              <a:t>04</a:t>
            </a:r>
            <a:endParaRPr sz="3000">
              <a:solidFill>
                <a:schemeClr val="accent2"/>
              </a:solidFill>
              <a:latin typeface="Corben"/>
              <a:ea typeface="Corben"/>
              <a:cs typeface="Corben"/>
              <a:sym typeface="Corben"/>
            </a:endParaRPr>
          </a:p>
        </p:txBody>
      </p:sp>
      <p:sp>
        <p:nvSpPr>
          <p:cNvPr id="615" name="Google Shape;615;p54"/>
          <p:cNvSpPr/>
          <p:nvPr/>
        </p:nvSpPr>
        <p:spPr>
          <a:xfrm>
            <a:off x="1247975" y="143327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54"/>
          <p:cNvSpPr/>
          <p:nvPr/>
        </p:nvSpPr>
        <p:spPr>
          <a:xfrm>
            <a:off x="3194700" y="143327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54"/>
          <p:cNvSpPr/>
          <p:nvPr/>
        </p:nvSpPr>
        <p:spPr>
          <a:xfrm>
            <a:off x="5141425" y="143327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54"/>
          <p:cNvSpPr/>
          <p:nvPr/>
        </p:nvSpPr>
        <p:spPr>
          <a:xfrm>
            <a:off x="7088150" y="143327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9" name="Google Shape;619;p54"/>
          <p:cNvCxnSpPr>
            <a:stCxn id="611" idx="1"/>
            <a:endCxn id="612" idx="3"/>
          </p:cNvCxnSpPr>
          <p:nvPr/>
        </p:nvCxnSpPr>
        <p:spPr>
          <a:xfrm>
            <a:off x="2051626" y="4028750"/>
            <a:ext cx="1147200" cy="0"/>
          </a:xfrm>
          <a:prstGeom prst="straightConnector1">
            <a:avLst/>
          </a:prstGeom>
          <a:noFill/>
          <a:ln w="19050" cap="flat" cmpd="sng">
            <a:solidFill>
              <a:schemeClr val="accent1"/>
            </a:solidFill>
            <a:prstDash val="dot"/>
            <a:round/>
            <a:headEnd type="oval" w="med" len="med"/>
            <a:tailEnd type="oval" w="med" len="med"/>
          </a:ln>
        </p:spPr>
      </p:cxnSp>
      <p:cxnSp>
        <p:nvCxnSpPr>
          <p:cNvPr id="620" name="Google Shape;620;p54"/>
          <p:cNvCxnSpPr>
            <a:stCxn id="612" idx="1"/>
            <a:endCxn id="613" idx="3"/>
          </p:cNvCxnSpPr>
          <p:nvPr/>
        </p:nvCxnSpPr>
        <p:spPr>
          <a:xfrm>
            <a:off x="3998391" y="4028750"/>
            <a:ext cx="1147200" cy="0"/>
          </a:xfrm>
          <a:prstGeom prst="straightConnector1">
            <a:avLst/>
          </a:prstGeom>
          <a:noFill/>
          <a:ln w="19050" cap="flat" cmpd="sng">
            <a:solidFill>
              <a:schemeClr val="accent1"/>
            </a:solidFill>
            <a:prstDash val="dot"/>
            <a:round/>
            <a:headEnd type="oval" w="med" len="med"/>
            <a:tailEnd type="oval" w="med" len="med"/>
          </a:ln>
        </p:spPr>
      </p:cxnSp>
      <p:cxnSp>
        <p:nvCxnSpPr>
          <p:cNvPr id="621" name="Google Shape;621;p54"/>
          <p:cNvCxnSpPr>
            <a:stCxn id="613" idx="1"/>
            <a:endCxn id="614" idx="3"/>
          </p:cNvCxnSpPr>
          <p:nvPr/>
        </p:nvCxnSpPr>
        <p:spPr>
          <a:xfrm>
            <a:off x="5945075" y="4028750"/>
            <a:ext cx="1147200" cy="0"/>
          </a:xfrm>
          <a:prstGeom prst="straightConnector1">
            <a:avLst/>
          </a:prstGeom>
          <a:noFill/>
          <a:ln w="19050" cap="flat" cmpd="sng">
            <a:solidFill>
              <a:schemeClr val="accent1"/>
            </a:solidFill>
            <a:prstDash val="dot"/>
            <a:round/>
            <a:headEnd type="oval" w="med" len="med"/>
            <a:tailEnd type="oval" w="med" len="med"/>
          </a:ln>
        </p:spPr>
      </p:cxnSp>
      <p:grpSp>
        <p:nvGrpSpPr>
          <p:cNvPr id="622" name="Google Shape;622;p54"/>
          <p:cNvGrpSpPr/>
          <p:nvPr/>
        </p:nvGrpSpPr>
        <p:grpSpPr>
          <a:xfrm>
            <a:off x="1406306" y="1661379"/>
            <a:ext cx="491238" cy="351692"/>
            <a:chOff x="5379719" y="1225736"/>
            <a:chExt cx="491238" cy="351692"/>
          </a:xfrm>
        </p:grpSpPr>
        <p:sp>
          <p:nvSpPr>
            <p:cNvPr id="623" name="Google Shape;623;p54"/>
            <p:cNvSpPr/>
            <p:nvPr/>
          </p:nvSpPr>
          <p:spPr>
            <a:xfrm>
              <a:off x="5395555" y="1225736"/>
              <a:ext cx="475402" cy="351692"/>
            </a:xfrm>
            <a:custGeom>
              <a:avLst/>
              <a:gdLst/>
              <a:ahLst/>
              <a:cxnLst/>
              <a:rect l="l" t="t" r="r" b="b"/>
              <a:pathLst>
                <a:path w="19933" h="14746" extrusionOk="0">
                  <a:moveTo>
                    <a:pt x="12244" y="604"/>
                  </a:moveTo>
                  <a:lnTo>
                    <a:pt x="12244" y="1930"/>
                  </a:lnTo>
                  <a:lnTo>
                    <a:pt x="7057" y="1930"/>
                  </a:lnTo>
                  <a:lnTo>
                    <a:pt x="7057" y="604"/>
                  </a:lnTo>
                  <a:close/>
                  <a:moveTo>
                    <a:pt x="14174" y="1236"/>
                  </a:moveTo>
                  <a:lnTo>
                    <a:pt x="14174" y="1930"/>
                  </a:lnTo>
                  <a:lnTo>
                    <a:pt x="12847" y="1930"/>
                  </a:lnTo>
                  <a:lnTo>
                    <a:pt x="12847" y="1236"/>
                  </a:lnTo>
                  <a:close/>
                  <a:moveTo>
                    <a:pt x="14174" y="2534"/>
                  </a:moveTo>
                  <a:lnTo>
                    <a:pt x="14174" y="3197"/>
                  </a:lnTo>
                  <a:lnTo>
                    <a:pt x="12847" y="3197"/>
                  </a:lnTo>
                  <a:lnTo>
                    <a:pt x="12847" y="2534"/>
                  </a:lnTo>
                  <a:close/>
                  <a:moveTo>
                    <a:pt x="14174" y="3800"/>
                  </a:moveTo>
                  <a:lnTo>
                    <a:pt x="14174" y="4493"/>
                  </a:lnTo>
                  <a:lnTo>
                    <a:pt x="12847" y="4493"/>
                  </a:lnTo>
                  <a:lnTo>
                    <a:pt x="12847" y="3800"/>
                  </a:lnTo>
                  <a:close/>
                  <a:moveTo>
                    <a:pt x="14174" y="5096"/>
                  </a:moveTo>
                  <a:lnTo>
                    <a:pt x="14174" y="5790"/>
                  </a:lnTo>
                  <a:lnTo>
                    <a:pt x="12847" y="5790"/>
                  </a:lnTo>
                  <a:lnTo>
                    <a:pt x="12847" y="5096"/>
                  </a:lnTo>
                  <a:close/>
                  <a:moveTo>
                    <a:pt x="14174" y="6394"/>
                  </a:moveTo>
                  <a:lnTo>
                    <a:pt x="14174" y="7057"/>
                  </a:lnTo>
                  <a:lnTo>
                    <a:pt x="12847" y="7057"/>
                  </a:lnTo>
                  <a:lnTo>
                    <a:pt x="12847" y="6394"/>
                  </a:lnTo>
                  <a:close/>
                  <a:moveTo>
                    <a:pt x="7057" y="9590"/>
                  </a:moveTo>
                  <a:cubicBezTo>
                    <a:pt x="8444" y="9740"/>
                    <a:pt x="9530" y="10857"/>
                    <a:pt x="9650" y="12213"/>
                  </a:cubicBezTo>
                  <a:lnTo>
                    <a:pt x="7057" y="12213"/>
                  </a:lnTo>
                  <a:lnTo>
                    <a:pt x="7057" y="9590"/>
                  </a:lnTo>
                  <a:close/>
                  <a:moveTo>
                    <a:pt x="6454" y="0"/>
                  </a:moveTo>
                  <a:lnTo>
                    <a:pt x="6454" y="3197"/>
                  </a:lnTo>
                  <a:lnTo>
                    <a:pt x="0" y="3197"/>
                  </a:lnTo>
                  <a:lnTo>
                    <a:pt x="0" y="3800"/>
                  </a:lnTo>
                  <a:lnTo>
                    <a:pt x="6454" y="3800"/>
                  </a:lnTo>
                  <a:lnTo>
                    <a:pt x="6454" y="5127"/>
                  </a:lnTo>
                  <a:lnTo>
                    <a:pt x="3197" y="5127"/>
                  </a:lnTo>
                  <a:lnTo>
                    <a:pt x="3197" y="5730"/>
                  </a:lnTo>
                  <a:lnTo>
                    <a:pt x="8987" y="5730"/>
                  </a:lnTo>
                  <a:lnTo>
                    <a:pt x="8987" y="5127"/>
                  </a:lnTo>
                  <a:lnTo>
                    <a:pt x="7057" y="5127"/>
                  </a:lnTo>
                  <a:lnTo>
                    <a:pt x="7057" y="3800"/>
                  </a:lnTo>
                  <a:lnTo>
                    <a:pt x="7720" y="3800"/>
                  </a:lnTo>
                  <a:lnTo>
                    <a:pt x="7720" y="3197"/>
                  </a:lnTo>
                  <a:lnTo>
                    <a:pt x="7057" y="3197"/>
                  </a:lnTo>
                  <a:lnTo>
                    <a:pt x="7057" y="2534"/>
                  </a:lnTo>
                  <a:lnTo>
                    <a:pt x="12244" y="2534"/>
                  </a:lnTo>
                  <a:lnTo>
                    <a:pt x="12244" y="7057"/>
                  </a:lnTo>
                  <a:lnTo>
                    <a:pt x="10615" y="7057"/>
                  </a:lnTo>
                  <a:lnTo>
                    <a:pt x="10615" y="7660"/>
                  </a:lnTo>
                  <a:lnTo>
                    <a:pt x="16405" y="7660"/>
                  </a:lnTo>
                  <a:cubicBezTo>
                    <a:pt x="18034" y="7660"/>
                    <a:pt x="19329" y="8956"/>
                    <a:pt x="19329" y="10555"/>
                  </a:cubicBezTo>
                  <a:lnTo>
                    <a:pt x="19329" y="12213"/>
                  </a:lnTo>
                  <a:lnTo>
                    <a:pt x="10282" y="12213"/>
                  </a:lnTo>
                  <a:cubicBezTo>
                    <a:pt x="10133" y="10495"/>
                    <a:pt x="8774" y="9137"/>
                    <a:pt x="7057" y="8987"/>
                  </a:cubicBezTo>
                  <a:lnTo>
                    <a:pt x="7057" y="6695"/>
                  </a:lnTo>
                  <a:lnTo>
                    <a:pt x="6454" y="6695"/>
                  </a:lnTo>
                  <a:lnTo>
                    <a:pt x="6454" y="14746"/>
                  </a:lnTo>
                  <a:lnTo>
                    <a:pt x="10101" y="14746"/>
                  </a:lnTo>
                  <a:lnTo>
                    <a:pt x="10736" y="14114"/>
                  </a:lnTo>
                  <a:lnTo>
                    <a:pt x="11158" y="14114"/>
                  </a:lnTo>
                  <a:lnTo>
                    <a:pt x="11790" y="14746"/>
                  </a:lnTo>
                  <a:lnTo>
                    <a:pt x="16707" y="14746"/>
                  </a:lnTo>
                  <a:lnTo>
                    <a:pt x="16707" y="14143"/>
                  </a:lnTo>
                  <a:lnTo>
                    <a:pt x="12031" y="14143"/>
                  </a:lnTo>
                  <a:lnTo>
                    <a:pt x="11399" y="13511"/>
                  </a:lnTo>
                  <a:lnTo>
                    <a:pt x="10495" y="13511"/>
                  </a:lnTo>
                  <a:lnTo>
                    <a:pt x="9860" y="14143"/>
                  </a:lnTo>
                  <a:lnTo>
                    <a:pt x="7057" y="14143"/>
                  </a:lnTo>
                  <a:lnTo>
                    <a:pt x="7057" y="12816"/>
                  </a:lnTo>
                  <a:lnTo>
                    <a:pt x="19329" y="12816"/>
                  </a:lnTo>
                  <a:lnTo>
                    <a:pt x="19329" y="14143"/>
                  </a:lnTo>
                  <a:lnTo>
                    <a:pt x="18002" y="14143"/>
                  </a:lnTo>
                  <a:lnTo>
                    <a:pt x="18002" y="14746"/>
                  </a:lnTo>
                  <a:lnTo>
                    <a:pt x="19933" y="14746"/>
                  </a:lnTo>
                  <a:lnTo>
                    <a:pt x="19933" y="10555"/>
                  </a:lnTo>
                  <a:cubicBezTo>
                    <a:pt x="19933" y="8625"/>
                    <a:pt x="18364" y="7057"/>
                    <a:pt x="16405" y="7057"/>
                  </a:cubicBezTo>
                  <a:lnTo>
                    <a:pt x="14777" y="7057"/>
                  </a:lnTo>
                  <a:lnTo>
                    <a:pt x="14777" y="632"/>
                  </a:lnTo>
                  <a:lnTo>
                    <a:pt x="12847" y="632"/>
                  </a:lnTo>
                  <a:lnTo>
                    <a:pt x="128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4"/>
            <p:cNvSpPr/>
            <p:nvPr/>
          </p:nvSpPr>
          <p:spPr>
            <a:xfrm>
              <a:off x="5425749" y="1348015"/>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54"/>
            <p:cNvSpPr/>
            <p:nvPr/>
          </p:nvSpPr>
          <p:spPr>
            <a:xfrm>
              <a:off x="5379719" y="1394046"/>
              <a:ext cx="15836" cy="14405"/>
            </a:xfrm>
            <a:custGeom>
              <a:avLst/>
              <a:gdLst/>
              <a:ahLst/>
              <a:cxnLst/>
              <a:rect l="l" t="t" r="r" b="b"/>
              <a:pathLst>
                <a:path w="664"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4"/>
            <p:cNvSpPr/>
            <p:nvPr/>
          </p:nvSpPr>
          <p:spPr>
            <a:xfrm>
              <a:off x="5410629" y="1394046"/>
              <a:ext cx="107206" cy="14405"/>
            </a:xfrm>
            <a:custGeom>
              <a:avLst/>
              <a:gdLst/>
              <a:ahLst/>
              <a:cxnLst/>
              <a:rect l="l" t="t" r="r" b="b"/>
              <a:pathLst>
                <a:path w="4495" h="604" extrusionOk="0">
                  <a:moveTo>
                    <a:pt x="0" y="0"/>
                  </a:moveTo>
                  <a:lnTo>
                    <a:pt x="0" y="603"/>
                  </a:lnTo>
                  <a:lnTo>
                    <a:pt x="4495" y="603"/>
                  </a:lnTo>
                  <a:lnTo>
                    <a:pt x="449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4"/>
            <p:cNvSpPr/>
            <p:nvPr/>
          </p:nvSpPr>
          <p:spPr>
            <a:xfrm>
              <a:off x="5609871" y="1394046"/>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54"/>
            <p:cNvSpPr/>
            <p:nvPr/>
          </p:nvSpPr>
          <p:spPr>
            <a:xfrm>
              <a:off x="5579677" y="1248751"/>
              <a:ext cx="15097" cy="14405"/>
            </a:xfrm>
            <a:custGeom>
              <a:avLst/>
              <a:gdLst/>
              <a:ahLst/>
              <a:cxnLst/>
              <a:rect l="l" t="t" r="r" b="b"/>
              <a:pathLst>
                <a:path w="633" h="604" extrusionOk="0">
                  <a:moveTo>
                    <a:pt x="0" y="0"/>
                  </a:moveTo>
                  <a:lnTo>
                    <a:pt x="0" y="604"/>
                  </a:lnTo>
                  <a:lnTo>
                    <a:pt x="632" y="604"/>
                  </a:lnTo>
                  <a:lnTo>
                    <a:pt x="6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 name="Google Shape;629;p54"/>
          <p:cNvSpPr/>
          <p:nvPr/>
        </p:nvSpPr>
        <p:spPr>
          <a:xfrm>
            <a:off x="3461262" y="1591582"/>
            <a:ext cx="274776" cy="491286"/>
          </a:xfrm>
          <a:custGeom>
            <a:avLst/>
            <a:gdLst/>
            <a:ahLst/>
            <a:cxnLst/>
            <a:rect l="l" t="t" r="r" b="b"/>
            <a:pathLst>
              <a:path w="11521" h="20599" extrusionOk="0">
                <a:moveTo>
                  <a:pt x="10285" y="1628"/>
                </a:moveTo>
                <a:lnTo>
                  <a:pt x="10285" y="4825"/>
                </a:lnTo>
                <a:cubicBezTo>
                  <a:pt x="9561" y="4675"/>
                  <a:pt x="8958" y="4012"/>
                  <a:pt x="8958" y="3228"/>
                </a:cubicBezTo>
                <a:cubicBezTo>
                  <a:pt x="8958" y="2413"/>
                  <a:pt x="9561" y="1749"/>
                  <a:pt x="10285" y="1628"/>
                </a:cubicBezTo>
                <a:close/>
                <a:moveTo>
                  <a:pt x="10285" y="5489"/>
                </a:moveTo>
                <a:lnTo>
                  <a:pt x="10285" y="8685"/>
                </a:lnTo>
                <a:cubicBezTo>
                  <a:pt x="9561" y="8536"/>
                  <a:pt x="8958" y="7872"/>
                  <a:pt x="8958" y="7088"/>
                </a:cubicBezTo>
                <a:cubicBezTo>
                  <a:pt x="8958" y="6273"/>
                  <a:pt x="9561" y="5609"/>
                  <a:pt x="10285" y="5489"/>
                </a:cubicBezTo>
                <a:close/>
                <a:moveTo>
                  <a:pt x="1600" y="10615"/>
                </a:moveTo>
                <a:cubicBezTo>
                  <a:pt x="2022" y="10615"/>
                  <a:pt x="2413" y="10888"/>
                  <a:pt x="2533" y="11310"/>
                </a:cubicBezTo>
                <a:lnTo>
                  <a:pt x="664" y="11310"/>
                </a:lnTo>
                <a:cubicBezTo>
                  <a:pt x="784" y="10888"/>
                  <a:pt x="1146" y="10615"/>
                  <a:pt x="1600" y="10615"/>
                </a:cubicBezTo>
                <a:close/>
                <a:moveTo>
                  <a:pt x="10285" y="9349"/>
                </a:moveTo>
                <a:lnTo>
                  <a:pt x="10285" y="11942"/>
                </a:lnTo>
                <a:lnTo>
                  <a:pt x="9590" y="11942"/>
                </a:lnTo>
                <a:lnTo>
                  <a:pt x="9590" y="11913"/>
                </a:lnTo>
                <a:cubicBezTo>
                  <a:pt x="9590" y="11431"/>
                  <a:pt x="9349" y="11008"/>
                  <a:pt x="8958" y="10796"/>
                </a:cubicBezTo>
                <a:cubicBezTo>
                  <a:pt x="9018" y="10072"/>
                  <a:pt x="9590" y="9469"/>
                  <a:pt x="10285" y="9349"/>
                </a:cubicBezTo>
                <a:close/>
                <a:moveTo>
                  <a:pt x="2533" y="11913"/>
                </a:moveTo>
                <a:cubicBezTo>
                  <a:pt x="2413" y="12275"/>
                  <a:pt x="2022" y="12577"/>
                  <a:pt x="1600" y="12577"/>
                </a:cubicBezTo>
                <a:cubicBezTo>
                  <a:pt x="1146" y="12577"/>
                  <a:pt x="784" y="12275"/>
                  <a:pt x="664" y="11913"/>
                </a:cubicBezTo>
                <a:close/>
                <a:moveTo>
                  <a:pt x="10285" y="12545"/>
                </a:moveTo>
                <a:lnTo>
                  <a:pt x="10285" y="13240"/>
                </a:lnTo>
                <a:lnTo>
                  <a:pt x="9590" y="13240"/>
                </a:lnTo>
                <a:lnTo>
                  <a:pt x="9590" y="12545"/>
                </a:lnTo>
                <a:close/>
                <a:moveTo>
                  <a:pt x="1600" y="13180"/>
                </a:moveTo>
                <a:cubicBezTo>
                  <a:pt x="1781" y="13180"/>
                  <a:pt x="1930" y="13329"/>
                  <a:pt x="1930" y="13510"/>
                </a:cubicBezTo>
                <a:cubicBezTo>
                  <a:pt x="1930" y="13691"/>
                  <a:pt x="1781" y="13843"/>
                  <a:pt x="1600" y="13843"/>
                </a:cubicBezTo>
                <a:cubicBezTo>
                  <a:pt x="1419" y="13843"/>
                  <a:pt x="1267" y="13691"/>
                  <a:pt x="1267" y="13510"/>
                </a:cubicBezTo>
                <a:cubicBezTo>
                  <a:pt x="1267" y="13329"/>
                  <a:pt x="1419" y="13180"/>
                  <a:pt x="1600" y="13180"/>
                </a:cubicBezTo>
                <a:close/>
                <a:moveTo>
                  <a:pt x="7390" y="13812"/>
                </a:moveTo>
                <a:cubicBezTo>
                  <a:pt x="7752" y="13812"/>
                  <a:pt x="8053" y="14113"/>
                  <a:pt x="8053" y="14475"/>
                </a:cubicBezTo>
                <a:cubicBezTo>
                  <a:pt x="8053" y="14837"/>
                  <a:pt x="7752" y="15139"/>
                  <a:pt x="7390" y="15139"/>
                </a:cubicBezTo>
                <a:cubicBezTo>
                  <a:pt x="7028" y="15139"/>
                  <a:pt x="6726" y="14837"/>
                  <a:pt x="6726" y="14475"/>
                </a:cubicBezTo>
                <a:cubicBezTo>
                  <a:pt x="6726" y="14113"/>
                  <a:pt x="7028" y="13812"/>
                  <a:pt x="7390" y="13812"/>
                </a:cubicBezTo>
                <a:close/>
                <a:moveTo>
                  <a:pt x="10917" y="15773"/>
                </a:moveTo>
                <a:lnTo>
                  <a:pt x="10917" y="19633"/>
                </a:lnTo>
                <a:cubicBezTo>
                  <a:pt x="10917" y="19843"/>
                  <a:pt x="10767" y="19995"/>
                  <a:pt x="10586" y="19995"/>
                </a:cubicBezTo>
                <a:cubicBezTo>
                  <a:pt x="10406" y="19995"/>
                  <a:pt x="10254" y="19843"/>
                  <a:pt x="10254" y="19633"/>
                </a:cubicBezTo>
                <a:lnTo>
                  <a:pt x="10254" y="15773"/>
                </a:lnTo>
                <a:close/>
                <a:moveTo>
                  <a:pt x="10285" y="0"/>
                </a:moveTo>
                <a:lnTo>
                  <a:pt x="10285" y="996"/>
                </a:lnTo>
                <a:cubicBezTo>
                  <a:pt x="7901" y="1057"/>
                  <a:pt x="5701" y="2022"/>
                  <a:pt x="4012" y="3710"/>
                </a:cubicBezTo>
                <a:cubicBezTo>
                  <a:pt x="2323" y="5399"/>
                  <a:pt x="1358" y="7631"/>
                  <a:pt x="1298" y="10012"/>
                </a:cubicBezTo>
                <a:cubicBezTo>
                  <a:pt x="574" y="10164"/>
                  <a:pt x="0" y="10796"/>
                  <a:pt x="0" y="11580"/>
                </a:cubicBezTo>
                <a:cubicBezTo>
                  <a:pt x="0" y="12183"/>
                  <a:pt x="333" y="12697"/>
                  <a:pt x="816" y="12967"/>
                </a:cubicBezTo>
                <a:cubicBezTo>
                  <a:pt x="724" y="13119"/>
                  <a:pt x="664" y="13300"/>
                  <a:pt x="664" y="13510"/>
                </a:cubicBezTo>
                <a:cubicBezTo>
                  <a:pt x="664" y="14024"/>
                  <a:pt x="1086" y="14446"/>
                  <a:pt x="1600" y="14446"/>
                </a:cubicBezTo>
                <a:cubicBezTo>
                  <a:pt x="1781" y="14446"/>
                  <a:pt x="1930" y="14596"/>
                  <a:pt x="1930" y="14808"/>
                </a:cubicBezTo>
                <a:cubicBezTo>
                  <a:pt x="1930" y="14989"/>
                  <a:pt x="1781" y="15139"/>
                  <a:pt x="1600" y="15139"/>
                </a:cubicBezTo>
                <a:cubicBezTo>
                  <a:pt x="1419" y="15139"/>
                  <a:pt x="1267" y="14989"/>
                  <a:pt x="1267" y="14808"/>
                </a:cubicBezTo>
                <a:lnTo>
                  <a:pt x="664" y="14808"/>
                </a:lnTo>
                <a:cubicBezTo>
                  <a:pt x="664" y="15320"/>
                  <a:pt x="1086" y="15742"/>
                  <a:pt x="1600" y="15742"/>
                </a:cubicBezTo>
                <a:cubicBezTo>
                  <a:pt x="2111" y="15742"/>
                  <a:pt x="2533" y="15320"/>
                  <a:pt x="2533" y="14808"/>
                </a:cubicBezTo>
                <a:cubicBezTo>
                  <a:pt x="2533" y="14536"/>
                  <a:pt x="2444" y="14326"/>
                  <a:pt x="2292" y="14145"/>
                </a:cubicBezTo>
                <a:cubicBezTo>
                  <a:pt x="2444" y="13993"/>
                  <a:pt x="2533" y="13751"/>
                  <a:pt x="2533" y="13510"/>
                </a:cubicBezTo>
                <a:cubicBezTo>
                  <a:pt x="2533" y="13300"/>
                  <a:pt x="2473" y="13119"/>
                  <a:pt x="2384" y="12967"/>
                </a:cubicBezTo>
                <a:cubicBezTo>
                  <a:pt x="2866" y="12697"/>
                  <a:pt x="3197" y="12183"/>
                  <a:pt x="3197" y="11580"/>
                </a:cubicBezTo>
                <a:cubicBezTo>
                  <a:pt x="3197" y="10796"/>
                  <a:pt x="2625" y="10164"/>
                  <a:pt x="1901" y="10012"/>
                </a:cubicBezTo>
                <a:cubicBezTo>
                  <a:pt x="1962" y="7812"/>
                  <a:pt x="2866" y="5730"/>
                  <a:pt x="4434" y="4133"/>
                </a:cubicBezTo>
                <a:cubicBezTo>
                  <a:pt x="5701" y="2895"/>
                  <a:pt x="7238" y="2082"/>
                  <a:pt x="8927" y="1749"/>
                </a:cubicBezTo>
                <a:lnTo>
                  <a:pt x="8927" y="1749"/>
                </a:lnTo>
                <a:cubicBezTo>
                  <a:pt x="8596" y="2142"/>
                  <a:pt x="8384" y="2654"/>
                  <a:pt x="8384" y="3228"/>
                </a:cubicBezTo>
                <a:cubicBezTo>
                  <a:pt x="8384" y="4041"/>
                  <a:pt x="8806" y="4765"/>
                  <a:pt x="9501" y="5158"/>
                </a:cubicBezTo>
                <a:cubicBezTo>
                  <a:pt x="8806" y="5520"/>
                  <a:pt x="8384" y="6244"/>
                  <a:pt x="8384" y="7088"/>
                </a:cubicBezTo>
                <a:cubicBezTo>
                  <a:pt x="8384" y="7901"/>
                  <a:pt x="8806" y="8625"/>
                  <a:pt x="9501" y="9018"/>
                </a:cubicBezTo>
                <a:cubicBezTo>
                  <a:pt x="8898" y="9349"/>
                  <a:pt x="8475" y="9952"/>
                  <a:pt x="8384" y="10647"/>
                </a:cubicBezTo>
                <a:lnTo>
                  <a:pt x="8355" y="10647"/>
                </a:lnTo>
                <a:cubicBezTo>
                  <a:pt x="7631" y="10647"/>
                  <a:pt x="7057" y="11189"/>
                  <a:pt x="7057" y="11913"/>
                </a:cubicBezTo>
                <a:lnTo>
                  <a:pt x="7057" y="12878"/>
                </a:lnTo>
                <a:lnTo>
                  <a:pt x="7660" y="12878"/>
                </a:lnTo>
                <a:lnTo>
                  <a:pt x="7660" y="11913"/>
                </a:lnTo>
                <a:cubicBezTo>
                  <a:pt x="7660" y="11551"/>
                  <a:pt x="7962" y="11250"/>
                  <a:pt x="8323" y="11250"/>
                </a:cubicBezTo>
                <a:cubicBezTo>
                  <a:pt x="8685" y="11250"/>
                  <a:pt x="8987" y="11551"/>
                  <a:pt x="8987" y="11913"/>
                </a:cubicBezTo>
                <a:lnTo>
                  <a:pt x="8987" y="13843"/>
                </a:lnTo>
                <a:cubicBezTo>
                  <a:pt x="8987" y="14084"/>
                  <a:pt x="8866" y="14326"/>
                  <a:pt x="8656" y="14415"/>
                </a:cubicBezTo>
                <a:cubicBezTo>
                  <a:pt x="8625" y="13751"/>
                  <a:pt x="8053" y="13209"/>
                  <a:pt x="7390" y="13209"/>
                </a:cubicBezTo>
                <a:cubicBezTo>
                  <a:pt x="6695" y="13209"/>
                  <a:pt x="6123" y="13783"/>
                  <a:pt x="6123" y="14475"/>
                </a:cubicBezTo>
                <a:cubicBezTo>
                  <a:pt x="6123" y="15170"/>
                  <a:pt x="6695" y="15742"/>
                  <a:pt x="7390" y="15742"/>
                </a:cubicBezTo>
                <a:cubicBezTo>
                  <a:pt x="7872" y="15742"/>
                  <a:pt x="8263" y="15472"/>
                  <a:pt x="8475" y="15078"/>
                </a:cubicBezTo>
                <a:cubicBezTo>
                  <a:pt x="9108" y="15018"/>
                  <a:pt x="9590" y="14475"/>
                  <a:pt x="9590" y="13843"/>
                </a:cubicBezTo>
                <a:lnTo>
                  <a:pt x="10285" y="13843"/>
                </a:lnTo>
                <a:lnTo>
                  <a:pt x="10285" y="15170"/>
                </a:lnTo>
                <a:lnTo>
                  <a:pt x="9650" y="15170"/>
                </a:lnTo>
                <a:lnTo>
                  <a:pt x="9650" y="19633"/>
                </a:lnTo>
                <a:cubicBezTo>
                  <a:pt x="9650" y="20176"/>
                  <a:pt x="10073" y="20598"/>
                  <a:pt x="10586" y="20598"/>
                </a:cubicBezTo>
                <a:cubicBezTo>
                  <a:pt x="11098" y="20598"/>
                  <a:pt x="11520" y="20176"/>
                  <a:pt x="11520" y="19633"/>
                </a:cubicBezTo>
                <a:lnTo>
                  <a:pt x="11520" y="15170"/>
                </a:lnTo>
                <a:lnTo>
                  <a:pt x="10888" y="15170"/>
                </a:lnTo>
                <a:lnTo>
                  <a:pt x="108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 name="Google Shape;630;p54"/>
          <p:cNvGrpSpPr/>
          <p:nvPr/>
        </p:nvGrpSpPr>
        <p:grpSpPr>
          <a:xfrm>
            <a:off x="5299720" y="1661379"/>
            <a:ext cx="491310" cy="351692"/>
            <a:chOff x="6784365" y="1225736"/>
            <a:chExt cx="491310" cy="351692"/>
          </a:xfrm>
        </p:grpSpPr>
        <p:sp>
          <p:nvSpPr>
            <p:cNvPr id="631" name="Google Shape;631;p54"/>
            <p:cNvSpPr/>
            <p:nvPr/>
          </p:nvSpPr>
          <p:spPr>
            <a:xfrm>
              <a:off x="6961308" y="1385412"/>
              <a:ext cx="136684" cy="137352"/>
            </a:xfrm>
            <a:custGeom>
              <a:avLst/>
              <a:gdLst/>
              <a:ahLst/>
              <a:cxnLst/>
              <a:rect l="l" t="t" r="r" b="b"/>
              <a:pathLst>
                <a:path w="5731" h="5759" extrusionOk="0">
                  <a:moveTo>
                    <a:pt x="3197" y="603"/>
                  </a:moveTo>
                  <a:lnTo>
                    <a:pt x="3197" y="2533"/>
                  </a:lnTo>
                  <a:lnTo>
                    <a:pt x="5127" y="2533"/>
                  </a:lnTo>
                  <a:lnTo>
                    <a:pt x="5127" y="3226"/>
                  </a:lnTo>
                  <a:lnTo>
                    <a:pt x="3197" y="3226"/>
                  </a:lnTo>
                  <a:lnTo>
                    <a:pt x="3197" y="5156"/>
                  </a:lnTo>
                  <a:lnTo>
                    <a:pt x="2534" y="5156"/>
                  </a:lnTo>
                  <a:lnTo>
                    <a:pt x="2534" y="3226"/>
                  </a:lnTo>
                  <a:lnTo>
                    <a:pt x="604" y="3226"/>
                  </a:lnTo>
                  <a:lnTo>
                    <a:pt x="604" y="2533"/>
                  </a:lnTo>
                  <a:lnTo>
                    <a:pt x="2534" y="2533"/>
                  </a:lnTo>
                  <a:lnTo>
                    <a:pt x="2534" y="603"/>
                  </a:lnTo>
                  <a:close/>
                  <a:moveTo>
                    <a:pt x="1930" y="0"/>
                  </a:moveTo>
                  <a:lnTo>
                    <a:pt x="1930" y="1930"/>
                  </a:lnTo>
                  <a:lnTo>
                    <a:pt x="0" y="1930"/>
                  </a:lnTo>
                  <a:lnTo>
                    <a:pt x="0" y="3829"/>
                  </a:lnTo>
                  <a:lnTo>
                    <a:pt x="1930" y="3829"/>
                  </a:lnTo>
                  <a:lnTo>
                    <a:pt x="1930" y="5759"/>
                  </a:lnTo>
                  <a:lnTo>
                    <a:pt x="3800" y="5759"/>
                  </a:lnTo>
                  <a:lnTo>
                    <a:pt x="3800" y="3829"/>
                  </a:lnTo>
                  <a:lnTo>
                    <a:pt x="5730" y="3829"/>
                  </a:lnTo>
                  <a:lnTo>
                    <a:pt x="5730" y="1930"/>
                  </a:lnTo>
                  <a:lnTo>
                    <a:pt x="3800" y="1930"/>
                  </a:lnTo>
                  <a:lnTo>
                    <a:pt x="38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54"/>
            <p:cNvSpPr/>
            <p:nvPr/>
          </p:nvSpPr>
          <p:spPr>
            <a:xfrm>
              <a:off x="6784365" y="1225736"/>
              <a:ext cx="491310" cy="351692"/>
            </a:xfrm>
            <a:custGeom>
              <a:avLst/>
              <a:gdLst/>
              <a:ahLst/>
              <a:cxnLst/>
              <a:rect l="l" t="t" r="r" b="b"/>
              <a:pathLst>
                <a:path w="20600" h="14746" extrusionOk="0">
                  <a:moveTo>
                    <a:pt x="12546" y="604"/>
                  </a:moveTo>
                  <a:lnTo>
                    <a:pt x="12546" y="1267"/>
                  </a:lnTo>
                  <a:lnTo>
                    <a:pt x="8023" y="1267"/>
                  </a:lnTo>
                  <a:lnTo>
                    <a:pt x="8023" y="604"/>
                  </a:lnTo>
                  <a:close/>
                  <a:moveTo>
                    <a:pt x="19996" y="3800"/>
                  </a:moveTo>
                  <a:lnTo>
                    <a:pt x="19996" y="5127"/>
                  </a:lnTo>
                  <a:lnTo>
                    <a:pt x="17009" y="5127"/>
                  </a:lnTo>
                  <a:lnTo>
                    <a:pt x="17009" y="4493"/>
                  </a:lnTo>
                  <a:lnTo>
                    <a:pt x="15140" y="4493"/>
                  </a:lnTo>
                  <a:lnTo>
                    <a:pt x="15140" y="5127"/>
                  </a:lnTo>
                  <a:lnTo>
                    <a:pt x="5429" y="5127"/>
                  </a:lnTo>
                  <a:lnTo>
                    <a:pt x="5429" y="4493"/>
                  </a:lnTo>
                  <a:lnTo>
                    <a:pt x="3559" y="4493"/>
                  </a:lnTo>
                  <a:lnTo>
                    <a:pt x="3559" y="5127"/>
                  </a:lnTo>
                  <a:lnTo>
                    <a:pt x="604" y="5127"/>
                  </a:lnTo>
                  <a:lnTo>
                    <a:pt x="604" y="3800"/>
                  </a:lnTo>
                  <a:close/>
                  <a:moveTo>
                    <a:pt x="4826" y="5096"/>
                  </a:moveTo>
                  <a:lnTo>
                    <a:pt x="4826" y="6423"/>
                  </a:lnTo>
                  <a:lnTo>
                    <a:pt x="4162" y="6423"/>
                  </a:lnTo>
                  <a:lnTo>
                    <a:pt x="4162" y="5096"/>
                  </a:lnTo>
                  <a:close/>
                  <a:moveTo>
                    <a:pt x="16406" y="5096"/>
                  </a:moveTo>
                  <a:lnTo>
                    <a:pt x="16406" y="6423"/>
                  </a:lnTo>
                  <a:lnTo>
                    <a:pt x="15743" y="6423"/>
                  </a:lnTo>
                  <a:lnTo>
                    <a:pt x="15743" y="5096"/>
                  </a:lnTo>
                  <a:close/>
                  <a:moveTo>
                    <a:pt x="4826" y="7026"/>
                  </a:moveTo>
                  <a:lnTo>
                    <a:pt x="4826" y="7721"/>
                  </a:lnTo>
                  <a:lnTo>
                    <a:pt x="4162" y="7721"/>
                  </a:lnTo>
                  <a:lnTo>
                    <a:pt x="4162" y="7026"/>
                  </a:lnTo>
                  <a:close/>
                  <a:moveTo>
                    <a:pt x="16406" y="7026"/>
                  </a:moveTo>
                  <a:lnTo>
                    <a:pt x="16406" y="7721"/>
                  </a:lnTo>
                  <a:lnTo>
                    <a:pt x="15743" y="7721"/>
                  </a:lnTo>
                  <a:lnTo>
                    <a:pt x="15743" y="7026"/>
                  </a:lnTo>
                  <a:close/>
                  <a:moveTo>
                    <a:pt x="7419" y="0"/>
                  </a:moveTo>
                  <a:lnTo>
                    <a:pt x="7419" y="3197"/>
                  </a:lnTo>
                  <a:lnTo>
                    <a:pt x="1" y="3197"/>
                  </a:lnTo>
                  <a:lnTo>
                    <a:pt x="1" y="5730"/>
                  </a:lnTo>
                  <a:lnTo>
                    <a:pt x="966" y="5730"/>
                  </a:lnTo>
                  <a:lnTo>
                    <a:pt x="966" y="7359"/>
                  </a:lnTo>
                  <a:lnTo>
                    <a:pt x="1569" y="7359"/>
                  </a:lnTo>
                  <a:lnTo>
                    <a:pt x="1569" y="5730"/>
                  </a:lnTo>
                  <a:lnTo>
                    <a:pt x="3559" y="5730"/>
                  </a:lnTo>
                  <a:lnTo>
                    <a:pt x="3559" y="8324"/>
                  </a:lnTo>
                  <a:lnTo>
                    <a:pt x="5429" y="8324"/>
                  </a:lnTo>
                  <a:lnTo>
                    <a:pt x="5429" y="5730"/>
                  </a:lnTo>
                  <a:lnTo>
                    <a:pt x="15140" y="5730"/>
                  </a:lnTo>
                  <a:lnTo>
                    <a:pt x="15140" y="8324"/>
                  </a:lnTo>
                  <a:lnTo>
                    <a:pt x="17009" y="8324"/>
                  </a:lnTo>
                  <a:lnTo>
                    <a:pt x="17009" y="5730"/>
                  </a:lnTo>
                  <a:lnTo>
                    <a:pt x="19000" y="5730"/>
                  </a:lnTo>
                  <a:lnTo>
                    <a:pt x="19000" y="14143"/>
                  </a:lnTo>
                  <a:lnTo>
                    <a:pt x="1569" y="14143"/>
                  </a:lnTo>
                  <a:lnTo>
                    <a:pt x="1569" y="8625"/>
                  </a:lnTo>
                  <a:lnTo>
                    <a:pt x="966" y="8625"/>
                  </a:lnTo>
                  <a:lnTo>
                    <a:pt x="966" y="14746"/>
                  </a:lnTo>
                  <a:lnTo>
                    <a:pt x="19603" y="14746"/>
                  </a:lnTo>
                  <a:lnTo>
                    <a:pt x="19603" y="5730"/>
                  </a:lnTo>
                  <a:lnTo>
                    <a:pt x="20599" y="5730"/>
                  </a:lnTo>
                  <a:lnTo>
                    <a:pt x="20599" y="3197"/>
                  </a:lnTo>
                  <a:lnTo>
                    <a:pt x="8023" y="3197"/>
                  </a:lnTo>
                  <a:lnTo>
                    <a:pt x="8023" y="1870"/>
                  </a:lnTo>
                  <a:lnTo>
                    <a:pt x="12546" y="1870"/>
                  </a:lnTo>
                  <a:lnTo>
                    <a:pt x="12546" y="2835"/>
                  </a:lnTo>
                  <a:lnTo>
                    <a:pt x="13149" y="2835"/>
                  </a:lnTo>
                  <a:lnTo>
                    <a:pt x="13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4"/>
            <p:cNvSpPr/>
            <p:nvPr/>
          </p:nvSpPr>
          <p:spPr>
            <a:xfrm>
              <a:off x="6823216" y="1324237"/>
              <a:ext cx="14405" cy="15169"/>
            </a:xfrm>
            <a:custGeom>
              <a:avLst/>
              <a:gdLst/>
              <a:ahLst/>
              <a:cxnLst/>
              <a:rect l="l" t="t" r="r" b="b"/>
              <a:pathLst>
                <a:path w="604" h="636" extrusionOk="0">
                  <a:moveTo>
                    <a:pt x="0" y="1"/>
                  </a:moveTo>
                  <a:lnTo>
                    <a:pt x="0" y="635"/>
                  </a:lnTo>
                  <a:lnTo>
                    <a:pt x="603" y="635"/>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4"/>
            <p:cNvSpPr/>
            <p:nvPr/>
          </p:nvSpPr>
          <p:spPr>
            <a:xfrm>
              <a:off x="7221678" y="1324237"/>
              <a:ext cx="14405" cy="15169"/>
            </a:xfrm>
            <a:custGeom>
              <a:avLst/>
              <a:gdLst/>
              <a:ahLst/>
              <a:cxnLst/>
              <a:rect l="l" t="t" r="r" b="b"/>
              <a:pathLst>
                <a:path w="604" h="636" extrusionOk="0">
                  <a:moveTo>
                    <a:pt x="0" y="1"/>
                  </a:moveTo>
                  <a:lnTo>
                    <a:pt x="0" y="635"/>
                  </a:lnTo>
                  <a:lnTo>
                    <a:pt x="603" y="635"/>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4"/>
            <p:cNvSpPr/>
            <p:nvPr/>
          </p:nvSpPr>
          <p:spPr>
            <a:xfrm>
              <a:off x="6922456" y="1539316"/>
              <a:ext cx="230200" cy="14405"/>
            </a:xfrm>
            <a:custGeom>
              <a:avLst/>
              <a:gdLst/>
              <a:ahLst/>
              <a:cxnLst/>
              <a:rect l="l" t="t" r="r" b="b"/>
              <a:pathLst>
                <a:path w="9652" h="604" extrusionOk="0">
                  <a:moveTo>
                    <a:pt x="1" y="1"/>
                  </a:moveTo>
                  <a:lnTo>
                    <a:pt x="1" y="604"/>
                  </a:lnTo>
                  <a:lnTo>
                    <a:pt x="9651" y="604"/>
                  </a:lnTo>
                  <a:lnTo>
                    <a:pt x="96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 name="Google Shape;636;p54"/>
          <p:cNvGrpSpPr/>
          <p:nvPr/>
        </p:nvGrpSpPr>
        <p:grpSpPr>
          <a:xfrm>
            <a:off x="7365874" y="1591582"/>
            <a:ext cx="252452" cy="491286"/>
            <a:chOff x="7606498" y="1155951"/>
            <a:chExt cx="252452" cy="491286"/>
          </a:xfrm>
        </p:grpSpPr>
        <p:sp>
          <p:nvSpPr>
            <p:cNvPr id="637" name="Google Shape;637;p54"/>
            <p:cNvSpPr/>
            <p:nvPr/>
          </p:nvSpPr>
          <p:spPr>
            <a:xfrm>
              <a:off x="7660399" y="1301985"/>
              <a:ext cx="168333" cy="168309"/>
            </a:xfrm>
            <a:custGeom>
              <a:avLst/>
              <a:gdLst/>
              <a:ahLst/>
              <a:cxnLst/>
              <a:rect l="l" t="t" r="r" b="b"/>
              <a:pathLst>
                <a:path w="7058" h="7057" extrusionOk="0">
                  <a:moveTo>
                    <a:pt x="3530" y="632"/>
                  </a:moveTo>
                  <a:cubicBezTo>
                    <a:pt x="4254" y="632"/>
                    <a:pt x="4886" y="873"/>
                    <a:pt x="5400" y="1327"/>
                  </a:cubicBezTo>
                  <a:lnTo>
                    <a:pt x="1661" y="1327"/>
                  </a:lnTo>
                  <a:cubicBezTo>
                    <a:pt x="2172" y="873"/>
                    <a:pt x="2807" y="632"/>
                    <a:pt x="3530" y="632"/>
                  </a:cubicBezTo>
                  <a:close/>
                  <a:moveTo>
                    <a:pt x="5943" y="1930"/>
                  </a:moveTo>
                  <a:cubicBezTo>
                    <a:pt x="6093" y="2111"/>
                    <a:pt x="6213" y="2321"/>
                    <a:pt x="6274" y="2593"/>
                  </a:cubicBezTo>
                  <a:lnTo>
                    <a:pt x="785" y="2593"/>
                  </a:lnTo>
                  <a:cubicBezTo>
                    <a:pt x="845" y="2321"/>
                    <a:pt x="966" y="2111"/>
                    <a:pt x="1118" y="1930"/>
                  </a:cubicBezTo>
                  <a:close/>
                  <a:moveTo>
                    <a:pt x="6426" y="3197"/>
                  </a:moveTo>
                  <a:cubicBezTo>
                    <a:pt x="6426" y="3286"/>
                    <a:pt x="6455" y="3438"/>
                    <a:pt x="6455" y="3559"/>
                  </a:cubicBezTo>
                  <a:cubicBezTo>
                    <a:pt x="6455" y="3648"/>
                    <a:pt x="6426" y="3768"/>
                    <a:pt x="6426" y="3889"/>
                  </a:cubicBezTo>
                  <a:lnTo>
                    <a:pt x="635" y="3889"/>
                  </a:lnTo>
                  <a:cubicBezTo>
                    <a:pt x="635" y="3768"/>
                    <a:pt x="604" y="3648"/>
                    <a:pt x="604" y="3559"/>
                  </a:cubicBezTo>
                  <a:cubicBezTo>
                    <a:pt x="604" y="3438"/>
                    <a:pt x="635" y="3286"/>
                    <a:pt x="635" y="3197"/>
                  </a:cubicBezTo>
                  <a:close/>
                  <a:moveTo>
                    <a:pt x="6274" y="4492"/>
                  </a:moveTo>
                  <a:cubicBezTo>
                    <a:pt x="6213" y="4733"/>
                    <a:pt x="6093" y="4946"/>
                    <a:pt x="5943" y="5187"/>
                  </a:cubicBezTo>
                  <a:lnTo>
                    <a:pt x="1118" y="5187"/>
                  </a:lnTo>
                  <a:cubicBezTo>
                    <a:pt x="966" y="4946"/>
                    <a:pt x="845" y="4733"/>
                    <a:pt x="785" y="4492"/>
                  </a:cubicBezTo>
                  <a:close/>
                  <a:moveTo>
                    <a:pt x="5400" y="5790"/>
                  </a:moveTo>
                  <a:cubicBezTo>
                    <a:pt x="4886" y="6181"/>
                    <a:pt x="4254" y="6454"/>
                    <a:pt x="3530" y="6454"/>
                  </a:cubicBezTo>
                  <a:cubicBezTo>
                    <a:pt x="2807" y="6454"/>
                    <a:pt x="2172" y="6181"/>
                    <a:pt x="1661" y="5790"/>
                  </a:cubicBezTo>
                  <a:close/>
                  <a:moveTo>
                    <a:pt x="3530" y="0"/>
                  </a:moveTo>
                  <a:cubicBezTo>
                    <a:pt x="1600" y="0"/>
                    <a:pt x="1" y="1597"/>
                    <a:pt x="1" y="3527"/>
                  </a:cubicBezTo>
                  <a:cubicBezTo>
                    <a:pt x="1" y="5457"/>
                    <a:pt x="1600" y="7057"/>
                    <a:pt x="3530" y="7057"/>
                  </a:cubicBezTo>
                  <a:cubicBezTo>
                    <a:pt x="5461" y="7057"/>
                    <a:pt x="7058" y="5457"/>
                    <a:pt x="7058" y="3527"/>
                  </a:cubicBezTo>
                  <a:cubicBezTo>
                    <a:pt x="7058" y="1597"/>
                    <a:pt x="5461" y="0"/>
                    <a:pt x="3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54"/>
            <p:cNvSpPr/>
            <p:nvPr/>
          </p:nvSpPr>
          <p:spPr>
            <a:xfrm>
              <a:off x="7606498" y="1155951"/>
              <a:ext cx="252452" cy="491286"/>
            </a:xfrm>
            <a:custGeom>
              <a:avLst/>
              <a:gdLst/>
              <a:ahLst/>
              <a:cxnLst/>
              <a:rect l="l" t="t" r="r" b="b"/>
              <a:pathLst>
                <a:path w="10585" h="20599" extrusionOk="0">
                  <a:moveTo>
                    <a:pt x="2562" y="4162"/>
                  </a:moveTo>
                  <a:cubicBezTo>
                    <a:pt x="2743" y="4162"/>
                    <a:pt x="2895" y="4314"/>
                    <a:pt x="2895" y="4495"/>
                  </a:cubicBezTo>
                  <a:lnTo>
                    <a:pt x="2895" y="4856"/>
                  </a:lnTo>
                  <a:lnTo>
                    <a:pt x="2201" y="4856"/>
                  </a:lnTo>
                  <a:lnTo>
                    <a:pt x="2201" y="4495"/>
                  </a:lnTo>
                  <a:cubicBezTo>
                    <a:pt x="2201" y="4314"/>
                    <a:pt x="2353" y="4162"/>
                    <a:pt x="2562" y="4162"/>
                  </a:cubicBezTo>
                  <a:close/>
                  <a:moveTo>
                    <a:pt x="5127" y="4162"/>
                  </a:moveTo>
                  <a:cubicBezTo>
                    <a:pt x="5308" y="4162"/>
                    <a:pt x="5458" y="4314"/>
                    <a:pt x="5458" y="4495"/>
                  </a:cubicBezTo>
                  <a:lnTo>
                    <a:pt x="5458" y="4856"/>
                  </a:lnTo>
                  <a:lnTo>
                    <a:pt x="4794" y="4856"/>
                  </a:lnTo>
                  <a:lnTo>
                    <a:pt x="4794" y="4495"/>
                  </a:lnTo>
                  <a:cubicBezTo>
                    <a:pt x="4794" y="4314"/>
                    <a:pt x="4946" y="4162"/>
                    <a:pt x="5127" y="4162"/>
                  </a:cubicBezTo>
                  <a:close/>
                  <a:moveTo>
                    <a:pt x="965" y="7390"/>
                  </a:moveTo>
                  <a:lnTo>
                    <a:pt x="965" y="10647"/>
                  </a:lnTo>
                  <a:lnTo>
                    <a:pt x="603" y="10647"/>
                  </a:lnTo>
                  <a:lnTo>
                    <a:pt x="603" y="7390"/>
                  </a:lnTo>
                  <a:close/>
                  <a:moveTo>
                    <a:pt x="9981" y="5460"/>
                  </a:moveTo>
                  <a:lnTo>
                    <a:pt x="9981" y="13872"/>
                  </a:lnTo>
                  <a:lnTo>
                    <a:pt x="9016" y="13872"/>
                  </a:lnTo>
                  <a:lnTo>
                    <a:pt x="9016" y="14475"/>
                  </a:lnTo>
                  <a:lnTo>
                    <a:pt x="9981" y="14475"/>
                  </a:lnTo>
                  <a:lnTo>
                    <a:pt x="9981" y="19995"/>
                  </a:lnTo>
                  <a:lnTo>
                    <a:pt x="1569" y="19995"/>
                  </a:lnTo>
                  <a:lnTo>
                    <a:pt x="1569" y="14475"/>
                  </a:lnTo>
                  <a:lnTo>
                    <a:pt x="7721" y="14475"/>
                  </a:lnTo>
                  <a:lnTo>
                    <a:pt x="7721" y="13872"/>
                  </a:lnTo>
                  <a:lnTo>
                    <a:pt x="1569" y="13872"/>
                  </a:lnTo>
                  <a:lnTo>
                    <a:pt x="1569" y="5460"/>
                  </a:lnTo>
                  <a:close/>
                  <a:moveTo>
                    <a:pt x="8987" y="0"/>
                  </a:moveTo>
                  <a:cubicBezTo>
                    <a:pt x="8473" y="0"/>
                    <a:pt x="8051" y="422"/>
                    <a:pt x="8051" y="936"/>
                  </a:cubicBezTo>
                  <a:lnTo>
                    <a:pt x="8051" y="4495"/>
                  </a:lnTo>
                  <a:lnTo>
                    <a:pt x="8654" y="4495"/>
                  </a:lnTo>
                  <a:lnTo>
                    <a:pt x="8654" y="936"/>
                  </a:lnTo>
                  <a:cubicBezTo>
                    <a:pt x="8654" y="755"/>
                    <a:pt x="8806" y="603"/>
                    <a:pt x="8987" y="603"/>
                  </a:cubicBezTo>
                  <a:cubicBezTo>
                    <a:pt x="9168" y="603"/>
                    <a:pt x="9318" y="755"/>
                    <a:pt x="9318" y="936"/>
                  </a:cubicBezTo>
                  <a:lnTo>
                    <a:pt x="9318" y="4856"/>
                  </a:lnTo>
                  <a:lnTo>
                    <a:pt x="6061" y="4856"/>
                  </a:lnTo>
                  <a:lnTo>
                    <a:pt x="6061" y="4495"/>
                  </a:lnTo>
                  <a:cubicBezTo>
                    <a:pt x="6061" y="3981"/>
                    <a:pt x="5638" y="3558"/>
                    <a:pt x="5127" y="3558"/>
                  </a:cubicBezTo>
                  <a:cubicBezTo>
                    <a:pt x="4613" y="3558"/>
                    <a:pt x="4191" y="3981"/>
                    <a:pt x="4191" y="4495"/>
                  </a:cubicBezTo>
                  <a:lnTo>
                    <a:pt x="4191" y="4856"/>
                  </a:lnTo>
                  <a:lnTo>
                    <a:pt x="3499" y="4856"/>
                  </a:lnTo>
                  <a:lnTo>
                    <a:pt x="3499" y="4495"/>
                  </a:lnTo>
                  <a:cubicBezTo>
                    <a:pt x="3499" y="3981"/>
                    <a:pt x="3076" y="3558"/>
                    <a:pt x="2562" y="3558"/>
                  </a:cubicBezTo>
                  <a:cubicBezTo>
                    <a:pt x="2020" y="3558"/>
                    <a:pt x="1597" y="3981"/>
                    <a:pt x="1597" y="4495"/>
                  </a:cubicBezTo>
                  <a:lnTo>
                    <a:pt x="1597" y="4856"/>
                  </a:lnTo>
                  <a:lnTo>
                    <a:pt x="965" y="4856"/>
                  </a:lnTo>
                  <a:lnTo>
                    <a:pt x="965" y="6786"/>
                  </a:lnTo>
                  <a:lnTo>
                    <a:pt x="0" y="6786"/>
                  </a:lnTo>
                  <a:lnTo>
                    <a:pt x="0" y="11250"/>
                  </a:lnTo>
                  <a:lnTo>
                    <a:pt x="965" y="11250"/>
                  </a:lnTo>
                  <a:lnTo>
                    <a:pt x="965" y="20598"/>
                  </a:lnTo>
                  <a:lnTo>
                    <a:pt x="10584" y="20598"/>
                  </a:lnTo>
                  <a:lnTo>
                    <a:pt x="10584" y="4856"/>
                  </a:lnTo>
                  <a:lnTo>
                    <a:pt x="9921" y="4856"/>
                  </a:lnTo>
                  <a:lnTo>
                    <a:pt x="9921" y="936"/>
                  </a:lnTo>
                  <a:cubicBezTo>
                    <a:pt x="9921" y="422"/>
                    <a:pt x="9499" y="0"/>
                    <a:pt x="89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54"/>
            <p:cNvSpPr/>
            <p:nvPr/>
          </p:nvSpPr>
          <p:spPr>
            <a:xfrm>
              <a:off x="7668341" y="1532137"/>
              <a:ext cx="60460" cy="60436"/>
            </a:xfrm>
            <a:custGeom>
              <a:avLst/>
              <a:gdLst/>
              <a:ahLst/>
              <a:cxnLst/>
              <a:rect l="l" t="t" r="r" b="b"/>
              <a:pathLst>
                <a:path w="2535" h="2534" extrusionOk="0">
                  <a:moveTo>
                    <a:pt x="1267" y="603"/>
                  </a:moveTo>
                  <a:cubicBezTo>
                    <a:pt x="1629" y="603"/>
                    <a:pt x="1931" y="905"/>
                    <a:pt x="1931" y="1267"/>
                  </a:cubicBezTo>
                  <a:cubicBezTo>
                    <a:pt x="1931" y="1629"/>
                    <a:pt x="1629" y="1930"/>
                    <a:pt x="1267" y="1930"/>
                  </a:cubicBezTo>
                  <a:cubicBezTo>
                    <a:pt x="906" y="1930"/>
                    <a:pt x="604" y="1629"/>
                    <a:pt x="604" y="1267"/>
                  </a:cubicBezTo>
                  <a:cubicBezTo>
                    <a:pt x="604" y="905"/>
                    <a:pt x="906" y="603"/>
                    <a:pt x="1267" y="603"/>
                  </a:cubicBezTo>
                  <a:close/>
                  <a:moveTo>
                    <a:pt x="1267" y="0"/>
                  </a:moveTo>
                  <a:cubicBezTo>
                    <a:pt x="573" y="0"/>
                    <a:pt x="1" y="572"/>
                    <a:pt x="1" y="1267"/>
                  </a:cubicBezTo>
                  <a:cubicBezTo>
                    <a:pt x="1" y="1959"/>
                    <a:pt x="573" y="2533"/>
                    <a:pt x="1267" y="2533"/>
                  </a:cubicBezTo>
                  <a:cubicBezTo>
                    <a:pt x="1960" y="2533"/>
                    <a:pt x="2534" y="1959"/>
                    <a:pt x="2534" y="1267"/>
                  </a:cubicBezTo>
                  <a:cubicBezTo>
                    <a:pt x="2534" y="572"/>
                    <a:pt x="1960" y="0"/>
                    <a:pt x="12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54"/>
            <p:cNvSpPr/>
            <p:nvPr/>
          </p:nvSpPr>
          <p:spPr>
            <a:xfrm>
              <a:off x="7760402" y="1532137"/>
              <a:ext cx="60460" cy="60436"/>
            </a:xfrm>
            <a:custGeom>
              <a:avLst/>
              <a:gdLst/>
              <a:ahLst/>
              <a:cxnLst/>
              <a:rect l="l" t="t" r="r" b="b"/>
              <a:pathLst>
                <a:path w="2535" h="2534" extrusionOk="0">
                  <a:moveTo>
                    <a:pt x="1268" y="603"/>
                  </a:moveTo>
                  <a:cubicBezTo>
                    <a:pt x="1629" y="603"/>
                    <a:pt x="1931" y="905"/>
                    <a:pt x="1931" y="1267"/>
                  </a:cubicBezTo>
                  <a:cubicBezTo>
                    <a:pt x="1931" y="1629"/>
                    <a:pt x="1629" y="1930"/>
                    <a:pt x="1268" y="1930"/>
                  </a:cubicBezTo>
                  <a:cubicBezTo>
                    <a:pt x="906" y="1930"/>
                    <a:pt x="604" y="1629"/>
                    <a:pt x="604" y="1267"/>
                  </a:cubicBezTo>
                  <a:cubicBezTo>
                    <a:pt x="604" y="905"/>
                    <a:pt x="906" y="603"/>
                    <a:pt x="1268" y="603"/>
                  </a:cubicBezTo>
                  <a:close/>
                  <a:moveTo>
                    <a:pt x="1268" y="0"/>
                  </a:moveTo>
                  <a:cubicBezTo>
                    <a:pt x="573" y="0"/>
                    <a:pt x="1" y="572"/>
                    <a:pt x="1" y="1267"/>
                  </a:cubicBezTo>
                  <a:cubicBezTo>
                    <a:pt x="1" y="1959"/>
                    <a:pt x="573" y="2533"/>
                    <a:pt x="1268" y="2533"/>
                  </a:cubicBezTo>
                  <a:cubicBezTo>
                    <a:pt x="1960" y="2533"/>
                    <a:pt x="2534" y="1959"/>
                    <a:pt x="2534" y="1267"/>
                  </a:cubicBezTo>
                  <a:cubicBezTo>
                    <a:pt x="2534" y="572"/>
                    <a:pt x="1960" y="0"/>
                    <a:pt x="1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54"/>
            <p:cNvSpPr/>
            <p:nvPr/>
          </p:nvSpPr>
          <p:spPr>
            <a:xfrm>
              <a:off x="7660399" y="1294042"/>
              <a:ext cx="14429" cy="15145"/>
            </a:xfrm>
            <a:custGeom>
              <a:avLst/>
              <a:gdLst/>
              <a:ahLst/>
              <a:cxnLst/>
              <a:rect l="l" t="t" r="r" b="b"/>
              <a:pathLst>
                <a:path w="605" h="635" extrusionOk="0">
                  <a:moveTo>
                    <a:pt x="1" y="0"/>
                  </a:moveTo>
                  <a:lnTo>
                    <a:pt x="1" y="635"/>
                  </a:lnTo>
                  <a:lnTo>
                    <a:pt x="604" y="635"/>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4"/>
            <p:cNvSpPr/>
            <p:nvPr/>
          </p:nvSpPr>
          <p:spPr>
            <a:xfrm>
              <a:off x="7813635" y="1601183"/>
              <a:ext cx="14405" cy="15097"/>
            </a:xfrm>
            <a:custGeom>
              <a:avLst/>
              <a:gdLst/>
              <a:ahLst/>
              <a:cxnLst/>
              <a:rect l="l" t="t" r="r" b="b"/>
              <a:pathLst>
                <a:path w="604" h="633" extrusionOk="0">
                  <a:moveTo>
                    <a:pt x="1" y="0"/>
                  </a:moveTo>
                  <a:lnTo>
                    <a:pt x="1" y="632"/>
                  </a:lnTo>
                  <a:lnTo>
                    <a:pt x="604" y="632"/>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43" name="Google Shape;643;p54"/>
          <p:cNvCxnSpPr>
            <a:stCxn id="603" idx="0"/>
            <a:endCxn id="615" idx="4"/>
          </p:cNvCxnSpPr>
          <p:nvPr/>
        </p:nvCxnSpPr>
        <p:spPr>
          <a:xfrm rot="10800000">
            <a:off x="1651927" y="2241148"/>
            <a:ext cx="0" cy="459300"/>
          </a:xfrm>
          <a:prstGeom prst="straightConnector1">
            <a:avLst/>
          </a:prstGeom>
          <a:noFill/>
          <a:ln w="19050" cap="flat" cmpd="sng">
            <a:solidFill>
              <a:schemeClr val="accent1"/>
            </a:solidFill>
            <a:prstDash val="solid"/>
            <a:round/>
            <a:headEnd type="oval" w="med" len="med"/>
            <a:tailEnd type="none" w="med" len="med"/>
          </a:ln>
        </p:spPr>
      </p:cxnSp>
      <p:cxnSp>
        <p:nvCxnSpPr>
          <p:cNvPr id="644" name="Google Shape;644;p54"/>
          <p:cNvCxnSpPr>
            <a:stCxn id="605" idx="0"/>
            <a:endCxn id="616" idx="4"/>
          </p:cNvCxnSpPr>
          <p:nvPr/>
        </p:nvCxnSpPr>
        <p:spPr>
          <a:xfrm rot="10800000">
            <a:off x="3598643" y="2241156"/>
            <a:ext cx="0" cy="459300"/>
          </a:xfrm>
          <a:prstGeom prst="straightConnector1">
            <a:avLst/>
          </a:prstGeom>
          <a:noFill/>
          <a:ln w="19050" cap="flat" cmpd="sng">
            <a:solidFill>
              <a:schemeClr val="accent1"/>
            </a:solidFill>
            <a:prstDash val="solid"/>
            <a:round/>
            <a:headEnd type="oval" w="med" len="med"/>
            <a:tailEnd type="none" w="med" len="med"/>
          </a:ln>
        </p:spPr>
      </p:cxnSp>
      <p:cxnSp>
        <p:nvCxnSpPr>
          <p:cNvPr id="645" name="Google Shape;645;p54"/>
          <p:cNvCxnSpPr>
            <a:stCxn id="607" idx="0"/>
            <a:endCxn id="617" idx="4"/>
          </p:cNvCxnSpPr>
          <p:nvPr/>
        </p:nvCxnSpPr>
        <p:spPr>
          <a:xfrm rot="10800000">
            <a:off x="5545359" y="2241148"/>
            <a:ext cx="0" cy="459300"/>
          </a:xfrm>
          <a:prstGeom prst="straightConnector1">
            <a:avLst/>
          </a:prstGeom>
          <a:noFill/>
          <a:ln w="19050" cap="flat" cmpd="sng">
            <a:solidFill>
              <a:schemeClr val="accent1"/>
            </a:solidFill>
            <a:prstDash val="solid"/>
            <a:round/>
            <a:headEnd type="oval" w="med" len="med"/>
            <a:tailEnd type="none" w="med" len="med"/>
          </a:ln>
        </p:spPr>
      </p:cxnSp>
      <p:cxnSp>
        <p:nvCxnSpPr>
          <p:cNvPr id="646" name="Google Shape;646;p54"/>
          <p:cNvCxnSpPr>
            <a:stCxn id="609" idx="0"/>
            <a:endCxn id="618" idx="4"/>
          </p:cNvCxnSpPr>
          <p:nvPr/>
        </p:nvCxnSpPr>
        <p:spPr>
          <a:xfrm rot="10800000">
            <a:off x="7492075" y="2241156"/>
            <a:ext cx="0" cy="459300"/>
          </a:xfrm>
          <a:prstGeom prst="straightConnector1">
            <a:avLst/>
          </a:prstGeom>
          <a:noFill/>
          <a:ln w="19050" cap="flat" cmpd="sng">
            <a:solidFill>
              <a:schemeClr val="accent1"/>
            </a:solidFill>
            <a:prstDash val="solid"/>
            <a:round/>
            <a:headEnd type="oval"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50"/>
        <p:cNvGrpSpPr/>
        <p:nvPr/>
      </p:nvGrpSpPr>
      <p:grpSpPr>
        <a:xfrm>
          <a:off x="0" y="0"/>
          <a:ext cx="0" cy="0"/>
          <a:chOff x="0" y="0"/>
          <a:chExt cx="0" cy="0"/>
        </a:xfrm>
      </p:grpSpPr>
      <p:sp>
        <p:nvSpPr>
          <p:cNvPr id="651" name="Google Shape;651;p55"/>
          <p:cNvSpPr/>
          <p:nvPr/>
        </p:nvSpPr>
        <p:spPr>
          <a:xfrm>
            <a:off x="1029883" y="146908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5"/>
          <p:cNvSpPr/>
          <p:nvPr/>
        </p:nvSpPr>
        <p:spPr>
          <a:xfrm>
            <a:off x="1029883" y="2518797"/>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5"/>
          <p:cNvSpPr/>
          <p:nvPr/>
        </p:nvSpPr>
        <p:spPr>
          <a:xfrm>
            <a:off x="1029883" y="3555272"/>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Infographics are helpful</a:t>
            </a:r>
            <a:endParaRPr/>
          </a:p>
        </p:txBody>
      </p:sp>
      <p:sp>
        <p:nvSpPr>
          <p:cNvPr id="655" name="Google Shape;655;p55"/>
          <p:cNvSpPr txBox="1"/>
          <p:nvPr/>
        </p:nvSpPr>
        <p:spPr>
          <a:xfrm flipH="1">
            <a:off x="6283648" y="1436200"/>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656" name="Google Shape;656;p55"/>
          <p:cNvSpPr txBox="1"/>
          <p:nvPr/>
        </p:nvSpPr>
        <p:spPr>
          <a:xfrm flipH="1">
            <a:off x="6283648" y="1715081"/>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657" name="Google Shape;657;p55"/>
          <p:cNvSpPr txBox="1"/>
          <p:nvPr/>
        </p:nvSpPr>
        <p:spPr>
          <a:xfrm flipH="1">
            <a:off x="6283648" y="2515481"/>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658" name="Google Shape;658;p55"/>
          <p:cNvSpPr txBox="1"/>
          <p:nvPr/>
        </p:nvSpPr>
        <p:spPr>
          <a:xfrm flipH="1">
            <a:off x="6283648" y="2792813"/>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659" name="Google Shape;659;p55"/>
          <p:cNvSpPr txBox="1"/>
          <p:nvPr/>
        </p:nvSpPr>
        <p:spPr>
          <a:xfrm flipH="1">
            <a:off x="6283648" y="3600925"/>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660" name="Google Shape;660;p55"/>
          <p:cNvSpPr txBox="1"/>
          <p:nvPr/>
        </p:nvSpPr>
        <p:spPr>
          <a:xfrm flipH="1">
            <a:off x="6283648" y="3879806"/>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grpSp>
        <p:nvGrpSpPr>
          <p:cNvPr id="661" name="Google Shape;661;p55"/>
          <p:cNvGrpSpPr/>
          <p:nvPr/>
        </p:nvGrpSpPr>
        <p:grpSpPr>
          <a:xfrm>
            <a:off x="1188165" y="1641415"/>
            <a:ext cx="491310" cy="463215"/>
            <a:chOff x="6082388" y="1909015"/>
            <a:chExt cx="491310" cy="463215"/>
          </a:xfrm>
        </p:grpSpPr>
        <p:sp>
          <p:nvSpPr>
            <p:cNvPr id="662" name="Google Shape;662;p55"/>
            <p:cNvSpPr/>
            <p:nvPr/>
          </p:nvSpPr>
          <p:spPr>
            <a:xfrm>
              <a:off x="6082388" y="1909015"/>
              <a:ext cx="491310" cy="463215"/>
            </a:xfrm>
            <a:custGeom>
              <a:avLst/>
              <a:gdLst/>
              <a:ahLst/>
              <a:cxnLst/>
              <a:rect l="l" t="t" r="r" b="b"/>
              <a:pathLst>
                <a:path w="20600" h="19422" extrusionOk="0">
                  <a:moveTo>
                    <a:pt x="19996" y="874"/>
                  </a:moveTo>
                  <a:lnTo>
                    <a:pt x="19996" y="4734"/>
                  </a:lnTo>
                  <a:lnTo>
                    <a:pt x="15412" y="6454"/>
                  </a:lnTo>
                  <a:lnTo>
                    <a:pt x="15412" y="2594"/>
                  </a:lnTo>
                  <a:lnTo>
                    <a:pt x="19996" y="874"/>
                  </a:lnTo>
                  <a:close/>
                  <a:moveTo>
                    <a:pt x="9019" y="5368"/>
                  </a:moveTo>
                  <a:lnTo>
                    <a:pt x="9019" y="7146"/>
                  </a:lnTo>
                  <a:cubicBezTo>
                    <a:pt x="8717" y="6603"/>
                    <a:pt x="8324" y="6152"/>
                    <a:pt x="7873" y="5759"/>
                  </a:cubicBezTo>
                  <a:lnTo>
                    <a:pt x="9019" y="5368"/>
                  </a:lnTo>
                  <a:close/>
                  <a:moveTo>
                    <a:pt x="19996" y="5368"/>
                  </a:moveTo>
                  <a:lnTo>
                    <a:pt x="19996" y="9228"/>
                  </a:lnTo>
                  <a:lnTo>
                    <a:pt x="15412" y="10946"/>
                  </a:lnTo>
                  <a:lnTo>
                    <a:pt x="15412" y="8172"/>
                  </a:lnTo>
                  <a:lnTo>
                    <a:pt x="14809" y="8172"/>
                  </a:lnTo>
                  <a:lnTo>
                    <a:pt x="14809" y="10946"/>
                  </a:lnTo>
                  <a:lnTo>
                    <a:pt x="9622" y="9228"/>
                  </a:lnTo>
                  <a:lnTo>
                    <a:pt x="9622" y="5368"/>
                  </a:lnTo>
                  <a:lnTo>
                    <a:pt x="15139" y="7207"/>
                  </a:lnTo>
                  <a:lnTo>
                    <a:pt x="19996" y="5368"/>
                  </a:lnTo>
                  <a:close/>
                  <a:moveTo>
                    <a:pt x="4826" y="5248"/>
                  </a:moveTo>
                  <a:cubicBezTo>
                    <a:pt x="5702" y="5248"/>
                    <a:pt x="6486" y="5518"/>
                    <a:pt x="7178" y="5971"/>
                  </a:cubicBezTo>
                  <a:lnTo>
                    <a:pt x="7178" y="6000"/>
                  </a:lnTo>
                  <a:cubicBezTo>
                    <a:pt x="8295" y="6755"/>
                    <a:pt x="9019" y="8022"/>
                    <a:pt x="9019" y="9438"/>
                  </a:cubicBezTo>
                  <a:cubicBezTo>
                    <a:pt x="9019" y="11761"/>
                    <a:pt x="7118" y="13660"/>
                    <a:pt x="4826" y="13660"/>
                  </a:cubicBezTo>
                  <a:cubicBezTo>
                    <a:pt x="2505" y="13660"/>
                    <a:pt x="604" y="11761"/>
                    <a:pt x="604" y="9438"/>
                  </a:cubicBezTo>
                  <a:cubicBezTo>
                    <a:pt x="604" y="7117"/>
                    <a:pt x="2505" y="5248"/>
                    <a:pt x="4826" y="5248"/>
                  </a:cubicBezTo>
                  <a:close/>
                  <a:moveTo>
                    <a:pt x="9622" y="9860"/>
                  </a:moveTo>
                  <a:lnTo>
                    <a:pt x="14809" y="11580"/>
                  </a:lnTo>
                  <a:lnTo>
                    <a:pt x="14809" y="15441"/>
                  </a:lnTo>
                  <a:lnTo>
                    <a:pt x="9622" y="13720"/>
                  </a:lnTo>
                  <a:lnTo>
                    <a:pt x="9622" y="9860"/>
                  </a:lnTo>
                  <a:close/>
                  <a:moveTo>
                    <a:pt x="19996" y="9892"/>
                  </a:moveTo>
                  <a:lnTo>
                    <a:pt x="19996" y="13752"/>
                  </a:lnTo>
                  <a:lnTo>
                    <a:pt x="15412" y="15441"/>
                  </a:lnTo>
                  <a:lnTo>
                    <a:pt x="15412" y="11580"/>
                  </a:lnTo>
                  <a:lnTo>
                    <a:pt x="19996" y="9892"/>
                  </a:lnTo>
                  <a:close/>
                  <a:moveTo>
                    <a:pt x="5460" y="14203"/>
                  </a:moveTo>
                  <a:lnTo>
                    <a:pt x="5460" y="18818"/>
                  </a:lnTo>
                  <a:lnTo>
                    <a:pt x="4162" y="18818"/>
                  </a:lnTo>
                  <a:lnTo>
                    <a:pt x="4162" y="14203"/>
                  </a:lnTo>
                  <a:cubicBezTo>
                    <a:pt x="4404" y="14234"/>
                    <a:pt x="4585" y="14263"/>
                    <a:pt x="4797" y="14263"/>
                  </a:cubicBezTo>
                  <a:cubicBezTo>
                    <a:pt x="5038" y="14263"/>
                    <a:pt x="5279" y="14234"/>
                    <a:pt x="5460" y="14203"/>
                  </a:cubicBezTo>
                  <a:close/>
                  <a:moveTo>
                    <a:pt x="20599" y="0"/>
                  </a:moveTo>
                  <a:lnTo>
                    <a:pt x="15139" y="2051"/>
                  </a:lnTo>
                  <a:lnTo>
                    <a:pt x="9349" y="121"/>
                  </a:lnTo>
                  <a:lnTo>
                    <a:pt x="3258" y="2172"/>
                  </a:lnTo>
                  <a:lnTo>
                    <a:pt x="3258" y="4311"/>
                  </a:lnTo>
                  <a:lnTo>
                    <a:pt x="3861" y="4311"/>
                  </a:lnTo>
                  <a:lnTo>
                    <a:pt x="3861" y="2594"/>
                  </a:lnTo>
                  <a:lnTo>
                    <a:pt x="9019" y="874"/>
                  </a:lnTo>
                  <a:lnTo>
                    <a:pt x="9019" y="3648"/>
                  </a:lnTo>
                  <a:lnTo>
                    <a:pt x="9622" y="3648"/>
                  </a:lnTo>
                  <a:lnTo>
                    <a:pt x="9622" y="845"/>
                  </a:lnTo>
                  <a:lnTo>
                    <a:pt x="14809" y="2594"/>
                  </a:lnTo>
                  <a:lnTo>
                    <a:pt x="14809" y="6454"/>
                  </a:lnTo>
                  <a:lnTo>
                    <a:pt x="9349" y="4613"/>
                  </a:lnTo>
                  <a:lnTo>
                    <a:pt x="7270" y="5337"/>
                  </a:lnTo>
                  <a:cubicBezTo>
                    <a:pt x="6546" y="4886"/>
                    <a:pt x="5702" y="4644"/>
                    <a:pt x="4797" y="4644"/>
                  </a:cubicBezTo>
                  <a:cubicBezTo>
                    <a:pt x="2172" y="4644"/>
                    <a:pt x="1" y="6784"/>
                    <a:pt x="1" y="9438"/>
                  </a:cubicBezTo>
                  <a:cubicBezTo>
                    <a:pt x="1" y="11670"/>
                    <a:pt x="1540" y="13539"/>
                    <a:pt x="3559" y="14082"/>
                  </a:cubicBezTo>
                  <a:lnTo>
                    <a:pt x="3559" y="19421"/>
                  </a:lnTo>
                  <a:lnTo>
                    <a:pt x="6063" y="19421"/>
                  </a:lnTo>
                  <a:lnTo>
                    <a:pt x="6063" y="14082"/>
                  </a:lnTo>
                  <a:cubicBezTo>
                    <a:pt x="7359" y="13720"/>
                    <a:pt x="8416" y="12876"/>
                    <a:pt x="9019" y="11730"/>
                  </a:cubicBezTo>
                  <a:lnTo>
                    <a:pt x="9019" y="13752"/>
                  </a:lnTo>
                  <a:lnTo>
                    <a:pt x="6968" y="14415"/>
                  </a:lnTo>
                  <a:lnTo>
                    <a:pt x="7178" y="14987"/>
                  </a:lnTo>
                  <a:lnTo>
                    <a:pt x="9349" y="14263"/>
                  </a:lnTo>
                  <a:lnTo>
                    <a:pt x="15139" y="16193"/>
                  </a:lnTo>
                  <a:lnTo>
                    <a:pt x="20599" y="14143"/>
                  </a:lnTo>
                  <a:lnTo>
                    <a:pt x="2059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55"/>
            <p:cNvSpPr/>
            <p:nvPr/>
          </p:nvSpPr>
          <p:spPr>
            <a:xfrm>
              <a:off x="6220479" y="1989556"/>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55"/>
            <p:cNvSpPr/>
            <p:nvPr/>
          </p:nvSpPr>
          <p:spPr>
            <a:xfrm>
              <a:off x="6527619" y="2066496"/>
              <a:ext cx="15121" cy="14405"/>
            </a:xfrm>
            <a:custGeom>
              <a:avLst/>
              <a:gdLst/>
              <a:ahLst/>
              <a:cxnLst/>
              <a:rect l="l" t="t" r="r" b="b"/>
              <a:pathLst>
                <a:path w="634" h="604" extrusionOk="0">
                  <a:moveTo>
                    <a:pt x="1" y="0"/>
                  </a:moveTo>
                  <a:lnTo>
                    <a:pt x="1" y="604"/>
                  </a:lnTo>
                  <a:lnTo>
                    <a:pt x="633" y="604"/>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5"/>
            <p:cNvSpPr/>
            <p:nvPr/>
          </p:nvSpPr>
          <p:spPr>
            <a:xfrm>
              <a:off x="6358571" y="2219709"/>
              <a:ext cx="15169" cy="14429"/>
            </a:xfrm>
            <a:custGeom>
              <a:avLst/>
              <a:gdLst/>
              <a:ahLst/>
              <a:cxnLst/>
              <a:rect l="l" t="t" r="r" b="b"/>
              <a:pathLst>
                <a:path w="636" h="605"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5"/>
            <p:cNvSpPr/>
            <p:nvPr/>
          </p:nvSpPr>
          <p:spPr>
            <a:xfrm>
              <a:off x="6113345" y="2050660"/>
              <a:ext cx="167570" cy="167642"/>
            </a:xfrm>
            <a:custGeom>
              <a:avLst/>
              <a:gdLst/>
              <a:ahLst/>
              <a:cxnLst/>
              <a:rect l="l" t="t" r="r" b="b"/>
              <a:pathLst>
                <a:path w="7026" h="7029" extrusionOk="0">
                  <a:moveTo>
                    <a:pt x="3528" y="1"/>
                  </a:moveTo>
                  <a:cubicBezTo>
                    <a:pt x="2594" y="1"/>
                    <a:pt x="1718" y="334"/>
                    <a:pt x="1086" y="966"/>
                  </a:cubicBezTo>
                  <a:lnTo>
                    <a:pt x="1477" y="1420"/>
                  </a:lnTo>
                  <a:cubicBezTo>
                    <a:pt x="2051" y="877"/>
                    <a:pt x="2744" y="604"/>
                    <a:pt x="3528" y="604"/>
                  </a:cubicBezTo>
                  <a:cubicBezTo>
                    <a:pt x="5127" y="604"/>
                    <a:pt x="6423" y="1902"/>
                    <a:pt x="6423" y="3499"/>
                  </a:cubicBezTo>
                  <a:cubicBezTo>
                    <a:pt x="6423" y="5128"/>
                    <a:pt x="5127" y="6426"/>
                    <a:pt x="3528" y="6426"/>
                  </a:cubicBezTo>
                  <a:cubicBezTo>
                    <a:pt x="1899" y="6426"/>
                    <a:pt x="604" y="5128"/>
                    <a:pt x="604" y="3499"/>
                  </a:cubicBezTo>
                  <a:cubicBezTo>
                    <a:pt x="604" y="3108"/>
                    <a:pt x="693" y="2715"/>
                    <a:pt x="845" y="2353"/>
                  </a:cubicBezTo>
                  <a:lnTo>
                    <a:pt x="302" y="2112"/>
                  </a:lnTo>
                  <a:cubicBezTo>
                    <a:pt x="90" y="2534"/>
                    <a:pt x="1" y="3017"/>
                    <a:pt x="1" y="3499"/>
                  </a:cubicBezTo>
                  <a:cubicBezTo>
                    <a:pt x="1" y="5461"/>
                    <a:pt x="1569" y="7029"/>
                    <a:pt x="3528" y="7029"/>
                  </a:cubicBezTo>
                  <a:cubicBezTo>
                    <a:pt x="5458" y="7029"/>
                    <a:pt x="7026" y="5461"/>
                    <a:pt x="7026" y="3499"/>
                  </a:cubicBezTo>
                  <a:cubicBezTo>
                    <a:pt x="7026" y="1569"/>
                    <a:pt x="5458" y="1"/>
                    <a:pt x="35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 name="Google Shape;667;p55"/>
          <p:cNvGrpSpPr/>
          <p:nvPr/>
        </p:nvGrpSpPr>
        <p:grpSpPr>
          <a:xfrm>
            <a:off x="1188167" y="2762333"/>
            <a:ext cx="491310" cy="320806"/>
            <a:chOff x="6784365" y="1980183"/>
            <a:chExt cx="491310" cy="320806"/>
          </a:xfrm>
        </p:grpSpPr>
        <p:sp>
          <p:nvSpPr>
            <p:cNvPr id="668" name="Google Shape;668;p55"/>
            <p:cNvSpPr/>
            <p:nvPr/>
          </p:nvSpPr>
          <p:spPr>
            <a:xfrm>
              <a:off x="6784365" y="1980183"/>
              <a:ext cx="421501" cy="320806"/>
            </a:xfrm>
            <a:custGeom>
              <a:avLst/>
              <a:gdLst/>
              <a:ahLst/>
              <a:cxnLst/>
              <a:rect l="l" t="t" r="r" b="b"/>
              <a:pathLst>
                <a:path w="17673" h="13451" extrusionOk="0">
                  <a:moveTo>
                    <a:pt x="10194" y="604"/>
                  </a:moveTo>
                  <a:lnTo>
                    <a:pt x="12517" y="2927"/>
                  </a:lnTo>
                  <a:lnTo>
                    <a:pt x="11762" y="3258"/>
                  </a:lnTo>
                  <a:lnTo>
                    <a:pt x="9803" y="1267"/>
                  </a:lnTo>
                  <a:lnTo>
                    <a:pt x="2896" y="1267"/>
                  </a:lnTo>
                  <a:lnTo>
                    <a:pt x="2896" y="2835"/>
                  </a:lnTo>
                  <a:lnTo>
                    <a:pt x="3499" y="2835"/>
                  </a:lnTo>
                  <a:lnTo>
                    <a:pt x="3499" y="1870"/>
                  </a:lnTo>
                  <a:lnTo>
                    <a:pt x="9530" y="1870"/>
                  </a:lnTo>
                  <a:lnTo>
                    <a:pt x="11159" y="3499"/>
                  </a:lnTo>
                  <a:lnTo>
                    <a:pt x="10254" y="3861"/>
                  </a:lnTo>
                  <a:lnTo>
                    <a:pt x="2232" y="3861"/>
                  </a:lnTo>
                  <a:lnTo>
                    <a:pt x="2232" y="604"/>
                  </a:lnTo>
                  <a:close/>
                  <a:moveTo>
                    <a:pt x="17070" y="4464"/>
                  </a:moveTo>
                  <a:lnTo>
                    <a:pt x="17070" y="5127"/>
                  </a:lnTo>
                  <a:lnTo>
                    <a:pt x="15441" y="5127"/>
                  </a:lnTo>
                  <a:cubicBezTo>
                    <a:pt x="15260" y="5127"/>
                    <a:pt x="15111" y="4978"/>
                    <a:pt x="15111" y="4797"/>
                  </a:cubicBezTo>
                  <a:cubicBezTo>
                    <a:pt x="15111" y="4616"/>
                    <a:pt x="15260" y="4464"/>
                    <a:pt x="15441" y="4464"/>
                  </a:cubicBezTo>
                  <a:close/>
                  <a:moveTo>
                    <a:pt x="17070" y="7660"/>
                  </a:moveTo>
                  <a:lnTo>
                    <a:pt x="17070" y="8355"/>
                  </a:lnTo>
                  <a:lnTo>
                    <a:pt x="15441" y="8355"/>
                  </a:lnTo>
                  <a:cubicBezTo>
                    <a:pt x="15260" y="8355"/>
                    <a:pt x="15111" y="8203"/>
                    <a:pt x="15111" y="8022"/>
                  </a:cubicBezTo>
                  <a:cubicBezTo>
                    <a:pt x="15111" y="7812"/>
                    <a:pt x="15260" y="7660"/>
                    <a:pt x="15441" y="7660"/>
                  </a:cubicBezTo>
                  <a:close/>
                  <a:moveTo>
                    <a:pt x="17070" y="10888"/>
                  </a:moveTo>
                  <a:lnTo>
                    <a:pt x="17070" y="11581"/>
                  </a:lnTo>
                  <a:lnTo>
                    <a:pt x="15441" y="11581"/>
                  </a:lnTo>
                  <a:cubicBezTo>
                    <a:pt x="15260" y="11581"/>
                    <a:pt x="15111" y="11431"/>
                    <a:pt x="15111" y="11219"/>
                  </a:cubicBezTo>
                  <a:cubicBezTo>
                    <a:pt x="15111" y="11038"/>
                    <a:pt x="15260" y="10888"/>
                    <a:pt x="15441" y="10888"/>
                  </a:cubicBezTo>
                  <a:close/>
                  <a:moveTo>
                    <a:pt x="13210" y="3289"/>
                  </a:moveTo>
                  <a:lnTo>
                    <a:pt x="13210" y="12698"/>
                  </a:lnTo>
                  <a:lnTo>
                    <a:pt x="10375" y="11581"/>
                  </a:lnTo>
                  <a:lnTo>
                    <a:pt x="604" y="11581"/>
                  </a:lnTo>
                  <a:lnTo>
                    <a:pt x="604" y="4464"/>
                  </a:lnTo>
                  <a:lnTo>
                    <a:pt x="9984" y="4464"/>
                  </a:lnTo>
                  <a:lnTo>
                    <a:pt x="9984" y="10555"/>
                  </a:lnTo>
                  <a:lnTo>
                    <a:pt x="10587" y="10555"/>
                  </a:lnTo>
                  <a:lnTo>
                    <a:pt x="10587" y="4343"/>
                  </a:lnTo>
                  <a:lnTo>
                    <a:pt x="13210" y="3289"/>
                  </a:lnTo>
                  <a:close/>
                  <a:moveTo>
                    <a:pt x="17070" y="3168"/>
                  </a:moveTo>
                  <a:lnTo>
                    <a:pt x="17070" y="3861"/>
                  </a:lnTo>
                  <a:lnTo>
                    <a:pt x="15441" y="3861"/>
                  </a:lnTo>
                  <a:cubicBezTo>
                    <a:pt x="14930" y="3861"/>
                    <a:pt x="14507" y="4283"/>
                    <a:pt x="14507" y="4797"/>
                  </a:cubicBezTo>
                  <a:cubicBezTo>
                    <a:pt x="14507" y="5308"/>
                    <a:pt x="14930" y="5730"/>
                    <a:pt x="15441" y="5730"/>
                  </a:cubicBezTo>
                  <a:lnTo>
                    <a:pt x="17070" y="5730"/>
                  </a:lnTo>
                  <a:lnTo>
                    <a:pt x="17070" y="7057"/>
                  </a:lnTo>
                  <a:lnTo>
                    <a:pt x="15441" y="7057"/>
                  </a:lnTo>
                  <a:cubicBezTo>
                    <a:pt x="14930" y="7057"/>
                    <a:pt x="14507" y="7479"/>
                    <a:pt x="14507" y="8022"/>
                  </a:cubicBezTo>
                  <a:cubicBezTo>
                    <a:pt x="14507" y="8536"/>
                    <a:pt x="14930" y="8958"/>
                    <a:pt x="15441" y="8958"/>
                  </a:cubicBezTo>
                  <a:lnTo>
                    <a:pt x="17070" y="8958"/>
                  </a:lnTo>
                  <a:lnTo>
                    <a:pt x="17070" y="10285"/>
                  </a:lnTo>
                  <a:lnTo>
                    <a:pt x="15441" y="10285"/>
                  </a:lnTo>
                  <a:cubicBezTo>
                    <a:pt x="14930" y="10285"/>
                    <a:pt x="14507" y="10707"/>
                    <a:pt x="14507" y="11219"/>
                  </a:cubicBezTo>
                  <a:cubicBezTo>
                    <a:pt x="14507" y="11762"/>
                    <a:pt x="14930" y="12184"/>
                    <a:pt x="15441" y="12184"/>
                  </a:cubicBezTo>
                  <a:lnTo>
                    <a:pt x="17070" y="12184"/>
                  </a:lnTo>
                  <a:lnTo>
                    <a:pt x="17070" y="12847"/>
                  </a:lnTo>
                  <a:lnTo>
                    <a:pt x="13813" y="12847"/>
                  </a:lnTo>
                  <a:lnTo>
                    <a:pt x="13813" y="3168"/>
                  </a:lnTo>
                  <a:close/>
                  <a:moveTo>
                    <a:pt x="1629" y="1"/>
                  </a:moveTo>
                  <a:lnTo>
                    <a:pt x="1629" y="3861"/>
                  </a:lnTo>
                  <a:lnTo>
                    <a:pt x="1" y="3861"/>
                  </a:lnTo>
                  <a:lnTo>
                    <a:pt x="1" y="12184"/>
                  </a:lnTo>
                  <a:lnTo>
                    <a:pt x="10254" y="12184"/>
                  </a:lnTo>
                  <a:lnTo>
                    <a:pt x="13482" y="13450"/>
                  </a:lnTo>
                  <a:lnTo>
                    <a:pt x="17673" y="13450"/>
                  </a:lnTo>
                  <a:lnTo>
                    <a:pt x="17673" y="2565"/>
                  </a:lnTo>
                  <a:lnTo>
                    <a:pt x="13482" y="2565"/>
                  </a:lnTo>
                  <a:lnTo>
                    <a:pt x="13149" y="2686"/>
                  </a:lnTo>
                  <a:lnTo>
                    <a:pt x="104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5"/>
            <p:cNvSpPr/>
            <p:nvPr/>
          </p:nvSpPr>
          <p:spPr>
            <a:xfrm>
              <a:off x="7229620" y="2118275"/>
              <a:ext cx="30910" cy="14405"/>
            </a:xfrm>
            <a:custGeom>
              <a:avLst/>
              <a:gdLst/>
              <a:ahLst/>
              <a:cxnLst/>
              <a:rect l="l" t="t" r="r" b="b"/>
              <a:pathLst>
                <a:path w="1296" h="604" extrusionOk="0">
                  <a:moveTo>
                    <a:pt x="0" y="1"/>
                  </a:moveTo>
                  <a:lnTo>
                    <a:pt x="0" y="604"/>
                  </a:lnTo>
                  <a:lnTo>
                    <a:pt x="1296" y="604"/>
                  </a:lnTo>
                  <a:lnTo>
                    <a:pt x="12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5"/>
            <p:cNvSpPr/>
            <p:nvPr/>
          </p:nvSpPr>
          <p:spPr>
            <a:xfrm>
              <a:off x="7229620" y="2210336"/>
              <a:ext cx="30910" cy="14405"/>
            </a:xfrm>
            <a:custGeom>
              <a:avLst/>
              <a:gdLst/>
              <a:ahLst/>
              <a:cxnLst/>
              <a:rect l="l" t="t" r="r" b="b"/>
              <a:pathLst>
                <a:path w="1296" h="604" extrusionOk="0">
                  <a:moveTo>
                    <a:pt x="0" y="1"/>
                  </a:moveTo>
                  <a:lnTo>
                    <a:pt x="0" y="604"/>
                  </a:lnTo>
                  <a:lnTo>
                    <a:pt x="1296" y="604"/>
                  </a:lnTo>
                  <a:lnTo>
                    <a:pt x="12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5"/>
            <p:cNvSpPr/>
            <p:nvPr/>
          </p:nvSpPr>
          <p:spPr>
            <a:xfrm>
              <a:off x="7229620" y="2164305"/>
              <a:ext cx="46054" cy="14405"/>
            </a:xfrm>
            <a:custGeom>
              <a:avLst/>
              <a:gdLst/>
              <a:ahLst/>
              <a:cxnLst/>
              <a:rect l="l" t="t" r="r" b="b"/>
              <a:pathLst>
                <a:path w="1931" h="604" extrusionOk="0">
                  <a:moveTo>
                    <a:pt x="0" y="1"/>
                  </a:moveTo>
                  <a:lnTo>
                    <a:pt x="0" y="604"/>
                  </a:lnTo>
                  <a:lnTo>
                    <a:pt x="1930" y="604"/>
                  </a:lnTo>
                  <a:lnTo>
                    <a:pt x="19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5"/>
            <p:cNvSpPr/>
            <p:nvPr/>
          </p:nvSpPr>
          <p:spPr>
            <a:xfrm>
              <a:off x="6830395" y="2102462"/>
              <a:ext cx="153952" cy="14405"/>
            </a:xfrm>
            <a:custGeom>
              <a:avLst/>
              <a:gdLst/>
              <a:ahLst/>
              <a:cxnLst/>
              <a:rect l="l" t="t" r="r" b="b"/>
              <a:pathLst>
                <a:path w="6455" h="604" extrusionOk="0">
                  <a:moveTo>
                    <a:pt x="1" y="0"/>
                  </a:moveTo>
                  <a:lnTo>
                    <a:pt x="1" y="603"/>
                  </a:lnTo>
                  <a:lnTo>
                    <a:pt x="6454" y="603"/>
                  </a:lnTo>
                  <a:lnTo>
                    <a:pt x="64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5"/>
            <p:cNvSpPr/>
            <p:nvPr/>
          </p:nvSpPr>
          <p:spPr>
            <a:xfrm>
              <a:off x="6984323" y="2225480"/>
              <a:ext cx="15145" cy="14405"/>
            </a:xfrm>
            <a:custGeom>
              <a:avLst/>
              <a:gdLst/>
              <a:ahLst/>
              <a:cxnLst/>
              <a:rect l="l" t="t" r="r" b="b"/>
              <a:pathLst>
                <a:path w="635" h="604" extrusionOk="0">
                  <a:moveTo>
                    <a:pt x="0" y="0"/>
                  </a:moveTo>
                  <a:lnTo>
                    <a:pt x="0"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5"/>
            <p:cNvSpPr/>
            <p:nvPr/>
          </p:nvSpPr>
          <p:spPr>
            <a:xfrm>
              <a:off x="6984323" y="2179450"/>
              <a:ext cx="15145" cy="14405"/>
            </a:xfrm>
            <a:custGeom>
              <a:avLst/>
              <a:gdLst/>
              <a:ahLst/>
              <a:cxnLst/>
              <a:rect l="l" t="t" r="r" b="b"/>
              <a:pathLst>
                <a:path w="635" h="604" extrusionOk="0">
                  <a:moveTo>
                    <a:pt x="0" y="0"/>
                  </a:moveTo>
                  <a:lnTo>
                    <a:pt x="0"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 name="Google Shape;675;p55"/>
          <p:cNvGrpSpPr/>
          <p:nvPr/>
        </p:nvGrpSpPr>
        <p:grpSpPr>
          <a:xfrm>
            <a:off x="1188167" y="3806360"/>
            <a:ext cx="491310" cy="305733"/>
            <a:chOff x="6784365" y="2726760"/>
            <a:chExt cx="491310" cy="305733"/>
          </a:xfrm>
        </p:grpSpPr>
        <p:sp>
          <p:nvSpPr>
            <p:cNvPr id="676" name="Google Shape;676;p55"/>
            <p:cNvSpPr/>
            <p:nvPr/>
          </p:nvSpPr>
          <p:spPr>
            <a:xfrm>
              <a:off x="6823216" y="2726760"/>
              <a:ext cx="412867" cy="305733"/>
            </a:xfrm>
            <a:custGeom>
              <a:avLst/>
              <a:gdLst/>
              <a:ahLst/>
              <a:cxnLst/>
              <a:rect l="l" t="t" r="r" b="b"/>
              <a:pathLst>
                <a:path w="17311" h="12819" extrusionOk="0">
                  <a:moveTo>
                    <a:pt x="7057" y="1238"/>
                  </a:moveTo>
                  <a:lnTo>
                    <a:pt x="7057" y="1568"/>
                  </a:lnTo>
                  <a:cubicBezTo>
                    <a:pt x="7057" y="1749"/>
                    <a:pt x="6936" y="1930"/>
                    <a:pt x="6755" y="1930"/>
                  </a:cubicBezTo>
                  <a:lnTo>
                    <a:pt x="4162" y="1930"/>
                  </a:lnTo>
                  <a:cubicBezTo>
                    <a:pt x="3981" y="1930"/>
                    <a:pt x="3800" y="1749"/>
                    <a:pt x="3800" y="1568"/>
                  </a:cubicBezTo>
                  <a:lnTo>
                    <a:pt x="3800" y="1238"/>
                  </a:lnTo>
                  <a:close/>
                  <a:moveTo>
                    <a:pt x="13511" y="603"/>
                  </a:moveTo>
                  <a:lnTo>
                    <a:pt x="13511" y="1568"/>
                  </a:lnTo>
                  <a:cubicBezTo>
                    <a:pt x="13511" y="1749"/>
                    <a:pt x="13361" y="1930"/>
                    <a:pt x="13180" y="1930"/>
                  </a:cubicBezTo>
                  <a:lnTo>
                    <a:pt x="12546" y="1930"/>
                  </a:lnTo>
                  <a:cubicBezTo>
                    <a:pt x="12365" y="1930"/>
                    <a:pt x="12184" y="1749"/>
                    <a:pt x="12184" y="1568"/>
                  </a:cubicBezTo>
                  <a:lnTo>
                    <a:pt x="12184" y="603"/>
                  </a:lnTo>
                  <a:close/>
                  <a:moveTo>
                    <a:pt x="15441" y="2533"/>
                  </a:moveTo>
                  <a:lnTo>
                    <a:pt x="15441" y="3860"/>
                  </a:lnTo>
                  <a:lnTo>
                    <a:pt x="1870" y="3860"/>
                  </a:lnTo>
                  <a:lnTo>
                    <a:pt x="1870" y="2533"/>
                  </a:lnTo>
                  <a:close/>
                  <a:moveTo>
                    <a:pt x="9168" y="4463"/>
                  </a:moveTo>
                  <a:lnTo>
                    <a:pt x="11158" y="7720"/>
                  </a:lnTo>
                  <a:lnTo>
                    <a:pt x="4584" y="7720"/>
                  </a:lnTo>
                  <a:lnTo>
                    <a:pt x="6606" y="4463"/>
                  </a:lnTo>
                  <a:lnTo>
                    <a:pt x="7511" y="4463"/>
                  </a:lnTo>
                  <a:lnTo>
                    <a:pt x="5851" y="7149"/>
                  </a:lnTo>
                  <a:lnTo>
                    <a:pt x="6365" y="7450"/>
                  </a:lnTo>
                  <a:lnTo>
                    <a:pt x="8203" y="4463"/>
                  </a:lnTo>
                  <a:close/>
                  <a:moveTo>
                    <a:pt x="10767" y="4463"/>
                  </a:moveTo>
                  <a:lnTo>
                    <a:pt x="12758" y="7720"/>
                  </a:lnTo>
                  <a:lnTo>
                    <a:pt x="11853" y="7720"/>
                  </a:lnTo>
                  <a:lnTo>
                    <a:pt x="9863" y="4463"/>
                  </a:lnTo>
                  <a:close/>
                  <a:moveTo>
                    <a:pt x="16707" y="8324"/>
                  </a:moveTo>
                  <a:lnTo>
                    <a:pt x="16707" y="9018"/>
                  </a:lnTo>
                  <a:lnTo>
                    <a:pt x="603" y="9018"/>
                  </a:lnTo>
                  <a:lnTo>
                    <a:pt x="603" y="8324"/>
                  </a:lnTo>
                  <a:close/>
                  <a:moveTo>
                    <a:pt x="4343" y="9621"/>
                  </a:moveTo>
                  <a:lnTo>
                    <a:pt x="2714" y="12215"/>
                  </a:lnTo>
                  <a:lnTo>
                    <a:pt x="1810" y="12215"/>
                  </a:lnTo>
                  <a:lnTo>
                    <a:pt x="3438" y="9621"/>
                  </a:lnTo>
                  <a:close/>
                  <a:moveTo>
                    <a:pt x="13933" y="9621"/>
                  </a:moveTo>
                  <a:lnTo>
                    <a:pt x="15532" y="12215"/>
                  </a:lnTo>
                  <a:lnTo>
                    <a:pt x="14628" y="12215"/>
                  </a:lnTo>
                  <a:lnTo>
                    <a:pt x="13028" y="9621"/>
                  </a:lnTo>
                  <a:close/>
                  <a:moveTo>
                    <a:pt x="11581" y="0"/>
                  </a:moveTo>
                  <a:lnTo>
                    <a:pt x="11581" y="1568"/>
                  </a:lnTo>
                  <a:cubicBezTo>
                    <a:pt x="11581" y="1689"/>
                    <a:pt x="11612" y="1810"/>
                    <a:pt x="11672" y="1930"/>
                  </a:cubicBezTo>
                  <a:lnTo>
                    <a:pt x="7631" y="1930"/>
                  </a:lnTo>
                  <a:cubicBezTo>
                    <a:pt x="7660" y="1810"/>
                    <a:pt x="7660" y="1689"/>
                    <a:pt x="7660" y="1568"/>
                  </a:cubicBezTo>
                  <a:lnTo>
                    <a:pt x="7660" y="1238"/>
                  </a:lnTo>
                  <a:lnTo>
                    <a:pt x="8022" y="1238"/>
                  </a:lnTo>
                  <a:lnTo>
                    <a:pt x="8022" y="635"/>
                  </a:lnTo>
                  <a:lnTo>
                    <a:pt x="2895" y="635"/>
                  </a:lnTo>
                  <a:lnTo>
                    <a:pt x="2895" y="1238"/>
                  </a:lnTo>
                  <a:lnTo>
                    <a:pt x="3197" y="1238"/>
                  </a:lnTo>
                  <a:lnTo>
                    <a:pt x="3197" y="1568"/>
                  </a:lnTo>
                  <a:cubicBezTo>
                    <a:pt x="3197" y="1689"/>
                    <a:pt x="3257" y="1810"/>
                    <a:pt x="3289" y="1930"/>
                  </a:cubicBezTo>
                  <a:lnTo>
                    <a:pt x="1267" y="1930"/>
                  </a:lnTo>
                  <a:lnTo>
                    <a:pt x="1267" y="4463"/>
                  </a:lnTo>
                  <a:lnTo>
                    <a:pt x="5882" y="4463"/>
                  </a:lnTo>
                  <a:lnTo>
                    <a:pt x="3892" y="7720"/>
                  </a:lnTo>
                  <a:lnTo>
                    <a:pt x="0" y="7720"/>
                  </a:lnTo>
                  <a:lnTo>
                    <a:pt x="0" y="9621"/>
                  </a:lnTo>
                  <a:lnTo>
                    <a:pt x="2714" y="9621"/>
                  </a:lnTo>
                  <a:lnTo>
                    <a:pt x="755" y="12818"/>
                  </a:lnTo>
                  <a:lnTo>
                    <a:pt x="3047" y="12818"/>
                  </a:lnTo>
                  <a:lnTo>
                    <a:pt x="5038" y="9621"/>
                  </a:lnTo>
                  <a:lnTo>
                    <a:pt x="12336" y="9621"/>
                  </a:lnTo>
                  <a:lnTo>
                    <a:pt x="14295" y="12818"/>
                  </a:lnTo>
                  <a:lnTo>
                    <a:pt x="16618" y="12818"/>
                  </a:lnTo>
                  <a:lnTo>
                    <a:pt x="14628" y="9621"/>
                  </a:lnTo>
                  <a:lnTo>
                    <a:pt x="17310" y="9621"/>
                  </a:lnTo>
                  <a:lnTo>
                    <a:pt x="17310" y="7720"/>
                  </a:lnTo>
                  <a:lnTo>
                    <a:pt x="13482" y="7720"/>
                  </a:lnTo>
                  <a:lnTo>
                    <a:pt x="11460" y="4463"/>
                  </a:lnTo>
                  <a:lnTo>
                    <a:pt x="16044" y="4463"/>
                  </a:lnTo>
                  <a:lnTo>
                    <a:pt x="16044" y="1930"/>
                  </a:lnTo>
                  <a:lnTo>
                    <a:pt x="14053" y="1930"/>
                  </a:lnTo>
                  <a:cubicBezTo>
                    <a:pt x="14114" y="1810"/>
                    <a:pt x="14114" y="1689"/>
                    <a:pt x="14114" y="1568"/>
                  </a:cubicBezTo>
                  <a:lnTo>
                    <a:pt x="14114" y="1238"/>
                  </a:lnTo>
                  <a:lnTo>
                    <a:pt x="14476" y="1238"/>
                  </a:lnTo>
                  <a:lnTo>
                    <a:pt x="14476" y="635"/>
                  </a:lnTo>
                  <a:lnTo>
                    <a:pt x="14114" y="635"/>
                  </a:lnTo>
                  <a:lnTo>
                    <a:pt x="141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5"/>
            <p:cNvSpPr/>
            <p:nvPr/>
          </p:nvSpPr>
          <p:spPr>
            <a:xfrm>
              <a:off x="6784365" y="2879972"/>
              <a:ext cx="107921" cy="14405"/>
            </a:xfrm>
            <a:custGeom>
              <a:avLst/>
              <a:gdLst/>
              <a:ahLst/>
              <a:cxnLst/>
              <a:rect l="l" t="t" r="r" b="b"/>
              <a:pathLst>
                <a:path w="4525" h="604" extrusionOk="0">
                  <a:moveTo>
                    <a:pt x="1" y="1"/>
                  </a:moveTo>
                  <a:lnTo>
                    <a:pt x="1" y="604"/>
                  </a:lnTo>
                  <a:lnTo>
                    <a:pt x="4524" y="604"/>
                  </a:lnTo>
                  <a:lnTo>
                    <a:pt x="452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5"/>
            <p:cNvSpPr/>
            <p:nvPr/>
          </p:nvSpPr>
          <p:spPr>
            <a:xfrm>
              <a:off x="7168445" y="2879972"/>
              <a:ext cx="107230" cy="14405"/>
            </a:xfrm>
            <a:custGeom>
              <a:avLst/>
              <a:gdLst/>
              <a:ahLst/>
              <a:cxnLst/>
              <a:rect l="l" t="t" r="r" b="b"/>
              <a:pathLst>
                <a:path w="4496" h="604" extrusionOk="0">
                  <a:moveTo>
                    <a:pt x="1" y="1"/>
                  </a:moveTo>
                  <a:lnTo>
                    <a:pt x="1" y="604"/>
                  </a:lnTo>
                  <a:lnTo>
                    <a:pt x="4495" y="604"/>
                  </a:lnTo>
                  <a:lnTo>
                    <a:pt x="449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5"/>
            <p:cNvSpPr/>
            <p:nvPr/>
          </p:nvSpPr>
          <p:spPr>
            <a:xfrm>
              <a:off x="6922456" y="2795805"/>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5"/>
            <p:cNvSpPr/>
            <p:nvPr/>
          </p:nvSpPr>
          <p:spPr>
            <a:xfrm>
              <a:off x="7122415" y="2795805"/>
              <a:ext cx="15169" cy="14405"/>
            </a:xfrm>
            <a:custGeom>
              <a:avLst/>
              <a:gdLst/>
              <a:ahLst/>
              <a:cxnLst/>
              <a:rect l="l" t="t" r="r" b="b"/>
              <a:pathLst>
                <a:path w="636" h="604" extrusionOk="0">
                  <a:moveTo>
                    <a:pt x="1" y="0"/>
                  </a:moveTo>
                  <a:lnTo>
                    <a:pt x="1"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 name="Google Shape;681;p55"/>
          <p:cNvSpPr txBox="1"/>
          <p:nvPr/>
        </p:nvSpPr>
        <p:spPr>
          <a:xfrm flipH="1">
            <a:off x="5046750" y="1680575"/>
            <a:ext cx="10830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accent2"/>
                </a:solidFill>
                <a:latin typeface="Corben"/>
                <a:ea typeface="Corben"/>
                <a:cs typeface="Corben"/>
                <a:sym typeface="Corben"/>
              </a:rPr>
              <a:t>7/10</a:t>
            </a:r>
            <a:endParaRPr sz="2400">
              <a:solidFill>
                <a:schemeClr val="accent2"/>
              </a:solidFill>
              <a:latin typeface="Corben"/>
              <a:ea typeface="Corben"/>
              <a:cs typeface="Corben"/>
              <a:sym typeface="Corben"/>
            </a:endParaRPr>
          </a:p>
        </p:txBody>
      </p:sp>
      <p:sp>
        <p:nvSpPr>
          <p:cNvPr id="682" name="Google Shape;682;p55"/>
          <p:cNvSpPr txBox="1"/>
          <p:nvPr/>
        </p:nvSpPr>
        <p:spPr>
          <a:xfrm flipH="1">
            <a:off x="5046750" y="2730300"/>
            <a:ext cx="10830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accent2"/>
                </a:solidFill>
                <a:latin typeface="Corben"/>
                <a:ea typeface="Corben"/>
                <a:cs typeface="Corben"/>
                <a:sym typeface="Corben"/>
              </a:rPr>
              <a:t>8/10</a:t>
            </a:r>
            <a:endParaRPr sz="2400">
              <a:solidFill>
                <a:schemeClr val="accent2"/>
              </a:solidFill>
              <a:latin typeface="Corben"/>
              <a:ea typeface="Corben"/>
              <a:cs typeface="Corben"/>
              <a:sym typeface="Corben"/>
            </a:endParaRPr>
          </a:p>
        </p:txBody>
      </p:sp>
      <p:sp>
        <p:nvSpPr>
          <p:cNvPr id="683" name="Google Shape;683;p55"/>
          <p:cNvSpPr txBox="1"/>
          <p:nvPr/>
        </p:nvSpPr>
        <p:spPr>
          <a:xfrm flipH="1">
            <a:off x="5046750" y="3780025"/>
            <a:ext cx="10830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accent2"/>
                </a:solidFill>
                <a:latin typeface="Corben"/>
                <a:ea typeface="Corben"/>
                <a:cs typeface="Corben"/>
                <a:sym typeface="Corben"/>
              </a:rPr>
              <a:t>9/10</a:t>
            </a:r>
            <a:endParaRPr sz="2400">
              <a:solidFill>
                <a:schemeClr val="accent2"/>
              </a:solidFill>
              <a:latin typeface="Corben"/>
              <a:ea typeface="Corben"/>
              <a:cs typeface="Corben"/>
              <a:sym typeface="Corben"/>
            </a:endParaRPr>
          </a:p>
        </p:txBody>
      </p:sp>
      <p:sp>
        <p:nvSpPr>
          <p:cNvPr id="684" name="Google Shape;684;p55"/>
          <p:cNvSpPr/>
          <p:nvPr/>
        </p:nvSpPr>
        <p:spPr>
          <a:xfrm>
            <a:off x="2078647" y="175542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55"/>
          <p:cNvSpPr/>
          <p:nvPr/>
        </p:nvSpPr>
        <p:spPr>
          <a:xfrm>
            <a:off x="2368465" y="175542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55"/>
          <p:cNvSpPr/>
          <p:nvPr/>
        </p:nvSpPr>
        <p:spPr>
          <a:xfrm>
            <a:off x="2658283" y="175542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55"/>
          <p:cNvSpPr/>
          <p:nvPr/>
        </p:nvSpPr>
        <p:spPr>
          <a:xfrm>
            <a:off x="2948101" y="175542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5"/>
          <p:cNvSpPr/>
          <p:nvPr/>
        </p:nvSpPr>
        <p:spPr>
          <a:xfrm>
            <a:off x="3237919" y="175542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5"/>
          <p:cNvSpPr/>
          <p:nvPr/>
        </p:nvSpPr>
        <p:spPr>
          <a:xfrm>
            <a:off x="3527737" y="175542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5"/>
          <p:cNvSpPr/>
          <p:nvPr/>
        </p:nvSpPr>
        <p:spPr>
          <a:xfrm>
            <a:off x="3817556" y="175542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55"/>
          <p:cNvSpPr/>
          <p:nvPr/>
        </p:nvSpPr>
        <p:spPr>
          <a:xfrm>
            <a:off x="4107374" y="1755423"/>
            <a:ext cx="235200" cy="2352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55"/>
          <p:cNvSpPr/>
          <p:nvPr/>
        </p:nvSpPr>
        <p:spPr>
          <a:xfrm>
            <a:off x="4397192" y="1755423"/>
            <a:ext cx="235200" cy="2352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55"/>
          <p:cNvSpPr/>
          <p:nvPr/>
        </p:nvSpPr>
        <p:spPr>
          <a:xfrm>
            <a:off x="4687010" y="1755423"/>
            <a:ext cx="235200" cy="2352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55"/>
          <p:cNvSpPr/>
          <p:nvPr/>
        </p:nvSpPr>
        <p:spPr>
          <a:xfrm>
            <a:off x="2078647" y="2805148"/>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55"/>
          <p:cNvSpPr/>
          <p:nvPr/>
        </p:nvSpPr>
        <p:spPr>
          <a:xfrm>
            <a:off x="2368465" y="2805148"/>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5"/>
          <p:cNvSpPr/>
          <p:nvPr/>
        </p:nvSpPr>
        <p:spPr>
          <a:xfrm>
            <a:off x="2658283" y="2805148"/>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55"/>
          <p:cNvSpPr/>
          <p:nvPr/>
        </p:nvSpPr>
        <p:spPr>
          <a:xfrm>
            <a:off x="2948101" y="2805148"/>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55"/>
          <p:cNvSpPr/>
          <p:nvPr/>
        </p:nvSpPr>
        <p:spPr>
          <a:xfrm>
            <a:off x="3237919" y="2805148"/>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55"/>
          <p:cNvSpPr/>
          <p:nvPr/>
        </p:nvSpPr>
        <p:spPr>
          <a:xfrm>
            <a:off x="3527737" y="2805148"/>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55"/>
          <p:cNvSpPr/>
          <p:nvPr/>
        </p:nvSpPr>
        <p:spPr>
          <a:xfrm>
            <a:off x="3817556" y="2805148"/>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55"/>
          <p:cNvSpPr/>
          <p:nvPr/>
        </p:nvSpPr>
        <p:spPr>
          <a:xfrm>
            <a:off x="4107374" y="2805148"/>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5"/>
          <p:cNvSpPr/>
          <p:nvPr/>
        </p:nvSpPr>
        <p:spPr>
          <a:xfrm>
            <a:off x="4397192" y="2805148"/>
            <a:ext cx="235200" cy="2352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5"/>
          <p:cNvSpPr/>
          <p:nvPr/>
        </p:nvSpPr>
        <p:spPr>
          <a:xfrm>
            <a:off x="4687010" y="2805148"/>
            <a:ext cx="235200" cy="2352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55"/>
          <p:cNvSpPr/>
          <p:nvPr/>
        </p:nvSpPr>
        <p:spPr>
          <a:xfrm>
            <a:off x="2078647"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55"/>
          <p:cNvSpPr/>
          <p:nvPr/>
        </p:nvSpPr>
        <p:spPr>
          <a:xfrm>
            <a:off x="2368465"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55"/>
          <p:cNvSpPr/>
          <p:nvPr/>
        </p:nvSpPr>
        <p:spPr>
          <a:xfrm>
            <a:off x="2658283"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5"/>
          <p:cNvSpPr/>
          <p:nvPr/>
        </p:nvSpPr>
        <p:spPr>
          <a:xfrm>
            <a:off x="2948101"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5"/>
          <p:cNvSpPr/>
          <p:nvPr/>
        </p:nvSpPr>
        <p:spPr>
          <a:xfrm>
            <a:off x="3237919"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5"/>
          <p:cNvSpPr/>
          <p:nvPr/>
        </p:nvSpPr>
        <p:spPr>
          <a:xfrm>
            <a:off x="3527737"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5"/>
          <p:cNvSpPr/>
          <p:nvPr/>
        </p:nvSpPr>
        <p:spPr>
          <a:xfrm>
            <a:off x="3817556"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5"/>
          <p:cNvSpPr/>
          <p:nvPr/>
        </p:nvSpPr>
        <p:spPr>
          <a:xfrm>
            <a:off x="4107374"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5"/>
          <p:cNvSpPr/>
          <p:nvPr/>
        </p:nvSpPr>
        <p:spPr>
          <a:xfrm>
            <a:off x="4397192" y="3854873"/>
            <a:ext cx="235200" cy="2352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5"/>
          <p:cNvSpPr/>
          <p:nvPr/>
        </p:nvSpPr>
        <p:spPr>
          <a:xfrm>
            <a:off x="4687010" y="3854873"/>
            <a:ext cx="235200" cy="2352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4" name="Google Shape;714;p55"/>
          <p:cNvCxnSpPr/>
          <p:nvPr/>
        </p:nvCxnSpPr>
        <p:spPr>
          <a:xfrm>
            <a:off x="982952" y="2401701"/>
            <a:ext cx="7154700" cy="0"/>
          </a:xfrm>
          <a:prstGeom prst="straightConnector1">
            <a:avLst/>
          </a:prstGeom>
          <a:noFill/>
          <a:ln w="19050" cap="flat" cmpd="sng">
            <a:solidFill>
              <a:schemeClr val="accent1"/>
            </a:solidFill>
            <a:prstDash val="solid"/>
            <a:round/>
            <a:headEnd type="none" w="med" len="med"/>
            <a:tailEnd type="none" w="med" len="med"/>
          </a:ln>
        </p:spPr>
      </p:cxnSp>
      <p:cxnSp>
        <p:nvCxnSpPr>
          <p:cNvPr id="715" name="Google Shape;715;p55"/>
          <p:cNvCxnSpPr/>
          <p:nvPr/>
        </p:nvCxnSpPr>
        <p:spPr>
          <a:xfrm>
            <a:off x="982952" y="3470010"/>
            <a:ext cx="7154700" cy="0"/>
          </a:xfrm>
          <a:prstGeom prst="straightConnector1">
            <a:avLst/>
          </a:prstGeom>
          <a:noFill/>
          <a:ln w="19050" cap="flat" cmpd="sng">
            <a:solidFill>
              <a:schemeClr val="accent1"/>
            </a:solidFill>
            <a:prstDash val="solid"/>
            <a:round/>
            <a:headEnd type="none" w="med" len="med"/>
            <a:tailEnd type="none"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719"/>
        <p:cNvGrpSpPr/>
        <p:nvPr/>
      </p:nvGrpSpPr>
      <p:grpSpPr>
        <a:xfrm>
          <a:off x="0" y="0"/>
          <a:ext cx="0" cy="0"/>
          <a:chOff x="0" y="0"/>
          <a:chExt cx="0" cy="0"/>
        </a:xfrm>
      </p:grpSpPr>
      <p:sp>
        <p:nvSpPr>
          <p:cNvPr id="720" name="Google Shape;720;p5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Tables represent your data clearly</a:t>
            </a:r>
            <a:endParaRPr/>
          </a:p>
        </p:txBody>
      </p:sp>
      <p:graphicFrame>
        <p:nvGraphicFramePr>
          <p:cNvPr id="721" name="Google Shape;721;p56"/>
          <p:cNvGraphicFramePr/>
          <p:nvPr/>
        </p:nvGraphicFramePr>
        <p:xfrm>
          <a:off x="719988" y="1295735"/>
          <a:ext cx="3000000" cy="3000000"/>
        </p:xfrm>
        <a:graphic>
          <a:graphicData uri="http://schemas.openxmlformats.org/drawingml/2006/table">
            <a:tbl>
              <a:tblPr>
                <a:noFill/>
                <a:tableStyleId>{A4DD3D06-50BD-430A-A767-BC0E34797BA8}</a:tableStyleId>
              </a:tblPr>
              <a:tblGrid>
                <a:gridCol w="1528500">
                  <a:extLst>
                    <a:ext uri="{9D8B030D-6E8A-4147-A177-3AD203B41FA5}">
                      <a16:colId xmlns:a16="http://schemas.microsoft.com/office/drawing/2014/main" val="20000"/>
                    </a:ext>
                  </a:extLst>
                </a:gridCol>
                <a:gridCol w="1973125">
                  <a:extLst>
                    <a:ext uri="{9D8B030D-6E8A-4147-A177-3AD203B41FA5}">
                      <a16:colId xmlns:a16="http://schemas.microsoft.com/office/drawing/2014/main" val="20001"/>
                    </a:ext>
                  </a:extLst>
                </a:gridCol>
                <a:gridCol w="2101200">
                  <a:extLst>
                    <a:ext uri="{9D8B030D-6E8A-4147-A177-3AD203B41FA5}">
                      <a16:colId xmlns:a16="http://schemas.microsoft.com/office/drawing/2014/main" val="20002"/>
                    </a:ext>
                  </a:extLst>
                </a:gridCol>
                <a:gridCol w="2101150">
                  <a:extLst>
                    <a:ext uri="{9D8B030D-6E8A-4147-A177-3AD203B41FA5}">
                      <a16:colId xmlns:a16="http://schemas.microsoft.com/office/drawing/2014/main" val="20003"/>
                    </a:ext>
                  </a:extLst>
                </a:gridCol>
              </a:tblGrid>
              <a:tr h="812750">
                <a:tc>
                  <a:txBody>
                    <a:bodyPr/>
                    <a:lstStyle/>
                    <a:p>
                      <a:pPr marL="0" lvl="0" indent="0" algn="l" rtl="0">
                        <a:spcBef>
                          <a:spcPts val="0"/>
                        </a:spcBef>
                        <a:spcAft>
                          <a:spcPts val="0"/>
                        </a:spcAft>
                        <a:buNone/>
                      </a:pPr>
                      <a:endParaRPr sz="2000">
                        <a:solidFill>
                          <a:schemeClr val="dk1"/>
                        </a:solidFill>
                        <a:latin typeface="Corben"/>
                        <a:ea typeface="Corben"/>
                        <a:cs typeface="Corben"/>
                        <a:sym typeface="Corben"/>
                      </a:endParaRPr>
                    </a:p>
                  </a:txBody>
                  <a:tcPr marL="91425" marR="91425" marT="68575" marB="68575" anchor="ctr">
                    <a:lnL w="28575" cap="flat" cmpd="sng">
                      <a:solidFill>
                        <a:srgbClr val="666666">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28575" cap="flat" cmpd="sng">
                      <a:solidFill>
                        <a:srgbClr val="666666">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2000">
                          <a:solidFill>
                            <a:schemeClr val="dk1"/>
                          </a:solidFill>
                          <a:latin typeface="Corben"/>
                          <a:ea typeface="Corben"/>
                          <a:cs typeface="Corben"/>
                          <a:sym typeface="Corben"/>
                        </a:rPr>
                        <a:t>Mass</a:t>
                      </a:r>
                      <a:endParaRPr sz="2000">
                        <a:solidFill>
                          <a:schemeClr val="dk1"/>
                        </a:solidFill>
                        <a:latin typeface="Corben"/>
                        <a:ea typeface="Corben"/>
                        <a:cs typeface="Corben"/>
                        <a:sym typeface="Corben"/>
                      </a:endParaRPr>
                    </a:p>
                    <a:p>
                      <a:pPr marL="0" lvl="0" indent="0" algn="ctr" rtl="0">
                        <a:spcBef>
                          <a:spcPts val="0"/>
                        </a:spcBef>
                        <a:spcAft>
                          <a:spcPts val="0"/>
                        </a:spcAft>
                        <a:buNone/>
                      </a:pPr>
                      <a:r>
                        <a:rPr lang="en" sz="2000">
                          <a:solidFill>
                            <a:schemeClr val="dk1"/>
                          </a:solidFill>
                          <a:latin typeface="Corben"/>
                          <a:ea typeface="Corben"/>
                          <a:cs typeface="Corben"/>
                          <a:sym typeface="Corben"/>
                        </a:rPr>
                        <a:t>(earths)</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2000">
                          <a:solidFill>
                            <a:schemeClr val="dk1"/>
                          </a:solidFill>
                          <a:latin typeface="Corben"/>
                          <a:ea typeface="Corben"/>
                          <a:cs typeface="Corben"/>
                          <a:sym typeface="Corben"/>
                        </a:rPr>
                        <a:t>Diameter</a:t>
                      </a:r>
                      <a:endParaRPr sz="2000">
                        <a:solidFill>
                          <a:schemeClr val="dk1"/>
                        </a:solidFill>
                        <a:latin typeface="Corben"/>
                        <a:ea typeface="Corben"/>
                        <a:cs typeface="Corben"/>
                        <a:sym typeface="Corben"/>
                      </a:endParaRPr>
                    </a:p>
                    <a:p>
                      <a:pPr marL="0" lvl="0" indent="0" algn="ctr" rtl="0">
                        <a:spcBef>
                          <a:spcPts val="0"/>
                        </a:spcBef>
                        <a:spcAft>
                          <a:spcPts val="0"/>
                        </a:spcAft>
                        <a:buNone/>
                      </a:pPr>
                      <a:r>
                        <a:rPr lang="en" sz="2000">
                          <a:solidFill>
                            <a:schemeClr val="dk1"/>
                          </a:solidFill>
                          <a:latin typeface="Corben"/>
                          <a:ea typeface="Corben"/>
                          <a:cs typeface="Corben"/>
                          <a:sym typeface="Corben"/>
                        </a:rPr>
                        <a:t>(earths)</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F4C5B1">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2000">
                          <a:solidFill>
                            <a:schemeClr val="dk1"/>
                          </a:solidFill>
                          <a:latin typeface="Corben"/>
                          <a:ea typeface="Corben"/>
                          <a:cs typeface="Corben"/>
                          <a:sym typeface="Corben"/>
                        </a:rPr>
                        <a:t>Surface gravity</a:t>
                      </a:r>
                      <a:endParaRPr sz="2000">
                        <a:solidFill>
                          <a:schemeClr val="dk1"/>
                        </a:solidFill>
                        <a:latin typeface="Corben"/>
                        <a:ea typeface="Corben"/>
                        <a:cs typeface="Corben"/>
                        <a:sym typeface="Corben"/>
                      </a:endParaRPr>
                    </a:p>
                    <a:p>
                      <a:pPr marL="0" lvl="0" indent="0" algn="ctr" rtl="0">
                        <a:spcBef>
                          <a:spcPts val="0"/>
                        </a:spcBef>
                        <a:spcAft>
                          <a:spcPts val="0"/>
                        </a:spcAft>
                        <a:buClr>
                          <a:srgbClr val="000000"/>
                        </a:buClr>
                        <a:buSzPts val="1100"/>
                        <a:buFont typeface="Arial"/>
                        <a:buNone/>
                      </a:pPr>
                      <a:r>
                        <a:rPr lang="en" sz="2000">
                          <a:solidFill>
                            <a:schemeClr val="dk1"/>
                          </a:solidFill>
                          <a:latin typeface="Corben"/>
                          <a:ea typeface="Corben"/>
                          <a:cs typeface="Corben"/>
                          <a:sym typeface="Corben"/>
                        </a:rPr>
                        <a:t>(earths)</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B7B7B7">
                          <a:alpha val="0"/>
                        </a:srgbClr>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0"/>
                  </a:ext>
                </a:extLst>
              </a:tr>
              <a:tr h="806500">
                <a:tc>
                  <a:txBody>
                    <a:bodyPr/>
                    <a:lstStyle/>
                    <a:p>
                      <a:pPr marL="0" lvl="0" indent="0" algn="ctr"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a:txBody>
                  <a:tcPr marL="91425" marR="91425" marT="68575" marB="68575" anchor="ctr">
                    <a:lnL w="19050" cap="flat" cmpd="sng">
                      <a:solidFill>
                        <a:srgbClr val="B7B7B7">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0.06</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0.38</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0.38</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F4C5B1">
                          <a:alpha val="0"/>
                        </a:srgb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806500">
                <a:tc>
                  <a:txBody>
                    <a:bodyPr/>
                    <a:lstStyle/>
                    <a:p>
                      <a:pPr marL="0" lvl="0" indent="0" algn="ctr"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a:txBody>
                  <a:tcPr marL="91425" marR="91425" marT="68575" marB="68575" anchor="ctr">
                    <a:lnL w="19050" cap="flat" cmpd="sng">
                      <a:solidFill>
                        <a:srgbClr val="F4C5B1">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0.11</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0.53</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0.38</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B7B7B7">
                          <a:alpha val="0"/>
                        </a:srgb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806500">
                <a:tc>
                  <a:txBody>
                    <a:bodyPr/>
                    <a:lstStyle/>
                    <a:p>
                      <a:pPr marL="0" lvl="0" indent="0" algn="ctr" rtl="0">
                        <a:spcBef>
                          <a:spcPts val="0"/>
                        </a:spcBef>
                        <a:spcAft>
                          <a:spcPts val="0"/>
                        </a:spcAft>
                        <a:buNone/>
                      </a:pPr>
                      <a:r>
                        <a:rPr lang="en" sz="2000">
                          <a:solidFill>
                            <a:schemeClr val="dk1"/>
                          </a:solidFill>
                          <a:latin typeface="Corben"/>
                          <a:ea typeface="Corben"/>
                          <a:cs typeface="Corben"/>
                          <a:sym typeface="Corben"/>
                        </a:rPr>
                        <a:t>Saturn</a:t>
                      </a:r>
                      <a:endParaRPr sz="2000">
                        <a:solidFill>
                          <a:schemeClr val="dk1"/>
                        </a:solidFill>
                        <a:latin typeface="Corben"/>
                        <a:ea typeface="Corben"/>
                        <a:cs typeface="Corben"/>
                        <a:sym typeface="Corben"/>
                      </a:endParaRPr>
                    </a:p>
                  </a:txBody>
                  <a:tcPr marL="91425" marR="91425" marT="68575" marB="68575" anchor="ctr">
                    <a:lnL w="19050" cap="flat" cmpd="sng">
                      <a:solidFill>
                        <a:srgbClr val="B7B7B7">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rgbClr val="B7B7B7">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95.2</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rgbClr val="F4C5B1">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9.4</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rgbClr val="B7B7B7">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lbert Sans"/>
                          <a:ea typeface="Albert Sans"/>
                          <a:cs typeface="Albert Sans"/>
                          <a:sym typeface="Albert Sans"/>
                        </a:rPr>
                        <a:t>1.16</a:t>
                      </a:r>
                      <a:endParaRPr sz="1600">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F4C5B1">
                          <a:alpha val="0"/>
                        </a:srgb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rgbClr val="F4C5B1">
                          <a:alpha val="0"/>
                        </a:srgb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141712"/>
        </a:solidFill>
        <a:effectLst/>
      </p:bgPr>
    </p:bg>
    <p:spTree>
      <p:nvGrpSpPr>
        <p:cNvPr id="1" name="Shape 725"/>
        <p:cNvGrpSpPr/>
        <p:nvPr/>
      </p:nvGrpSpPr>
      <p:grpSpPr>
        <a:xfrm>
          <a:off x="0" y="0"/>
          <a:ext cx="0" cy="0"/>
          <a:chOff x="0" y="0"/>
          <a:chExt cx="0" cy="0"/>
        </a:xfrm>
      </p:grpSpPr>
      <p:sp>
        <p:nvSpPr>
          <p:cNvPr id="726" name="Google Shape;726;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use this graph</a:t>
            </a:r>
            <a:endParaRPr/>
          </a:p>
        </p:txBody>
      </p:sp>
      <p:sp>
        <p:nvSpPr>
          <p:cNvPr id="727" name="Google Shape;727;p57"/>
          <p:cNvSpPr txBox="1"/>
          <p:nvPr/>
        </p:nvSpPr>
        <p:spPr>
          <a:xfrm>
            <a:off x="720000" y="4310748"/>
            <a:ext cx="7704000" cy="347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 </a:t>
            </a:r>
            <a:r>
              <a:rPr lang="en" sz="1200" b="1" u="sng">
                <a:solidFill>
                  <a:schemeClr val="dk1"/>
                </a:solidFill>
                <a:latin typeface="Albert Sans"/>
                <a:ea typeface="Albert Sans"/>
                <a:cs typeface="Albert Sans"/>
                <a:sym typeface="Albert Sans"/>
                <a:hlinkClick r:id="rId3">
                  <a:extLst>
                    <a:ext uri="{A12FA001-AC4F-418D-AE19-62706E023703}">
                      <ahyp:hlinkClr xmlns:ahyp="http://schemas.microsoft.com/office/drawing/2018/hyperlinkcolor" val="tx"/>
                    </a:ext>
                  </a:extLst>
                </a:hlinkClick>
              </a:rPr>
              <a:t>For more info, click here</a:t>
            </a:r>
            <a:endParaRPr sz="1200" b="1" u="sng">
              <a:solidFill>
                <a:schemeClr val="dk1"/>
              </a:solidFill>
              <a:latin typeface="Albert Sans"/>
              <a:ea typeface="Albert Sans"/>
              <a:cs typeface="Albert Sans"/>
              <a:sym typeface="Albert Sans"/>
            </a:endParaRPr>
          </a:p>
        </p:txBody>
      </p:sp>
      <p:pic>
        <p:nvPicPr>
          <p:cNvPr id="728" name="Google Shape;728;p57" title="Gráfico">
            <a:hlinkClick r:id="rId4"/>
          </p:cNvPr>
          <p:cNvPicPr preferRelativeResize="0"/>
          <p:nvPr/>
        </p:nvPicPr>
        <p:blipFill>
          <a:blip r:embed="rId5">
            <a:alphaModFix/>
          </a:blip>
          <a:stretch>
            <a:fillRect/>
          </a:stretch>
        </p:blipFill>
        <p:spPr>
          <a:xfrm>
            <a:off x="720000" y="1303225"/>
            <a:ext cx="4788825" cy="2961501"/>
          </a:xfrm>
          <a:prstGeom prst="rect">
            <a:avLst/>
          </a:prstGeom>
          <a:noFill/>
          <a:ln>
            <a:noFill/>
          </a:ln>
        </p:spPr>
      </p:pic>
      <p:sp>
        <p:nvSpPr>
          <p:cNvPr id="729" name="Google Shape;729;p57"/>
          <p:cNvSpPr txBox="1"/>
          <p:nvPr/>
        </p:nvSpPr>
        <p:spPr>
          <a:xfrm flipH="1">
            <a:off x="6437985" y="1385989"/>
            <a:ext cx="19860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730" name="Google Shape;730;p57"/>
          <p:cNvSpPr txBox="1"/>
          <p:nvPr/>
        </p:nvSpPr>
        <p:spPr>
          <a:xfrm flipH="1">
            <a:off x="6437985" y="3402172"/>
            <a:ext cx="19860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731" name="Google Shape;731;p57"/>
          <p:cNvSpPr txBox="1"/>
          <p:nvPr/>
        </p:nvSpPr>
        <p:spPr>
          <a:xfrm flipH="1">
            <a:off x="6437998" y="2394080"/>
            <a:ext cx="19860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732" name="Google Shape;732;p57"/>
          <p:cNvSpPr txBox="1"/>
          <p:nvPr/>
        </p:nvSpPr>
        <p:spPr>
          <a:xfrm flipH="1">
            <a:off x="6437987" y="1603675"/>
            <a:ext cx="19860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733" name="Google Shape;733;p57"/>
          <p:cNvSpPr txBox="1"/>
          <p:nvPr/>
        </p:nvSpPr>
        <p:spPr>
          <a:xfrm flipH="1">
            <a:off x="6437987" y="3619862"/>
            <a:ext cx="19860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734" name="Google Shape;734;p57"/>
          <p:cNvSpPr txBox="1"/>
          <p:nvPr/>
        </p:nvSpPr>
        <p:spPr>
          <a:xfrm flipH="1">
            <a:off x="6438000" y="2611768"/>
            <a:ext cx="19860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sp>
        <p:nvSpPr>
          <p:cNvPr id="735" name="Google Shape;735;p57"/>
          <p:cNvSpPr/>
          <p:nvPr/>
        </p:nvSpPr>
        <p:spPr>
          <a:xfrm>
            <a:off x="6122347" y="1368462"/>
            <a:ext cx="235200" cy="2352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57"/>
          <p:cNvSpPr/>
          <p:nvPr/>
        </p:nvSpPr>
        <p:spPr>
          <a:xfrm>
            <a:off x="6122347" y="2394087"/>
            <a:ext cx="235200" cy="235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57"/>
          <p:cNvSpPr/>
          <p:nvPr/>
        </p:nvSpPr>
        <p:spPr>
          <a:xfrm>
            <a:off x="6122347" y="3384662"/>
            <a:ext cx="235200" cy="2352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741"/>
        <p:cNvGrpSpPr/>
        <p:nvPr/>
      </p:nvGrpSpPr>
      <p:grpSpPr>
        <a:xfrm>
          <a:off x="0" y="0"/>
          <a:ext cx="0" cy="0"/>
          <a:chOff x="0" y="0"/>
          <a:chExt cx="0" cy="0"/>
        </a:xfrm>
      </p:grpSpPr>
      <p:sp>
        <p:nvSpPr>
          <p:cNvPr id="742" name="Google Shape;742;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 case you need a calendar, here’s one</a:t>
            </a:r>
            <a:endParaRPr/>
          </a:p>
        </p:txBody>
      </p:sp>
      <p:graphicFrame>
        <p:nvGraphicFramePr>
          <p:cNvPr id="743" name="Google Shape;743;p58"/>
          <p:cNvGraphicFramePr/>
          <p:nvPr/>
        </p:nvGraphicFramePr>
        <p:xfrm>
          <a:off x="719988" y="1448135"/>
          <a:ext cx="3000000" cy="3000000"/>
        </p:xfrm>
        <a:graphic>
          <a:graphicData uri="http://schemas.openxmlformats.org/drawingml/2006/table">
            <a:tbl>
              <a:tblPr>
                <a:noFill/>
                <a:tableStyleId>{A4DD3D06-50BD-430A-A767-BC0E34797BA8}</a:tableStyleId>
              </a:tblPr>
              <a:tblGrid>
                <a:gridCol w="1042575">
                  <a:extLst>
                    <a:ext uri="{9D8B030D-6E8A-4147-A177-3AD203B41FA5}">
                      <a16:colId xmlns:a16="http://schemas.microsoft.com/office/drawing/2014/main" val="20000"/>
                    </a:ext>
                  </a:extLst>
                </a:gridCol>
                <a:gridCol w="1110250">
                  <a:extLst>
                    <a:ext uri="{9D8B030D-6E8A-4147-A177-3AD203B41FA5}">
                      <a16:colId xmlns:a16="http://schemas.microsoft.com/office/drawing/2014/main" val="20001"/>
                    </a:ext>
                  </a:extLst>
                </a:gridCol>
                <a:gridCol w="1110225">
                  <a:extLst>
                    <a:ext uri="{9D8B030D-6E8A-4147-A177-3AD203B41FA5}">
                      <a16:colId xmlns:a16="http://schemas.microsoft.com/office/drawing/2014/main" val="20002"/>
                    </a:ext>
                  </a:extLst>
                </a:gridCol>
                <a:gridCol w="1110225">
                  <a:extLst>
                    <a:ext uri="{9D8B030D-6E8A-4147-A177-3AD203B41FA5}">
                      <a16:colId xmlns:a16="http://schemas.microsoft.com/office/drawing/2014/main" val="20003"/>
                    </a:ext>
                  </a:extLst>
                </a:gridCol>
                <a:gridCol w="1110225">
                  <a:extLst>
                    <a:ext uri="{9D8B030D-6E8A-4147-A177-3AD203B41FA5}">
                      <a16:colId xmlns:a16="http://schemas.microsoft.com/office/drawing/2014/main" val="20004"/>
                    </a:ext>
                  </a:extLst>
                </a:gridCol>
                <a:gridCol w="1110225">
                  <a:extLst>
                    <a:ext uri="{9D8B030D-6E8A-4147-A177-3AD203B41FA5}">
                      <a16:colId xmlns:a16="http://schemas.microsoft.com/office/drawing/2014/main" val="20005"/>
                    </a:ext>
                  </a:extLst>
                </a:gridCol>
                <a:gridCol w="1110225">
                  <a:extLst>
                    <a:ext uri="{9D8B030D-6E8A-4147-A177-3AD203B41FA5}">
                      <a16:colId xmlns:a16="http://schemas.microsoft.com/office/drawing/2014/main" val="20006"/>
                    </a:ext>
                  </a:extLst>
                </a:gridCol>
              </a:tblGrid>
              <a:tr h="478975">
                <a:tc>
                  <a:txBody>
                    <a:bodyPr/>
                    <a:lstStyle/>
                    <a:p>
                      <a:pPr marL="0" lvl="0" indent="0" algn="l" rtl="0">
                        <a:spcBef>
                          <a:spcPts val="0"/>
                        </a:spcBef>
                        <a:spcAft>
                          <a:spcPts val="0"/>
                        </a:spcAft>
                        <a:buNone/>
                      </a:pPr>
                      <a:r>
                        <a:rPr lang="en" sz="2000">
                          <a:solidFill>
                            <a:schemeClr val="dk1"/>
                          </a:solidFill>
                          <a:latin typeface="Corben"/>
                          <a:ea typeface="Corben"/>
                          <a:cs typeface="Corben"/>
                          <a:sym typeface="Corben"/>
                        </a:rPr>
                        <a:t>Mon</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2000">
                          <a:solidFill>
                            <a:schemeClr val="dk1"/>
                          </a:solidFill>
                          <a:latin typeface="Corben"/>
                          <a:ea typeface="Corben"/>
                          <a:cs typeface="Corben"/>
                          <a:sym typeface="Corben"/>
                        </a:rPr>
                        <a:t>Tue</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F4C5B1">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2000">
                          <a:solidFill>
                            <a:schemeClr val="dk1"/>
                          </a:solidFill>
                          <a:latin typeface="Corben"/>
                          <a:ea typeface="Corben"/>
                          <a:cs typeface="Corben"/>
                          <a:sym typeface="Corben"/>
                        </a:rPr>
                        <a:t>Wed</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2000">
                          <a:solidFill>
                            <a:schemeClr val="dk1"/>
                          </a:solidFill>
                          <a:latin typeface="Corben"/>
                          <a:ea typeface="Corben"/>
                          <a:cs typeface="Corben"/>
                          <a:sym typeface="Corben"/>
                        </a:rPr>
                        <a:t>Thu</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F4C5B1">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2000">
                          <a:solidFill>
                            <a:schemeClr val="dk1"/>
                          </a:solidFill>
                          <a:latin typeface="Corben"/>
                          <a:ea typeface="Corben"/>
                          <a:cs typeface="Corben"/>
                          <a:sym typeface="Corben"/>
                        </a:rPr>
                        <a:t>Fri</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sz="2000">
                          <a:solidFill>
                            <a:schemeClr val="dk1"/>
                          </a:solidFill>
                          <a:latin typeface="Corben"/>
                          <a:ea typeface="Corben"/>
                          <a:cs typeface="Corben"/>
                          <a:sym typeface="Corben"/>
                        </a:rPr>
                        <a:t>Sat</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F4C5B1">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Clr>
                          <a:srgbClr val="000000"/>
                        </a:buClr>
                        <a:buSzPts val="1100"/>
                        <a:buFont typeface="Arial"/>
                        <a:buNone/>
                      </a:pPr>
                      <a:r>
                        <a:rPr lang="en" sz="2000">
                          <a:solidFill>
                            <a:schemeClr val="dk1"/>
                          </a:solidFill>
                          <a:latin typeface="Corben"/>
                          <a:ea typeface="Corben"/>
                          <a:cs typeface="Corben"/>
                          <a:sym typeface="Corben"/>
                        </a:rPr>
                        <a:t>Sun</a:t>
                      </a:r>
                      <a:endParaRPr sz="2000">
                        <a:solidFill>
                          <a:schemeClr val="dk1"/>
                        </a:solidFill>
                        <a:latin typeface="Corben"/>
                        <a:ea typeface="Corben"/>
                        <a:cs typeface="Corben"/>
                        <a:sym typeface="Corben"/>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B7B7B7">
                          <a:alpha val="0"/>
                        </a:srgbClr>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0"/>
                  </a:ext>
                </a:extLst>
              </a:tr>
              <a:tr h="475300">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3</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4</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5</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6</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7</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F4C5B1">
                          <a:alpha val="0"/>
                        </a:srgb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475300">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8</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9</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10</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11</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12</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13</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14</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B7B7B7">
                          <a:alpha val="0"/>
                        </a:srgb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475300">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15</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16</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17</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18</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19</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20</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21</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F4C5B1">
                          <a:alpha val="0"/>
                        </a:srgb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r h="475300">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22</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23</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24</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25</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26</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27</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28</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F4C5B1">
                          <a:alpha val="0"/>
                        </a:srgb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4"/>
                  </a:ext>
                </a:extLst>
              </a:tr>
              <a:tr h="475300">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29</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alpha val="0"/>
                        </a:scheme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rgbClr val="F4C5B1">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30</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rgbClr val="B7B7B7">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31</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rgbClr val="F4C5B1">
                          <a:alpha val="0"/>
                        </a:srgbClr>
                      </a:solidFill>
                      <a:prstDash val="solid"/>
                      <a:round/>
                      <a:headEnd type="none" w="sm" len="sm"/>
                      <a:tailEnd type="none" w="sm" len="sm"/>
                    </a:lnB>
                  </a:tcPr>
                </a:tc>
                <a:tc gridSpan="4">
                  <a:txBody>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rgbClr val="F4C5B1">
                          <a:alpha val="0"/>
                        </a:srgbClr>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rgbClr val="B7B7B7">
                          <a:alpha val="0"/>
                        </a:srgbClr>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bl>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47"/>
        <p:cNvGrpSpPr/>
        <p:nvPr/>
      </p:nvGrpSpPr>
      <p:grpSpPr>
        <a:xfrm>
          <a:off x="0" y="0"/>
          <a:ext cx="0" cy="0"/>
          <a:chOff x="0" y="0"/>
          <a:chExt cx="0" cy="0"/>
        </a:xfrm>
      </p:grpSpPr>
      <p:sp>
        <p:nvSpPr>
          <p:cNvPr id="748" name="Google Shape;748;p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another graph</a:t>
            </a:r>
            <a:endParaRPr/>
          </a:p>
        </p:txBody>
      </p:sp>
      <p:pic>
        <p:nvPicPr>
          <p:cNvPr id="749" name="Google Shape;749;p59" title="Gráfico">
            <a:hlinkClick r:id="rId3"/>
          </p:cNvPr>
          <p:cNvPicPr preferRelativeResize="0"/>
          <p:nvPr/>
        </p:nvPicPr>
        <p:blipFill>
          <a:blip r:embed="rId4">
            <a:alphaModFix/>
          </a:blip>
          <a:stretch>
            <a:fillRect/>
          </a:stretch>
        </p:blipFill>
        <p:spPr>
          <a:xfrm>
            <a:off x="2988088" y="1120100"/>
            <a:ext cx="3167823" cy="3208775"/>
          </a:xfrm>
          <a:prstGeom prst="rect">
            <a:avLst/>
          </a:prstGeom>
          <a:noFill/>
          <a:ln>
            <a:noFill/>
          </a:ln>
        </p:spPr>
      </p:pic>
      <p:sp>
        <p:nvSpPr>
          <p:cNvPr id="750" name="Google Shape;750;p59"/>
          <p:cNvSpPr txBox="1"/>
          <p:nvPr/>
        </p:nvSpPr>
        <p:spPr>
          <a:xfrm flipH="1">
            <a:off x="713230" y="3395141"/>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751" name="Google Shape;751;p59"/>
          <p:cNvSpPr txBox="1"/>
          <p:nvPr/>
        </p:nvSpPr>
        <p:spPr>
          <a:xfrm flipH="1">
            <a:off x="713232" y="3681733"/>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752" name="Google Shape;752;p59"/>
          <p:cNvSpPr txBox="1"/>
          <p:nvPr/>
        </p:nvSpPr>
        <p:spPr>
          <a:xfrm flipH="1">
            <a:off x="713220" y="1682156"/>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753" name="Google Shape;753;p59"/>
          <p:cNvSpPr txBox="1"/>
          <p:nvPr/>
        </p:nvSpPr>
        <p:spPr>
          <a:xfrm flipH="1">
            <a:off x="713222" y="1967199"/>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754" name="Google Shape;754;p59"/>
          <p:cNvSpPr txBox="1"/>
          <p:nvPr/>
        </p:nvSpPr>
        <p:spPr>
          <a:xfrm flipH="1">
            <a:off x="6553384" y="1682150"/>
            <a:ext cx="18774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755" name="Google Shape;755;p59"/>
          <p:cNvSpPr txBox="1"/>
          <p:nvPr/>
        </p:nvSpPr>
        <p:spPr>
          <a:xfrm flipH="1">
            <a:off x="6553386" y="1968742"/>
            <a:ext cx="18774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756" name="Google Shape;756;p59"/>
          <p:cNvSpPr txBox="1"/>
          <p:nvPr/>
        </p:nvSpPr>
        <p:spPr>
          <a:xfrm flipH="1">
            <a:off x="6553373" y="3395147"/>
            <a:ext cx="18774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dk1"/>
                </a:solidFill>
                <a:latin typeface="Corben"/>
                <a:ea typeface="Corben"/>
                <a:cs typeface="Corben"/>
                <a:sym typeface="Corben"/>
              </a:rPr>
              <a:t>Jupiter</a:t>
            </a:r>
            <a:endParaRPr sz="2000">
              <a:solidFill>
                <a:schemeClr val="dk1"/>
              </a:solidFill>
              <a:latin typeface="Corben"/>
              <a:ea typeface="Corben"/>
              <a:cs typeface="Corben"/>
              <a:sym typeface="Corben"/>
            </a:endParaRPr>
          </a:p>
        </p:txBody>
      </p:sp>
      <p:sp>
        <p:nvSpPr>
          <p:cNvPr id="757" name="Google Shape;757;p59"/>
          <p:cNvSpPr txBox="1"/>
          <p:nvPr/>
        </p:nvSpPr>
        <p:spPr>
          <a:xfrm flipH="1">
            <a:off x="6553375" y="3680190"/>
            <a:ext cx="18774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Jupiter is an enormous planet</a:t>
            </a:r>
            <a:endParaRPr>
              <a:solidFill>
                <a:schemeClr val="dk1"/>
              </a:solidFill>
              <a:latin typeface="Albert Sans"/>
              <a:ea typeface="Albert Sans"/>
              <a:cs typeface="Albert Sans"/>
              <a:sym typeface="Albert Sans"/>
            </a:endParaRPr>
          </a:p>
        </p:txBody>
      </p:sp>
      <p:sp>
        <p:nvSpPr>
          <p:cNvPr id="758" name="Google Shape;758;p59"/>
          <p:cNvSpPr txBox="1"/>
          <p:nvPr/>
        </p:nvSpPr>
        <p:spPr>
          <a:xfrm flipH="1">
            <a:off x="1177715" y="2997790"/>
            <a:ext cx="10017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2"/>
                </a:solidFill>
                <a:latin typeface="Corben"/>
                <a:ea typeface="Corben"/>
                <a:cs typeface="Corben"/>
                <a:sym typeface="Corben"/>
              </a:rPr>
              <a:t>10%</a:t>
            </a:r>
            <a:endParaRPr sz="2400">
              <a:solidFill>
                <a:schemeClr val="accent2"/>
              </a:solidFill>
              <a:latin typeface="Corben"/>
              <a:ea typeface="Corben"/>
              <a:cs typeface="Corben"/>
              <a:sym typeface="Corben"/>
            </a:endParaRPr>
          </a:p>
        </p:txBody>
      </p:sp>
      <p:sp>
        <p:nvSpPr>
          <p:cNvPr id="759" name="Google Shape;759;p59"/>
          <p:cNvSpPr txBox="1"/>
          <p:nvPr/>
        </p:nvSpPr>
        <p:spPr>
          <a:xfrm flipH="1">
            <a:off x="1177710" y="1284800"/>
            <a:ext cx="10017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2"/>
                </a:solidFill>
                <a:latin typeface="Corben"/>
                <a:ea typeface="Corben"/>
                <a:cs typeface="Corben"/>
                <a:sym typeface="Corben"/>
              </a:rPr>
              <a:t>30%</a:t>
            </a:r>
            <a:endParaRPr sz="2400">
              <a:solidFill>
                <a:schemeClr val="accent2"/>
              </a:solidFill>
              <a:latin typeface="Corben"/>
              <a:ea typeface="Corben"/>
              <a:cs typeface="Corben"/>
              <a:sym typeface="Corben"/>
            </a:endParaRPr>
          </a:p>
        </p:txBody>
      </p:sp>
      <p:sp>
        <p:nvSpPr>
          <p:cNvPr id="760" name="Google Shape;760;p59"/>
          <p:cNvSpPr txBox="1"/>
          <p:nvPr/>
        </p:nvSpPr>
        <p:spPr>
          <a:xfrm flipH="1">
            <a:off x="6959729" y="1284800"/>
            <a:ext cx="10017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accent2"/>
                </a:solidFill>
                <a:latin typeface="Corben"/>
                <a:ea typeface="Corben"/>
                <a:cs typeface="Corben"/>
                <a:sym typeface="Corben"/>
              </a:rPr>
              <a:t>20%</a:t>
            </a:r>
            <a:endParaRPr sz="2400">
              <a:solidFill>
                <a:schemeClr val="accent2"/>
              </a:solidFill>
              <a:latin typeface="Corben"/>
              <a:ea typeface="Corben"/>
              <a:cs typeface="Corben"/>
              <a:sym typeface="Corben"/>
            </a:endParaRPr>
          </a:p>
        </p:txBody>
      </p:sp>
      <p:sp>
        <p:nvSpPr>
          <p:cNvPr id="761" name="Google Shape;761;p59"/>
          <p:cNvSpPr txBox="1"/>
          <p:nvPr/>
        </p:nvSpPr>
        <p:spPr>
          <a:xfrm flipH="1">
            <a:off x="6959723" y="2997792"/>
            <a:ext cx="10017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accent2"/>
                </a:solidFill>
                <a:latin typeface="Corben"/>
                <a:ea typeface="Corben"/>
                <a:cs typeface="Corben"/>
                <a:sym typeface="Corben"/>
              </a:rPr>
              <a:t>40%</a:t>
            </a:r>
            <a:endParaRPr sz="2400">
              <a:solidFill>
                <a:schemeClr val="accent2"/>
              </a:solidFill>
              <a:latin typeface="Corben"/>
              <a:ea typeface="Corben"/>
              <a:cs typeface="Corben"/>
              <a:sym typeface="Corben"/>
            </a:endParaRPr>
          </a:p>
        </p:txBody>
      </p:sp>
      <p:sp>
        <p:nvSpPr>
          <p:cNvPr id="762" name="Google Shape;762;p59"/>
          <p:cNvSpPr txBox="1"/>
          <p:nvPr/>
        </p:nvSpPr>
        <p:spPr>
          <a:xfrm>
            <a:off x="720000" y="4328873"/>
            <a:ext cx="7704000" cy="347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 </a:t>
            </a:r>
            <a:r>
              <a:rPr lang="en" sz="1200" b="1" u="sng">
                <a:solidFill>
                  <a:schemeClr val="dk1"/>
                </a:solidFill>
                <a:latin typeface="Albert Sans"/>
                <a:ea typeface="Albert Sans"/>
                <a:cs typeface="Albert Sans"/>
                <a:sym typeface="Albert Sans"/>
                <a:hlinkClick r:id="rId5">
                  <a:extLst>
                    <a:ext uri="{A12FA001-AC4F-418D-AE19-62706E023703}">
                      <ahyp:hlinkClr xmlns:ahyp="http://schemas.microsoft.com/office/drawing/2018/hyperlinkcolor" val="tx"/>
                    </a:ext>
                  </a:extLst>
                </a:hlinkClick>
              </a:rPr>
              <a:t>For more info, click here</a:t>
            </a:r>
            <a:endParaRPr sz="1200" b="1" u="sng">
              <a:solidFill>
                <a:schemeClr val="dk1"/>
              </a:solidFill>
              <a:latin typeface="Albert Sans"/>
              <a:ea typeface="Albert Sans"/>
              <a:cs typeface="Albert Sans"/>
              <a:sym typeface="Albert Sans"/>
            </a:endParaRPr>
          </a:p>
        </p:txBody>
      </p:sp>
      <p:sp>
        <p:nvSpPr>
          <p:cNvPr id="763" name="Google Shape;763;p59"/>
          <p:cNvSpPr/>
          <p:nvPr/>
        </p:nvSpPr>
        <p:spPr>
          <a:xfrm>
            <a:off x="810816" y="1236401"/>
            <a:ext cx="283500" cy="283500"/>
          </a:xfrm>
          <a:prstGeom prst="ellipse">
            <a:avLst/>
          </a:prstGeom>
          <a:solidFill>
            <a:schemeClr val="l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9"/>
          <p:cNvSpPr/>
          <p:nvPr/>
        </p:nvSpPr>
        <p:spPr>
          <a:xfrm>
            <a:off x="810816" y="2954102"/>
            <a:ext cx="283500" cy="283500"/>
          </a:xfrm>
          <a:prstGeom prst="ellipse">
            <a:avLst/>
          </a:prstGeom>
          <a:solidFill>
            <a:schemeClr val="dk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9"/>
          <p:cNvSpPr/>
          <p:nvPr/>
        </p:nvSpPr>
        <p:spPr>
          <a:xfrm>
            <a:off x="8049666" y="1236401"/>
            <a:ext cx="283500" cy="283500"/>
          </a:xfrm>
          <a:prstGeom prst="ellipse">
            <a:avLst/>
          </a:prstGeom>
          <a:solidFill>
            <a:schemeClr val="accen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59"/>
          <p:cNvSpPr/>
          <p:nvPr/>
        </p:nvSpPr>
        <p:spPr>
          <a:xfrm>
            <a:off x="8049666" y="2954102"/>
            <a:ext cx="283500" cy="283500"/>
          </a:xfrm>
          <a:prstGeom prst="ellipse">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770"/>
        <p:cNvGrpSpPr/>
        <p:nvPr/>
      </p:nvGrpSpPr>
      <p:grpSpPr>
        <a:xfrm>
          <a:off x="0" y="0"/>
          <a:ext cx="0" cy="0"/>
          <a:chOff x="0" y="0"/>
          <a:chExt cx="0" cy="0"/>
        </a:xfrm>
      </p:grpSpPr>
      <p:sp>
        <p:nvSpPr>
          <p:cNvPr id="771" name="Google Shape;771;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Another timeline can be useful</a:t>
            </a:r>
            <a:endParaRPr/>
          </a:p>
        </p:txBody>
      </p:sp>
      <p:sp>
        <p:nvSpPr>
          <p:cNvPr id="772" name="Google Shape;772;p60"/>
          <p:cNvSpPr txBox="1"/>
          <p:nvPr/>
        </p:nvSpPr>
        <p:spPr>
          <a:xfrm flipH="1">
            <a:off x="713100" y="2521625"/>
            <a:ext cx="1504500" cy="46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773" name="Google Shape;773;p60"/>
          <p:cNvSpPr txBox="1"/>
          <p:nvPr/>
        </p:nvSpPr>
        <p:spPr>
          <a:xfrm flipH="1">
            <a:off x="713106" y="2884032"/>
            <a:ext cx="15045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774" name="Google Shape;774;p60"/>
          <p:cNvSpPr txBox="1"/>
          <p:nvPr/>
        </p:nvSpPr>
        <p:spPr>
          <a:xfrm flipH="1">
            <a:off x="2273024" y="3354073"/>
            <a:ext cx="1504500" cy="46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775" name="Google Shape;775;p60"/>
          <p:cNvSpPr txBox="1"/>
          <p:nvPr/>
        </p:nvSpPr>
        <p:spPr>
          <a:xfrm flipH="1">
            <a:off x="2273021" y="3714814"/>
            <a:ext cx="15045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776" name="Google Shape;776;p60"/>
          <p:cNvSpPr txBox="1"/>
          <p:nvPr/>
        </p:nvSpPr>
        <p:spPr>
          <a:xfrm flipH="1">
            <a:off x="3832932" y="2521625"/>
            <a:ext cx="1504500" cy="46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777" name="Google Shape;777;p60"/>
          <p:cNvSpPr txBox="1"/>
          <p:nvPr/>
        </p:nvSpPr>
        <p:spPr>
          <a:xfrm flipH="1">
            <a:off x="3832935" y="2884032"/>
            <a:ext cx="15045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Despite being red, it’s cold</a:t>
            </a:r>
            <a:endParaRPr>
              <a:solidFill>
                <a:schemeClr val="dk1"/>
              </a:solidFill>
              <a:latin typeface="Albert Sans"/>
              <a:ea typeface="Albert Sans"/>
              <a:cs typeface="Albert Sans"/>
              <a:sym typeface="Albert Sans"/>
            </a:endParaRPr>
          </a:p>
        </p:txBody>
      </p:sp>
      <p:sp>
        <p:nvSpPr>
          <p:cNvPr id="778" name="Google Shape;778;p60"/>
          <p:cNvSpPr txBox="1"/>
          <p:nvPr/>
        </p:nvSpPr>
        <p:spPr>
          <a:xfrm flipH="1">
            <a:off x="5392850" y="3354073"/>
            <a:ext cx="1504500" cy="46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Jupiter</a:t>
            </a:r>
            <a:endParaRPr sz="2000">
              <a:solidFill>
                <a:schemeClr val="dk1"/>
              </a:solidFill>
              <a:latin typeface="Corben"/>
              <a:ea typeface="Corben"/>
              <a:cs typeface="Corben"/>
              <a:sym typeface="Corben"/>
            </a:endParaRPr>
          </a:p>
        </p:txBody>
      </p:sp>
      <p:sp>
        <p:nvSpPr>
          <p:cNvPr id="779" name="Google Shape;779;p60"/>
          <p:cNvSpPr txBox="1"/>
          <p:nvPr/>
        </p:nvSpPr>
        <p:spPr>
          <a:xfrm flipH="1">
            <a:off x="5392849" y="3714814"/>
            <a:ext cx="15045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Jupiter is a huge gas giant</a:t>
            </a:r>
            <a:endParaRPr>
              <a:solidFill>
                <a:schemeClr val="dk1"/>
              </a:solidFill>
              <a:latin typeface="Albert Sans"/>
              <a:ea typeface="Albert Sans"/>
              <a:cs typeface="Albert Sans"/>
              <a:sym typeface="Albert Sans"/>
            </a:endParaRPr>
          </a:p>
        </p:txBody>
      </p:sp>
      <p:sp>
        <p:nvSpPr>
          <p:cNvPr id="780" name="Google Shape;780;p60"/>
          <p:cNvSpPr txBox="1"/>
          <p:nvPr/>
        </p:nvSpPr>
        <p:spPr>
          <a:xfrm flipH="1">
            <a:off x="840000" y="1260575"/>
            <a:ext cx="12507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2"/>
                </a:solidFill>
                <a:latin typeface="Corben"/>
                <a:ea typeface="Corben"/>
                <a:cs typeface="Corben"/>
                <a:sym typeface="Corben"/>
              </a:rPr>
              <a:t>19XX</a:t>
            </a:r>
            <a:endParaRPr sz="2000">
              <a:solidFill>
                <a:schemeClr val="accent2"/>
              </a:solidFill>
              <a:latin typeface="Corben"/>
              <a:ea typeface="Corben"/>
              <a:cs typeface="Corben"/>
              <a:sym typeface="Corben"/>
            </a:endParaRPr>
          </a:p>
        </p:txBody>
      </p:sp>
      <p:sp>
        <p:nvSpPr>
          <p:cNvPr id="781" name="Google Shape;781;p60"/>
          <p:cNvSpPr txBox="1"/>
          <p:nvPr/>
        </p:nvSpPr>
        <p:spPr>
          <a:xfrm flipH="1">
            <a:off x="2399930" y="1260575"/>
            <a:ext cx="12507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2"/>
                </a:solidFill>
                <a:latin typeface="Corben"/>
                <a:ea typeface="Corben"/>
                <a:cs typeface="Corben"/>
                <a:sym typeface="Corben"/>
              </a:rPr>
              <a:t>19XX</a:t>
            </a:r>
            <a:endParaRPr sz="2000">
              <a:solidFill>
                <a:schemeClr val="accent2"/>
              </a:solidFill>
              <a:latin typeface="Corben"/>
              <a:ea typeface="Corben"/>
              <a:cs typeface="Corben"/>
              <a:sym typeface="Corben"/>
            </a:endParaRPr>
          </a:p>
        </p:txBody>
      </p:sp>
      <p:sp>
        <p:nvSpPr>
          <p:cNvPr id="782" name="Google Shape;782;p60"/>
          <p:cNvSpPr txBox="1"/>
          <p:nvPr/>
        </p:nvSpPr>
        <p:spPr>
          <a:xfrm flipH="1">
            <a:off x="3959862" y="1260575"/>
            <a:ext cx="12507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2"/>
                </a:solidFill>
                <a:latin typeface="Corben"/>
                <a:ea typeface="Corben"/>
                <a:cs typeface="Corben"/>
                <a:sym typeface="Corben"/>
              </a:rPr>
              <a:t>20XX</a:t>
            </a:r>
            <a:endParaRPr sz="2000">
              <a:solidFill>
                <a:schemeClr val="accent2"/>
              </a:solidFill>
              <a:latin typeface="Corben"/>
              <a:ea typeface="Corben"/>
              <a:cs typeface="Corben"/>
              <a:sym typeface="Corben"/>
            </a:endParaRPr>
          </a:p>
        </p:txBody>
      </p:sp>
      <p:sp>
        <p:nvSpPr>
          <p:cNvPr id="783" name="Google Shape;783;p60"/>
          <p:cNvSpPr txBox="1"/>
          <p:nvPr/>
        </p:nvSpPr>
        <p:spPr>
          <a:xfrm flipH="1">
            <a:off x="5519793" y="1260575"/>
            <a:ext cx="12507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2"/>
                </a:solidFill>
                <a:latin typeface="Corben"/>
                <a:ea typeface="Corben"/>
                <a:cs typeface="Corben"/>
                <a:sym typeface="Corben"/>
              </a:rPr>
              <a:t>20XX</a:t>
            </a:r>
            <a:endParaRPr sz="2000">
              <a:solidFill>
                <a:schemeClr val="accent2"/>
              </a:solidFill>
              <a:latin typeface="Corben"/>
              <a:ea typeface="Corben"/>
              <a:cs typeface="Corben"/>
              <a:sym typeface="Corben"/>
            </a:endParaRPr>
          </a:p>
        </p:txBody>
      </p:sp>
      <p:sp>
        <p:nvSpPr>
          <p:cNvPr id="784" name="Google Shape;784;p60"/>
          <p:cNvSpPr txBox="1"/>
          <p:nvPr/>
        </p:nvSpPr>
        <p:spPr>
          <a:xfrm flipH="1">
            <a:off x="6952775" y="2521632"/>
            <a:ext cx="1504500" cy="46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Neptune</a:t>
            </a:r>
            <a:endParaRPr sz="2000">
              <a:solidFill>
                <a:schemeClr val="dk1"/>
              </a:solidFill>
              <a:latin typeface="Corben"/>
              <a:ea typeface="Corben"/>
              <a:cs typeface="Corben"/>
              <a:sym typeface="Corben"/>
            </a:endParaRPr>
          </a:p>
        </p:txBody>
      </p:sp>
      <p:sp>
        <p:nvSpPr>
          <p:cNvPr id="785" name="Google Shape;785;p60"/>
          <p:cNvSpPr txBox="1"/>
          <p:nvPr/>
        </p:nvSpPr>
        <p:spPr>
          <a:xfrm flipH="1">
            <a:off x="6952774" y="2882489"/>
            <a:ext cx="15045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Neptune is far from the Sun</a:t>
            </a:r>
            <a:endParaRPr>
              <a:solidFill>
                <a:schemeClr val="dk1"/>
              </a:solidFill>
              <a:latin typeface="Albert Sans"/>
              <a:ea typeface="Albert Sans"/>
              <a:cs typeface="Albert Sans"/>
              <a:sym typeface="Albert Sans"/>
            </a:endParaRPr>
          </a:p>
        </p:txBody>
      </p:sp>
      <p:sp>
        <p:nvSpPr>
          <p:cNvPr id="786" name="Google Shape;786;p60"/>
          <p:cNvSpPr txBox="1"/>
          <p:nvPr/>
        </p:nvSpPr>
        <p:spPr>
          <a:xfrm flipH="1">
            <a:off x="7079725" y="1260575"/>
            <a:ext cx="1250700" cy="606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2"/>
                </a:solidFill>
                <a:latin typeface="Corben"/>
                <a:ea typeface="Corben"/>
                <a:cs typeface="Corben"/>
                <a:sym typeface="Corben"/>
              </a:rPr>
              <a:t>20XX</a:t>
            </a:r>
            <a:endParaRPr sz="2000">
              <a:solidFill>
                <a:schemeClr val="accent2"/>
              </a:solidFill>
              <a:latin typeface="Corben"/>
              <a:ea typeface="Corben"/>
              <a:cs typeface="Corben"/>
              <a:sym typeface="Corben"/>
            </a:endParaRPr>
          </a:p>
        </p:txBody>
      </p:sp>
      <p:cxnSp>
        <p:nvCxnSpPr>
          <p:cNvPr id="787" name="Google Shape;787;p60"/>
          <p:cNvCxnSpPr>
            <a:stCxn id="780" idx="1"/>
            <a:endCxn id="781" idx="3"/>
          </p:cNvCxnSpPr>
          <p:nvPr/>
        </p:nvCxnSpPr>
        <p:spPr>
          <a:xfrm>
            <a:off x="2090700" y="1563725"/>
            <a:ext cx="309300" cy="0"/>
          </a:xfrm>
          <a:prstGeom prst="straightConnector1">
            <a:avLst/>
          </a:prstGeom>
          <a:noFill/>
          <a:ln w="19050" cap="flat" cmpd="sng">
            <a:solidFill>
              <a:schemeClr val="accent1"/>
            </a:solidFill>
            <a:prstDash val="dot"/>
            <a:round/>
            <a:headEnd type="none" w="med" len="med"/>
            <a:tailEnd type="none" w="med" len="med"/>
          </a:ln>
        </p:spPr>
      </p:cxnSp>
      <p:cxnSp>
        <p:nvCxnSpPr>
          <p:cNvPr id="788" name="Google Shape;788;p60"/>
          <p:cNvCxnSpPr>
            <a:stCxn id="781" idx="1"/>
            <a:endCxn id="782" idx="3"/>
          </p:cNvCxnSpPr>
          <p:nvPr/>
        </p:nvCxnSpPr>
        <p:spPr>
          <a:xfrm>
            <a:off x="3650630" y="1563725"/>
            <a:ext cx="309300" cy="0"/>
          </a:xfrm>
          <a:prstGeom prst="straightConnector1">
            <a:avLst/>
          </a:prstGeom>
          <a:noFill/>
          <a:ln w="19050" cap="flat" cmpd="sng">
            <a:solidFill>
              <a:schemeClr val="accent1"/>
            </a:solidFill>
            <a:prstDash val="dot"/>
            <a:round/>
            <a:headEnd type="none" w="med" len="med"/>
            <a:tailEnd type="none" w="med" len="med"/>
          </a:ln>
        </p:spPr>
      </p:cxnSp>
      <p:cxnSp>
        <p:nvCxnSpPr>
          <p:cNvPr id="789" name="Google Shape;789;p60"/>
          <p:cNvCxnSpPr>
            <a:stCxn id="782" idx="1"/>
            <a:endCxn id="783" idx="3"/>
          </p:cNvCxnSpPr>
          <p:nvPr/>
        </p:nvCxnSpPr>
        <p:spPr>
          <a:xfrm>
            <a:off x="5210562" y="1563725"/>
            <a:ext cx="309300" cy="0"/>
          </a:xfrm>
          <a:prstGeom prst="straightConnector1">
            <a:avLst/>
          </a:prstGeom>
          <a:noFill/>
          <a:ln w="19050" cap="flat" cmpd="sng">
            <a:solidFill>
              <a:schemeClr val="accent1"/>
            </a:solidFill>
            <a:prstDash val="dot"/>
            <a:round/>
            <a:headEnd type="none" w="med" len="med"/>
            <a:tailEnd type="none" w="med" len="med"/>
          </a:ln>
        </p:spPr>
      </p:cxnSp>
      <p:cxnSp>
        <p:nvCxnSpPr>
          <p:cNvPr id="790" name="Google Shape;790;p60"/>
          <p:cNvCxnSpPr>
            <a:stCxn id="783" idx="1"/>
            <a:endCxn id="786" idx="3"/>
          </p:cNvCxnSpPr>
          <p:nvPr/>
        </p:nvCxnSpPr>
        <p:spPr>
          <a:xfrm>
            <a:off x="6770493" y="1563725"/>
            <a:ext cx="309300" cy="0"/>
          </a:xfrm>
          <a:prstGeom prst="straightConnector1">
            <a:avLst/>
          </a:prstGeom>
          <a:noFill/>
          <a:ln w="19050" cap="flat" cmpd="sng">
            <a:solidFill>
              <a:schemeClr val="accent1"/>
            </a:solidFill>
            <a:prstDash val="dot"/>
            <a:round/>
            <a:headEnd type="none" w="med" len="med"/>
            <a:tailEnd type="none" w="med" len="med"/>
          </a:ln>
        </p:spPr>
      </p:cxnSp>
      <p:cxnSp>
        <p:nvCxnSpPr>
          <p:cNvPr id="791" name="Google Shape;791;p60"/>
          <p:cNvCxnSpPr>
            <a:stCxn id="780" idx="2"/>
            <a:endCxn id="772" idx="0"/>
          </p:cNvCxnSpPr>
          <p:nvPr/>
        </p:nvCxnSpPr>
        <p:spPr>
          <a:xfrm>
            <a:off x="1465350" y="1866875"/>
            <a:ext cx="0" cy="654600"/>
          </a:xfrm>
          <a:prstGeom prst="straightConnector1">
            <a:avLst/>
          </a:prstGeom>
          <a:noFill/>
          <a:ln w="19050" cap="flat" cmpd="sng">
            <a:solidFill>
              <a:schemeClr val="accent1"/>
            </a:solidFill>
            <a:prstDash val="solid"/>
            <a:round/>
            <a:headEnd type="oval" w="med" len="med"/>
            <a:tailEnd type="oval" w="med" len="med"/>
          </a:ln>
        </p:spPr>
      </p:cxnSp>
      <p:cxnSp>
        <p:nvCxnSpPr>
          <p:cNvPr id="792" name="Google Shape;792;p60"/>
          <p:cNvCxnSpPr>
            <a:stCxn id="781" idx="2"/>
            <a:endCxn id="774" idx="0"/>
          </p:cNvCxnSpPr>
          <p:nvPr/>
        </p:nvCxnSpPr>
        <p:spPr>
          <a:xfrm>
            <a:off x="3025280" y="1866875"/>
            <a:ext cx="0" cy="1487100"/>
          </a:xfrm>
          <a:prstGeom prst="straightConnector1">
            <a:avLst/>
          </a:prstGeom>
          <a:noFill/>
          <a:ln w="19050" cap="flat" cmpd="sng">
            <a:solidFill>
              <a:schemeClr val="accent1"/>
            </a:solidFill>
            <a:prstDash val="solid"/>
            <a:round/>
            <a:headEnd type="oval" w="med" len="med"/>
            <a:tailEnd type="oval" w="med" len="med"/>
          </a:ln>
        </p:spPr>
      </p:cxnSp>
      <p:cxnSp>
        <p:nvCxnSpPr>
          <p:cNvPr id="793" name="Google Shape;793;p60"/>
          <p:cNvCxnSpPr>
            <a:stCxn id="782" idx="2"/>
            <a:endCxn id="776" idx="0"/>
          </p:cNvCxnSpPr>
          <p:nvPr/>
        </p:nvCxnSpPr>
        <p:spPr>
          <a:xfrm>
            <a:off x="4585212" y="1866875"/>
            <a:ext cx="0" cy="654600"/>
          </a:xfrm>
          <a:prstGeom prst="straightConnector1">
            <a:avLst/>
          </a:prstGeom>
          <a:noFill/>
          <a:ln w="19050" cap="flat" cmpd="sng">
            <a:solidFill>
              <a:schemeClr val="accent1"/>
            </a:solidFill>
            <a:prstDash val="solid"/>
            <a:round/>
            <a:headEnd type="oval" w="med" len="med"/>
            <a:tailEnd type="oval" w="med" len="med"/>
          </a:ln>
        </p:spPr>
      </p:cxnSp>
      <p:cxnSp>
        <p:nvCxnSpPr>
          <p:cNvPr id="794" name="Google Shape;794;p60"/>
          <p:cNvCxnSpPr>
            <a:stCxn id="783" idx="2"/>
            <a:endCxn id="778" idx="0"/>
          </p:cNvCxnSpPr>
          <p:nvPr/>
        </p:nvCxnSpPr>
        <p:spPr>
          <a:xfrm>
            <a:off x="6145143" y="1866875"/>
            <a:ext cx="0" cy="1487100"/>
          </a:xfrm>
          <a:prstGeom prst="straightConnector1">
            <a:avLst/>
          </a:prstGeom>
          <a:noFill/>
          <a:ln w="19050" cap="flat" cmpd="sng">
            <a:solidFill>
              <a:schemeClr val="accent1"/>
            </a:solidFill>
            <a:prstDash val="solid"/>
            <a:round/>
            <a:headEnd type="oval" w="med" len="med"/>
            <a:tailEnd type="oval" w="med" len="med"/>
          </a:ln>
        </p:spPr>
      </p:cxnSp>
      <p:cxnSp>
        <p:nvCxnSpPr>
          <p:cNvPr id="795" name="Google Shape;795;p60"/>
          <p:cNvCxnSpPr>
            <a:stCxn id="786" idx="2"/>
            <a:endCxn id="784" idx="0"/>
          </p:cNvCxnSpPr>
          <p:nvPr/>
        </p:nvCxnSpPr>
        <p:spPr>
          <a:xfrm>
            <a:off x="7705075" y="1866875"/>
            <a:ext cx="0" cy="654900"/>
          </a:xfrm>
          <a:prstGeom prst="straightConnector1">
            <a:avLst/>
          </a:prstGeom>
          <a:noFill/>
          <a:ln w="19050" cap="flat" cmpd="sng">
            <a:solidFill>
              <a:schemeClr val="accent1"/>
            </a:solidFill>
            <a:prstDash val="solid"/>
            <a:round/>
            <a:headEnd type="oval" w="med" len="med"/>
            <a:tailEnd type="oval" w="med" len="med"/>
          </a:ln>
        </p:spPr>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799"/>
        <p:cNvGrpSpPr/>
        <p:nvPr/>
      </p:nvGrpSpPr>
      <p:grpSpPr>
        <a:xfrm>
          <a:off x="0" y="0"/>
          <a:ext cx="0" cy="0"/>
          <a:chOff x="0" y="0"/>
          <a:chExt cx="0" cy="0"/>
        </a:xfrm>
      </p:grpSpPr>
      <p:sp>
        <p:nvSpPr>
          <p:cNvPr id="800" name="Google Shape;800;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another infographic</a:t>
            </a:r>
            <a:endParaRPr/>
          </a:p>
        </p:txBody>
      </p:sp>
      <p:sp>
        <p:nvSpPr>
          <p:cNvPr id="801" name="Google Shape;801;p61"/>
          <p:cNvSpPr txBox="1"/>
          <p:nvPr/>
        </p:nvSpPr>
        <p:spPr>
          <a:xfrm flipH="1">
            <a:off x="1654541" y="3186675"/>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802" name="Google Shape;802;p61"/>
          <p:cNvSpPr txBox="1"/>
          <p:nvPr/>
        </p:nvSpPr>
        <p:spPr>
          <a:xfrm flipH="1">
            <a:off x="1654543" y="3473267"/>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803" name="Google Shape;803;p61"/>
          <p:cNvSpPr txBox="1"/>
          <p:nvPr/>
        </p:nvSpPr>
        <p:spPr>
          <a:xfrm flipH="1">
            <a:off x="1654531" y="1551294"/>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804" name="Google Shape;804;p61"/>
          <p:cNvSpPr txBox="1"/>
          <p:nvPr/>
        </p:nvSpPr>
        <p:spPr>
          <a:xfrm flipH="1">
            <a:off x="1654533" y="1836337"/>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805" name="Google Shape;805;p61"/>
          <p:cNvSpPr txBox="1"/>
          <p:nvPr/>
        </p:nvSpPr>
        <p:spPr>
          <a:xfrm flipH="1">
            <a:off x="5611320" y="1551288"/>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806" name="Google Shape;806;p61"/>
          <p:cNvSpPr txBox="1"/>
          <p:nvPr/>
        </p:nvSpPr>
        <p:spPr>
          <a:xfrm flipH="1">
            <a:off x="5611322" y="1837880"/>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807" name="Google Shape;807;p61"/>
          <p:cNvSpPr txBox="1"/>
          <p:nvPr/>
        </p:nvSpPr>
        <p:spPr>
          <a:xfrm flipH="1">
            <a:off x="5611309" y="3186681"/>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Jupiter</a:t>
            </a:r>
            <a:endParaRPr sz="2000">
              <a:solidFill>
                <a:schemeClr val="dk1"/>
              </a:solidFill>
              <a:latin typeface="Corben"/>
              <a:ea typeface="Corben"/>
              <a:cs typeface="Corben"/>
              <a:sym typeface="Corben"/>
            </a:endParaRPr>
          </a:p>
        </p:txBody>
      </p:sp>
      <p:sp>
        <p:nvSpPr>
          <p:cNvPr id="808" name="Google Shape;808;p61"/>
          <p:cNvSpPr txBox="1"/>
          <p:nvPr/>
        </p:nvSpPr>
        <p:spPr>
          <a:xfrm flipH="1">
            <a:off x="5611311" y="3471724"/>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Jupiter is an enormous planet</a:t>
            </a:r>
            <a:endParaRPr>
              <a:solidFill>
                <a:schemeClr val="dk1"/>
              </a:solidFill>
              <a:latin typeface="Albert Sans"/>
              <a:ea typeface="Albert Sans"/>
              <a:cs typeface="Albert Sans"/>
              <a:sym typeface="Albert Sans"/>
            </a:endParaRPr>
          </a:p>
        </p:txBody>
      </p:sp>
      <p:sp>
        <p:nvSpPr>
          <p:cNvPr id="809" name="Google Shape;809;p61"/>
          <p:cNvSpPr/>
          <p:nvPr/>
        </p:nvSpPr>
        <p:spPr>
          <a:xfrm>
            <a:off x="719994" y="1501897"/>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61"/>
          <p:cNvSpPr/>
          <p:nvPr/>
        </p:nvSpPr>
        <p:spPr>
          <a:xfrm>
            <a:off x="4691819" y="1501897"/>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61"/>
          <p:cNvSpPr/>
          <p:nvPr/>
        </p:nvSpPr>
        <p:spPr>
          <a:xfrm>
            <a:off x="719994" y="318668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61"/>
          <p:cNvSpPr/>
          <p:nvPr/>
        </p:nvSpPr>
        <p:spPr>
          <a:xfrm>
            <a:off x="4691819" y="3186685"/>
            <a:ext cx="807900" cy="807900"/>
          </a:xfrm>
          <a:prstGeom prst="ellipse">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61"/>
          <p:cNvSpPr/>
          <p:nvPr/>
        </p:nvSpPr>
        <p:spPr>
          <a:xfrm>
            <a:off x="1723608" y="2520863"/>
            <a:ext cx="1548600" cy="169500"/>
          </a:xfrm>
          <a:prstGeom prst="roundRect">
            <a:avLst>
              <a:gd name="adj" fmla="val 5000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61"/>
          <p:cNvSpPr/>
          <p:nvPr/>
        </p:nvSpPr>
        <p:spPr>
          <a:xfrm>
            <a:off x="1723600" y="2520863"/>
            <a:ext cx="807900" cy="169500"/>
          </a:xfrm>
          <a:prstGeom prst="roundRect">
            <a:avLst>
              <a:gd name="adj" fmla="val 50000"/>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61"/>
          <p:cNvSpPr/>
          <p:nvPr/>
        </p:nvSpPr>
        <p:spPr>
          <a:xfrm>
            <a:off x="5712983" y="2520863"/>
            <a:ext cx="1548600" cy="169500"/>
          </a:xfrm>
          <a:prstGeom prst="roundRect">
            <a:avLst>
              <a:gd name="adj" fmla="val 5000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61"/>
          <p:cNvSpPr/>
          <p:nvPr/>
        </p:nvSpPr>
        <p:spPr>
          <a:xfrm>
            <a:off x="5712983" y="2520863"/>
            <a:ext cx="414900" cy="169500"/>
          </a:xfrm>
          <a:prstGeom prst="roundRect">
            <a:avLst>
              <a:gd name="adj" fmla="val 50000"/>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61"/>
          <p:cNvSpPr/>
          <p:nvPr/>
        </p:nvSpPr>
        <p:spPr>
          <a:xfrm>
            <a:off x="1723608" y="4144601"/>
            <a:ext cx="1548600" cy="169500"/>
          </a:xfrm>
          <a:prstGeom prst="roundRect">
            <a:avLst>
              <a:gd name="adj" fmla="val 5000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61"/>
          <p:cNvSpPr/>
          <p:nvPr/>
        </p:nvSpPr>
        <p:spPr>
          <a:xfrm>
            <a:off x="1723608" y="4144600"/>
            <a:ext cx="1548600" cy="169500"/>
          </a:xfrm>
          <a:prstGeom prst="roundRect">
            <a:avLst>
              <a:gd name="adj" fmla="val 50000"/>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61"/>
          <p:cNvSpPr/>
          <p:nvPr/>
        </p:nvSpPr>
        <p:spPr>
          <a:xfrm>
            <a:off x="5712983" y="4144601"/>
            <a:ext cx="1548600" cy="169500"/>
          </a:xfrm>
          <a:prstGeom prst="roundRect">
            <a:avLst>
              <a:gd name="adj" fmla="val 5000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61"/>
          <p:cNvSpPr/>
          <p:nvPr/>
        </p:nvSpPr>
        <p:spPr>
          <a:xfrm>
            <a:off x="5712975" y="4144600"/>
            <a:ext cx="1206600" cy="169500"/>
          </a:xfrm>
          <a:prstGeom prst="roundRect">
            <a:avLst>
              <a:gd name="adj" fmla="val 50000"/>
            </a:avLst>
          </a:prstGeom>
          <a:solidFill>
            <a:schemeClr val="accent2"/>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61"/>
          <p:cNvSpPr txBox="1"/>
          <p:nvPr/>
        </p:nvSpPr>
        <p:spPr>
          <a:xfrm flipH="1">
            <a:off x="3272203" y="4060966"/>
            <a:ext cx="8538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2"/>
                </a:solidFill>
                <a:latin typeface="Corben"/>
                <a:ea typeface="Corben"/>
                <a:cs typeface="Corben"/>
                <a:sym typeface="Corben"/>
              </a:rPr>
              <a:t>100%</a:t>
            </a:r>
            <a:endParaRPr sz="1800">
              <a:solidFill>
                <a:schemeClr val="accent2"/>
              </a:solidFill>
              <a:latin typeface="Corben"/>
              <a:ea typeface="Corben"/>
              <a:cs typeface="Corben"/>
              <a:sym typeface="Corben"/>
            </a:endParaRPr>
          </a:p>
        </p:txBody>
      </p:sp>
      <p:sp>
        <p:nvSpPr>
          <p:cNvPr id="822" name="Google Shape;822;p61"/>
          <p:cNvSpPr txBox="1"/>
          <p:nvPr/>
        </p:nvSpPr>
        <p:spPr>
          <a:xfrm flipH="1">
            <a:off x="3272198" y="2425578"/>
            <a:ext cx="8538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2"/>
                </a:solidFill>
                <a:latin typeface="Corben"/>
                <a:ea typeface="Corben"/>
                <a:cs typeface="Corben"/>
                <a:sym typeface="Corben"/>
              </a:rPr>
              <a:t>50%</a:t>
            </a:r>
            <a:endParaRPr sz="1800">
              <a:solidFill>
                <a:schemeClr val="accent2"/>
              </a:solidFill>
              <a:latin typeface="Corben"/>
              <a:ea typeface="Corben"/>
              <a:cs typeface="Corben"/>
              <a:sym typeface="Corben"/>
            </a:endParaRPr>
          </a:p>
        </p:txBody>
      </p:sp>
      <p:sp>
        <p:nvSpPr>
          <p:cNvPr id="823" name="Google Shape;823;p61"/>
          <p:cNvSpPr txBox="1"/>
          <p:nvPr/>
        </p:nvSpPr>
        <p:spPr>
          <a:xfrm flipH="1">
            <a:off x="7261576" y="2425578"/>
            <a:ext cx="8538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2"/>
                </a:solidFill>
                <a:latin typeface="Corben"/>
                <a:ea typeface="Corben"/>
                <a:cs typeface="Corben"/>
                <a:sym typeface="Corben"/>
              </a:rPr>
              <a:t>25%</a:t>
            </a:r>
            <a:endParaRPr sz="1800">
              <a:solidFill>
                <a:schemeClr val="accent2"/>
              </a:solidFill>
              <a:latin typeface="Corben"/>
              <a:ea typeface="Corben"/>
              <a:cs typeface="Corben"/>
              <a:sym typeface="Corben"/>
            </a:endParaRPr>
          </a:p>
        </p:txBody>
      </p:sp>
      <p:sp>
        <p:nvSpPr>
          <p:cNvPr id="824" name="Google Shape;824;p61"/>
          <p:cNvSpPr txBox="1"/>
          <p:nvPr/>
        </p:nvSpPr>
        <p:spPr>
          <a:xfrm flipH="1">
            <a:off x="7261571" y="4060966"/>
            <a:ext cx="8538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2"/>
                </a:solidFill>
                <a:latin typeface="Corben"/>
                <a:ea typeface="Corben"/>
                <a:cs typeface="Corben"/>
                <a:sym typeface="Corben"/>
              </a:rPr>
              <a:t>75%</a:t>
            </a:r>
            <a:endParaRPr sz="1800">
              <a:solidFill>
                <a:schemeClr val="accent2"/>
              </a:solidFill>
              <a:latin typeface="Corben"/>
              <a:ea typeface="Corben"/>
              <a:cs typeface="Corben"/>
              <a:sym typeface="Corben"/>
            </a:endParaRPr>
          </a:p>
        </p:txBody>
      </p:sp>
      <p:grpSp>
        <p:nvGrpSpPr>
          <p:cNvPr id="825" name="Google Shape;825;p61"/>
          <p:cNvGrpSpPr/>
          <p:nvPr/>
        </p:nvGrpSpPr>
        <p:grpSpPr>
          <a:xfrm>
            <a:off x="906728" y="1660218"/>
            <a:ext cx="434452" cy="491238"/>
            <a:chOff x="1896403" y="3373381"/>
            <a:chExt cx="434452" cy="491238"/>
          </a:xfrm>
        </p:grpSpPr>
        <p:sp>
          <p:nvSpPr>
            <p:cNvPr id="826" name="Google Shape;826;p61"/>
            <p:cNvSpPr/>
            <p:nvPr/>
          </p:nvSpPr>
          <p:spPr>
            <a:xfrm>
              <a:off x="1896403" y="3373381"/>
              <a:ext cx="434452" cy="491238"/>
            </a:xfrm>
            <a:custGeom>
              <a:avLst/>
              <a:gdLst/>
              <a:ahLst/>
              <a:cxnLst/>
              <a:rect l="l" t="t" r="r" b="b"/>
              <a:pathLst>
                <a:path w="18216" h="20597" extrusionOk="0">
                  <a:moveTo>
                    <a:pt x="9742" y="603"/>
                  </a:moveTo>
                  <a:lnTo>
                    <a:pt x="9742" y="1658"/>
                  </a:lnTo>
                  <a:lnTo>
                    <a:pt x="7781" y="1658"/>
                  </a:lnTo>
                  <a:lnTo>
                    <a:pt x="7781" y="603"/>
                  </a:lnTo>
                  <a:close/>
                  <a:moveTo>
                    <a:pt x="15079" y="2261"/>
                  </a:moveTo>
                  <a:lnTo>
                    <a:pt x="15774" y="2956"/>
                  </a:lnTo>
                  <a:lnTo>
                    <a:pt x="13301" y="2956"/>
                  </a:lnTo>
                  <a:lnTo>
                    <a:pt x="13301" y="3559"/>
                  </a:lnTo>
                  <a:lnTo>
                    <a:pt x="16377" y="3559"/>
                  </a:lnTo>
                  <a:lnTo>
                    <a:pt x="17371" y="4524"/>
                  </a:lnTo>
                  <a:lnTo>
                    <a:pt x="15079" y="6816"/>
                  </a:lnTo>
                  <a:lnTo>
                    <a:pt x="2625" y="6816"/>
                  </a:lnTo>
                  <a:lnTo>
                    <a:pt x="2625" y="6121"/>
                  </a:lnTo>
                  <a:lnTo>
                    <a:pt x="4917" y="6121"/>
                  </a:lnTo>
                  <a:lnTo>
                    <a:pt x="4917" y="5518"/>
                  </a:lnTo>
                  <a:lnTo>
                    <a:pt x="2625" y="5518"/>
                  </a:lnTo>
                  <a:lnTo>
                    <a:pt x="2625" y="3559"/>
                  </a:lnTo>
                  <a:lnTo>
                    <a:pt x="7511" y="3559"/>
                  </a:lnTo>
                  <a:lnTo>
                    <a:pt x="7511" y="2956"/>
                  </a:lnTo>
                  <a:lnTo>
                    <a:pt x="2625" y="2956"/>
                  </a:lnTo>
                  <a:lnTo>
                    <a:pt x="2625" y="2261"/>
                  </a:lnTo>
                  <a:close/>
                  <a:moveTo>
                    <a:pt x="9742" y="7419"/>
                  </a:moveTo>
                  <a:lnTo>
                    <a:pt x="9742" y="8746"/>
                  </a:lnTo>
                  <a:lnTo>
                    <a:pt x="7781" y="8746"/>
                  </a:lnTo>
                  <a:lnTo>
                    <a:pt x="7781" y="7419"/>
                  </a:lnTo>
                  <a:close/>
                  <a:moveTo>
                    <a:pt x="15532" y="9349"/>
                  </a:moveTo>
                  <a:lnTo>
                    <a:pt x="15532" y="10012"/>
                  </a:lnTo>
                  <a:lnTo>
                    <a:pt x="9441" y="10012"/>
                  </a:lnTo>
                  <a:lnTo>
                    <a:pt x="9441" y="10616"/>
                  </a:lnTo>
                  <a:lnTo>
                    <a:pt x="15532" y="10616"/>
                  </a:lnTo>
                  <a:lnTo>
                    <a:pt x="15532" y="12606"/>
                  </a:lnTo>
                  <a:lnTo>
                    <a:pt x="13301" y="12606"/>
                  </a:lnTo>
                  <a:lnTo>
                    <a:pt x="13301" y="13209"/>
                  </a:lnTo>
                  <a:lnTo>
                    <a:pt x="15532" y="13209"/>
                  </a:lnTo>
                  <a:lnTo>
                    <a:pt x="15532" y="13872"/>
                  </a:lnTo>
                  <a:lnTo>
                    <a:pt x="3108" y="13872"/>
                  </a:lnTo>
                  <a:lnTo>
                    <a:pt x="1146" y="11911"/>
                  </a:lnTo>
                  <a:lnTo>
                    <a:pt x="3651" y="11911"/>
                  </a:lnTo>
                  <a:lnTo>
                    <a:pt x="3651" y="11308"/>
                  </a:lnTo>
                  <a:lnTo>
                    <a:pt x="1146" y="11308"/>
                  </a:lnTo>
                  <a:lnTo>
                    <a:pt x="1841" y="10616"/>
                  </a:lnTo>
                  <a:lnTo>
                    <a:pt x="4917" y="10616"/>
                  </a:lnTo>
                  <a:lnTo>
                    <a:pt x="4917" y="10012"/>
                  </a:lnTo>
                  <a:lnTo>
                    <a:pt x="2444" y="10012"/>
                  </a:lnTo>
                  <a:lnTo>
                    <a:pt x="3108" y="9349"/>
                  </a:lnTo>
                  <a:close/>
                  <a:moveTo>
                    <a:pt x="7178" y="0"/>
                  </a:moveTo>
                  <a:lnTo>
                    <a:pt x="7178" y="1658"/>
                  </a:lnTo>
                  <a:lnTo>
                    <a:pt x="2022" y="1658"/>
                  </a:lnTo>
                  <a:lnTo>
                    <a:pt x="2022" y="7419"/>
                  </a:lnTo>
                  <a:lnTo>
                    <a:pt x="7178" y="7419"/>
                  </a:lnTo>
                  <a:lnTo>
                    <a:pt x="7178" y="8746"/>
                  </a:lnTo>
                  <a:lnTo>
                    <a:pt x="2867" y="8746"/>
                  </a:lnTo>
                  <a:lnTo>
                    <a:pt x="0" y="11609"/>
                  </a:lnTo>
                  <a:lnTo>
                    <a:pt x="2867" y="14476"/>
                  </a:lnTo>
                  <a:lnTo>
                    <a:pt x="7178" y="14476"/>
                  </a:lnTo>
                  <a:lnTo>
                    <a:pt x="7178" y="19993"/>
                  </a:lnTo>
                  <a:lnTo>
                    <a:pt x="5581" y="19993"/>
                  </a:lnTo>
                  <a:lnTo>
                    <a:pt x="5581" y="20596"/>
                  </a:lnTo>
                  <a:lnTo>
                    <a:pt x="12003" y="20596"/>
                  </a:lnTo>
                  <a:lnTo>
                    <a:pt x="12003" y="19993"/>
                  </a:lnTo>
                  <a:lnTo>
                    <a:pt x="7781" y="19993"/>
                  </a:lnTo>
                  <a:lnTo>
                    <a:pt x="7781" y="14476"/>
                  </a:lnTo>
                  <a:lnTo>
                    <a:pt x="9742" y="14476"/>
                  </a:lnTo>
                  <a:lnTo>
                    <a:pt x="9742" y="19301"/>
                  </a:lnTo>
                  <a:lnTo>
                    <a:pt x="10345" y="19301"/>
                  </a:lnTo>
                  <a:lnTo>
                    <a:pt x="10345" y="14476"/>
                  </a:lnTo>
                  <a:lnTo>
                    <a:pt x="16136" y="14476"/>
                  </a:lnTo>
                  <a:lnTo>
                    <a:pt x="16136" y="8746"/>
                  </a:lnTo>
                  <a:lnTo>
                    <a:pt x="10345" y="8746"/>
                  </a:lnTo>
                  <a:lnTo>
                    <a:pt x="10345" y="7419"/>
                  </a:lnTo>
                  <a:lnTo>
                    <a:pt x="15351" y="7419"/>
                  </a:lnTo>
                  <a:lnTo>
                    <a:pt x="18215" y="4524"/>
                  </a:lnTo>
                  <a:lnTo>
                    <a:pt x="15351" y="1658"/>
                  </a:lnTo>
                  <a:lnTo>
                    <a:pt x="10345" y="1658"/>
                  </a:lnTo>
                  <a:lnTo>
                    <a:pt x="103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61"/>
            <p:cNvSpPr/>
            <p:nvPr/>
          </p:nvSpPr>
          <p:spPr>
            <a:xfrm>
              <a:off x="2105734" y="3443858"/>
              <a:ext cx="46054" cy="14405"/>
            </a:xfrm>
            <a:custGeom>
              <a:avLst/>
              <a:gdLst/>
              <a:ahLst/>
              <a:cxnLst/>
              <a:rect l="l" t="t" r="r" b="b"/>
              <a:pathLst>
                <a:path w="1931" h="604" extrusionOk="0">
                  <a:moveTo>
                    <a:pt x="0" y="1"/>
                  </a:moveTo>
                  <a:lnTo>
                    <a:pt x="0" y="604"/>
                  </a:lnTo>
                  <a:lnTo>
                    <a:pt x="1930" y="604"/>
                  </a:lnTo>
                  <a:lnTo>
                    <a:pt x="19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61"/>
            <p:cNvSpPr/>
            <p:nvPr/>
          </p:nvSpPr>
          <p:spPr>
            <a:xfrm>
              <a:off x="2044559" y="3504961"/>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61"/>
            <p:cNvSpPr/>
            <p:nvPr/>
          </p:nvSpPr>
          <p:spPr>
            <a:xfrm>
              <a:off x="1983455" y="3474076"/>
              <a:ext cx="15097" cy="14405"/>
            </a:xfrm>
            <a:custGeom>
              <a:avLst/>
              <a:gdLst/>
              <a:ahLst/>
              <a:cxnLst/>
              <a:rect l="l" t="t" r="r" b="b"/>
              <a:pathLst>
                <a:path w="633" h="604" extrusionOk="0">
                  <a:moveTo>
                    <a:pt x="1" y="0"/>
                  </a:moveTo>
                  <a:lnTo>
                    <a:pt x="1" y="603"/>
                  </a:lnTo>
                  <a:lnTo>
                    <a:pt x="633" y="603"/>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61"/>
            <p:cNvSpPr/>
            <p:nvPr/>
          </p:nvSpPr>
          <p:spPr>
            <a:xfrm>
              <a:off x="2090589" y="3504961"/>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61"/>
            <p:cNvSpPr/>
            <p:nvPr/>
          </p:nvSpPr>
          <p:spPr>
            <a:xfrm>
              <a:off x="2167577" y="3504961"/>
              <a:ext cx="61128" cy="14405"/>
            </a:xfrm>
            <a:custGeom>
              <a:avLst/>
              <a:gdLst/>
              <a:ahLst/>
              <a:cxnLst/>
              <a:rect l="l" t="t" r="r" b="b"/>
              <a:pathLst>
                <a:path w="2563" h="604" extrusionOk="0">
                  <a:moveTo>
                    <a:pt x="1" y="1"/>
                  </a:moveTo>
                  <a:lnTo>
                    <a:pt x="1" y="604"/>
                  </a:lnTo>
                  <a:lnTo>
                    <a:pt x="2563" y="604"/>
                  </a:lnTo>
                  <a:lnTo>
                    <a:pt x="25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61"/>
            <p:cNvSpPr/>
            <p:nvPr/>
          </p:nvSpPr>
          <p:spPr>
            <a:xfrm>
              <a:off x="2136620" y="3474076"/>
              <a:ext cx="123042" cy="14405"/>
            </a:xfrm>
            <a:custGeom>
              <a:avLst/>
              <a:gdLst/>
              <a:ahLst/>
              <a:cxnLst/>
              <a:rect l="l" t="t" r="r" b="b"/>
              <a:pathLst>
                <a:path w="5159" h="604" extrusionOk="0">
                  <a:moveTo>
                    <a:pt x="1" y="0"/>
                  </a:moveTo>
                  <a:lnTo>
                    <a:pt x="1" y="603"/>
                  </a:lnTo>
                  <a:lnTo>
                    <a:pt x="5159" y="603"/>
                  </a:lnTo>
                  <a:lnTo>
                    <a:pt x="515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61"/>
            <p:cNvSpPr/>
            <p:nvPr/>
          </p:nvSpPr>
          <p:spPr>
            <a:xfrm>
              <a:off x="2029486" y="3474076"/>
              <a:ext cx="76272" cy="14405"/>
            </a:xfrm>
            <a:custGeom>
              <a:avLst/>
              <a:gdLst/>
              <a:ahLst/>
              <a:cxnLst/>
              <a:rect l="l" t="t" r="r" b="b"/>
              <a:pathLst>
                <a:path w="3198" h="604" extrusionOk="0">
                  <a:moveTo>
                    <a:pt x="1" y="0"/>
                  </a:moveTo>
                  <a:lnTo>
                    <a:pt x="1" y="603"/>
                  </a:lnTo>
                  <a:lnTo>
                    <a:pt x="3197" y="603"/>
                  </a:lnTo>
                  <a:lnTo>
                    <a:pt x="319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61"/>
            <p:cNvSpPr/>
            <p:nvPr/>
          </p:nvSpPr>
          <p:spPr>
            <a:xfrm>
              <a:off x="2228681" y="3643053"/>
              <a:ext cx="15169" cy="14429"/>
            </a:xfrm>
            <a:custGeom>
              <a:avLst/>
              <a:gdLst/>
              <a:ahLst/>
              <a:cxnLst/>
              <a:rect l="l" t="t" r="r" b="b"/>
              <a:pathLst>
                <a:path w="636" h="605"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61"/>
            <p:cNvSpPr/>
            <p:nvPr/>
          </p:nvSpPr>
          <p:spPr>
            <a:xfrm>
              <a:off x="2059704" y="3612167"/>
              <a:ext cx="15836" cy="14405"/>
            </a:xfrm>
            <a:custGeom>
              <a:avLst/>
              <a:gdLst/>
              <a:ahLst/>
              <a:cxnLst/>
              <a:rect l="l" t="t" r="r" b="b"/>
              <a:pathLst>
                <a:path w="664" h="604" extrusionOk="0">
                  <a:moveTo>
                    <a:pt x="0" y="0"/>
                  </a:moveTo>
                  <a:lnTo>
                    <a:pt x="0" y="604"/>
                  </a:lnTo>
                  <a:lnTo>
                    <a:pt x="664" y="604"/>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61"/>
            <p:cNvSpPr/>
            <p:nvPr/>
          </p:nvSpPr>
          <p:spPr>
            <a:xfrm>
              <a:off x="1998528" y="3674010"/>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61"/>
            <p:cNvSpPr/>
            <p:nvPr/>
          </p:nvSpPr>
          <p:spPr>
            <a:xfrm>
              <a:off x="2044559" y="3674010"/>
              <a:ext cx="123042" cy="14405"/>
            </a:xfrm>
            <a:custGeom>
              <a:avLst/>
              <a:gdLst/>
              <a:ahLst/>
              <a:cxnLst/>
              <a:rect l="l" t="t" r="r" b="b"/>
              <a:pathLst>
                <a:path w="5159" h="604" extrusionOk="0">
                  <a:moveTo>
                    <a:pt x="1" y="1"/>
                  </a:moveTo>
                  <a:lnTo>
                    <a:pt x="1" y="604"/>
                  </a:lnTo>
                  <a:lnTo>
                    <a:pt x="5159" y="604"/>
                  </a:lnTo>
                  <a:lnTo>
                    <a:pt x="515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61"/>
            <p:cNvSpPr/>
            <p:nvPr/>
          </p:nvSpPr>
          <p:spPr>
            <a:xfrm>
              <a:off x="2013673" y="3643053"/>
              <a:ext cx="184146" cy="14429"/>
            </a:xfrm>
            <a:custGeom>
              <a:avLst/>
              <a:gdLst/>
              <a:ahLst/>
              <a:cxnLst/>
              <a:rect l="l" t="t" r="r" b="b"/>
              <a:pathLst>
                <a:path w="7721" h="605" extrusionOk="0">
                  <a:moveTo>
                    <a:pt x="0" y="1"/>
                  </a:moveTo>
                  <a:lnTo>
                    <a:pt x="0" y="604"/>
                  </a:lnTo>
                  <a:lnTo>
                    <a:pt x="7720" y="604"/>
                  </a:lnTo>
                  <a:lnTo>
                    <a:pt x="772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 name="Google Shape;839;p61"/>
          <p:cNvGrpSpPr/>
          <p:nvPr/>
        </p:nvGrpSpPr>
        <p:grpSpPr>
          <a:xfrm>
            <a:off x="892081" y="3372692"/>
            <a:ext cx="491238" cy="435883"/>
            <a:chOff x="2570356" y="3401405"/>
            <a:chExt cx="491238" cy="435883"/>
          </a:xfrm>
        </p:grpSpPr>
        <p:sp>
          <p:nvSpPr>
            <p:cNvPr id="840" name="Google Shape;840;p61"/>
            <p:cNvSpPr/>
            <p:nvPr/>
          </p:nvSpPr>
          <p:spPr>
            <a:xfrm>
              <a:off x="2570356" y="3401405"/>
              <a:ext cx="491238" cy="435883"/>
            </a:xfrm>
            <a:custGeom>
              <a:avLst/>
              <a:gdLst/>
              <a:ahLst/>
              <a:cxnLst/>
              <a:rect l="l" t="t" r="r" b="b"/>
              <a:pathLst>
                <a:path w="20597" h="18276" extrusionOk="0">
                  <a:moveTo>
                    <a:pt x="9651" y="845"/>
                  </a:moveTo>
                  <a:lnTo>
                    <a:pt x="14838" y="2565"/>
                  </a:lnTo>
                  <a:lnTo>
                    <a:pt x="14838" y="6425"/>
                  </a:lnTo>
                  <a:lnTo>
                    <a:pt x="9349" y="4615"/>
                  </a:lnTo>
                  <a:lnTo>
                    <a:pt x="3861" y="6425"/>
                  </a:lnTo>
                  <a:lnTo>
                    <a:pt x="3861" y="2565"/>
                  </a:lnTo>
                  <a:lnTo>
                    <a:pt x="9048" y="845"/>
                  </a:lnTo>
                  <a:lnTo>
                    <a:pt x="9048" y="3650"/>
                  </a:lnTo>
                  <a:lnTo>
                    <a:pt x="9651" y="3650"/>
                  </a:lnTo>
                  <a:lnTo>
                    <a:pt x="9651" y="845"/>
                  </a:lnTo>
                  <a:close/>
                  <a:moveTo>
                    <a:pt x="19993" y="845"/>
                  </a:moveTo>
                  <a:lnTo>
                    <a:pt x="19993" y="4705"/>
                  </a:lnTo>
                  <a:lnTo>
                    <a:pt x="15441" y="6425"/>
                  </a:lnTo>
                  <a:lnTo>
                    <a:pt x="15441" y="2565"/>
                  </a:lnTo>
                  <a:lnTo>
                    <a:pt x="19993" y="845"/>
                  </a:lnTo>
                  <a:close/>
                  <a:moveTo>
                    <a:pt x="9651" y="5339"/>
                  </a:moveTo>
                  <a:lnTo>
                    <a:pt x="15139" y="7178"/>
                  </a:lnTo>
                  <a:lnTo>
                    <a:pt x="19993" y="5368"/>
                  </a:lnTo>
                  <a:lnTo>
                    <a:pt x="19993" y="9228"/>
                  </a:lnTo>
                  <a:lnTo>
                    <a:pt x="15441" y="10917"/>
                  </a:lnTo>
                  <a:lnTo>
                    <a:pt x="15441" y="8143"/>
                  </a:lnTo>
                  <a:lnTo>
                    <a:pt x="14838" y="8143"/>
                  </a:lnTo>
                  <a:lnTo>
                    <a:pt x="14838" y="10948"/>
                  </a:lnTo>
                  <a:lnTo>
                    <a:pt x="9651" y="9199"/>
                  </a:lnTo>
                  <a:lnTo>
                    <a:pt x="9651" y="5339"/>
                  </a:lnTo>
                  <a:close/>
                  <a:moveTo>
                    <a:pt x="9651" y="9863"/>
                  </a:moveTo>
                  <a:lnTo>
                    <a:pt x="14838" y="11580"/>
                  </a:lnTo>
                  <a:lnTo>
                    <a:pt x="14838" y="15440"/>
                  </a:lnTo>
                  <a:lnTo>
                    <a:pt x="9651" y="13723"/>
                  </a:lnTo>
                  <a:lnTo>
                    <a:pt x="9651" y="9863"/>
                  </a:lnTo>
                  <a:close/>
                  <a:moveTo>
                    <a:pt x="19993" y="9863"/>
                  </a:moveTo>
                  <a:lnTo>
                    <a:pt x="19993" y="13723"/>
                  </a:lnTo>
                  <a:lnTo>
                    <a:pt x="15441" y="15440"/>
                  </a:lnTo>
                  <a:lnTo>
                    <a:pt x="15441" y="11580"/>
                  </a:lnTo>
                  <a:lnTo>
                    <a:pt x="19993" y="9863"/>
                  </a:lnTo>
                  <a:close/>
                  <a:moveTo>
                    <a:pt x="2864" y="11009"/>
                  </a:moveTo>
                  <a:cubicBezTo>
                    <a:pt x="4131" y="11009"/>
                    <a:pt x="5156" y="12034"/>
                    <a:pt x="5156" y="13301"/>
                  </a:cubicBezTo>
                  <a:cubicBezTo>
                    <a:pt x="5156" y="14266"/>
                    <a:pt x="3680" y="16316"/>
                    <a:pt x="2864" y="17310"/>
                  </a:cubicBezTo>
                  <a:cubicBezTo>
                    <a:pt x="2080" y="16316"/>
                    <a:pt x="604" y="14266"/>
                    <a:pt x="604" y="13301"/>
                  </a:cubicBezTo>
                  <a:cubicBezTo>
                    <a:pt x="604" y="12034"/>
                    <a:pt x="1629" y="11009"/>
                    <a:pt x="2864" y="11009"/>
                  </a:cubicBezTo>
                  <a:close/>
                  <a:moveTo>
                    <a:pt x="20597" y="0"/>
                  </a:moveTo>
                  <a:lnTo>
                    <a:pt x="15139" y="2022"/>
                  </a:lnTo>
                  <a:lnTo>
                    <a:pt x="9349" y="92"/>
                  </a:lnTo>
                  <a:lnTo>
                    <a:pt x="3258" y="2143"/>
                  </a:lnTo>
                  <a:lnTo>
                    <a:pt x="3258" y="10434"/>
                  </a:lnTo>
                  <a:cubicBezTo>
                    <a:pt x="3137" y="10434"/>
                    <a:pt x="3016" y="10406"/>
                    <a:pt x="2864" y="10406"/>
                  </a:cubicBezTo>
                  <a:cubicBezTo>
                    <a:pt x="1296" y="10406"/>
                    <a:pt x="1" y="11701"/>
                    <a:pt x="1" y="13301"/>
                  </a:cubicBezTo>
                  <a:cubicBezTo>
                    <a:pt x="1" y="13933"/>
                    <a:pt x="452" y="14929"/>
                    <a:pt x="1328" y="16256"/>
                  </a:cubicBezTo>
                  <a:cubicBezTo>
                    <a:pt x="1991" y="17190"/>
                    <a:pt x="2623" y="17945"/>
                    <a:pt x="2654" y="17974"/>
                  </a:cubicBezTo>
                  <a:lnTo>
                    <a:pt x="2864" y="18275"/>
                  </a:lnTo>
                  <a:lnTo>
                    <a:pt x="3106" y="17974"/>
                  </a:lnTo>
                  <a:cubicBezTo>
                    <a:pt x="3137" y="17945"/>
                    <a:pt x="3769" y="17190"/>
                    <a:pt x="4404" y="16256"/>
                  </a:cubicBezTo>
                  <a:cubicBezTo>
                    <a:pt x="5308" y="14929"/>
                    <a:pt x="5759" y="13933"/>
                    <a:pt x="5759" y="13301"/>
                  </a:cubicBezTo>
                  <a:cubicBezTo>
                    <a:pt x="5759" y="12063"/>
                    <a:pt x="4975" y="10977"/>
                    <a:pt x="3861" y="10586"/>
                  </a:cubicBezTo>
                  <a:lnTo>
                    <a:pt x="3861" y="7088"/>
                  </a:lnTo>
                  <a:lnTo>
                    <a:pt x="9048" y="5339"/>
                  </a:lnTo>
                  <a:lnTo>
                    <a:pt x="9048" y="9199"/>
                  </a:lnTo>
                  <a:lnTo>
                    <a:pt x="5067" y="10555"/>
                  </a:lnTo>
                  <a:lnTo>
                    <a:pt x="5248" y="11129"/>
                  </a:lnTo>
                  <a:lnTo>
                    <a:pt x="9048" y="9863"/>
                  </a:lnTo>
                  <a:lnTo>
                    <a:pt x="9048" y="13723"/>
                  </a:lnTo>
                  <a:lnTo>
                    <a:pt x="5699" y="14837"/>
                  </a:lnTo>
                  <a:lnTo>
                    <a:pt x="5880" y="15412"/>
                  </a:lnTo>
                  <a:lnTo>
                    <a:pt x="9349" y="14266"/>
                  </a:lnTo>
                  <a:lnTo>
                    <a:pt x="15139" y="16196"/>
                  </a:lnTo>
                  <a:lnTo>
                    <a:pt x="20597" y="14145"/>
                  </a:lnTo>
                  <a:lnTo>
                    <a:pt x="2059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61"/>
            <p:cNvSpPr/>
            <p:nvPr/>
          </p:nvSpPr>
          <p:spPr>
            <a:xfrm>
              <a:off x="2616386" y="3695594"/>
              <a:ext cx="45315" cy="45315"/>
            </a:xfrm>
            <a:custGeom>
              <a:avLst/>
              <a:gdLst/>
              <a:ahLst/>
              <a:cxnLst/>
              <a:rect l="l" t="t" r="r" b="b"/>
              <a:pathLst>
                <a:path w="1900" h="1900" extrusionOk="0">
                  <a:moveTo>
                    <a:pt x="934" y="604"/>
                  </a:moveTo>
                  <a:cubicBezTo>
                    <a:pt x="1147" y="604"/>
                    <a:pt x="1296" y="753"/>
                    <a:pt x="1296" y="966"/>
                  </a:cubicBezTo>
                  <a:cubicBezTo>
                    <a:pt x="1296" y="1147"/>
                    <a:pt x="1147" y="1296"/>
                    <a:pt x="934" y="1296"/>
                  </a:cubicBezTo>
                  <a:cubicBezTo>
                    <a:pt x="753" y="1296"/>
                    <a:pt x="604" y="1147"/>
                    <a:pt x="604" y="966"/>
                  </a:cubicBezTo>
                  <a:cubicBezTo>
                    <a:pt x="604" y="753"/>
                    <a:pt x="753" y="604"/>
                    <a:pt x="934" y="604"/>
                  </a:cubicBezTo>
                  <a:close/>
                  <a:moveTo>
                    <a:pt x="934" y="1"/>
                  </a:moveTo>
                  <a:cubicBezTo>
                    <a:pt x="423" y="1"/>
                    <a:pt x="1" y="423"/>
                    <a:pt x="1" y="966"/>
                  </a:cubicBezTo>
                  <a:cubicBezTo>
                    <a:pt x="1" y="1477"/>
                    <a:pt x="423" y="1899"/>
                    <a:pt x="934" y="1899"/>
                  </a:cubicBezTo>
                  <a:cubicBezTo>
                    <a:pt x="1477" y="1899"/>
                    <a:pt x="1899" y="1477"/>
                    <a:pt x="1899" y="966"/>
                  </a:cubicBezTo>
                  <a:cubicBezTo>
                    <a:pt x="1899" y="423"/>
                    <a:pt x="1477" y="1"/>
                    <a:pt x="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61"/>
            <p:cNvSpPr/>
            <p:nvPr/>
          </p:nvSpPr>
          <p:spPr>
            <a:xfrm>
              <a:off x="2708447" y="3481254"/>
              <a:ext cx="15097" cy="14405"/>
            </a:xfrm>
            <a:custGeom>
              <a:avLst/>
              <a:gdLst/>
              <a:ahLst/>
              <a:cxnLst/>
              <a:rect l="l" t="t" r="r" b="b"/>
              <a:pathLst>
                <a:path w="633" h="604" extrusionOk="0">
                  <a:moveTo>
                    <a:pt x="1" y="1"/>
                  </a:moveTo>
                  <a:lnTo>
                    <a:pt x="1"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61"/>
            <p:cNvSpPr/>
            <p:nvPr/>
          </p:nvSpPr>
          <p:spPr>
            <a:xfrm>
              <a:off x="3015540" y="3558195"/>
              <a:ext cx="15169" cy="14405"/>
            </a:xfrm>
            <a:custGeom>
              <a:avLst/>
              <a:gdLst/>
              <a:ahLst/>
              <a:cxnLst/>
              <a:rect l="l" t="t" r="r" b="b"/>
              <a:pathLst>
                <a:path w="636" h="604" extrusionOk="0">
                  <a:moveTo>
                    <a:pt x="1" y="0"/>
                  </a:moveTo>
                  <a:lnTo>
                    <a:pt x="1" y="604"/>
                  </a:lnTo>
                  <a:lnTo>
                    <a:pt x="635" y="60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61"/>
            <p:cNvSpPr/>
            <p:nvPr/>
          </p:nvSpPr>
          <p:spPr>
            <a:xfrm>
              <a:off x="2846539" y="3711431"/>
              <a:ext cx="15097" cy="14405"/>
            </a:xfrm>
            <a:custGeom>
              <a:avLst/>
              <a:gdLst/>
              <a:ahLst/>
              <a:cxnLst/>
              <a:rect l="l" t="t" r="r" b="b"/>
              <a:pathLst>
                <a:path w="633" h="604" extrusionOk="0">
                  <a:moveTo>
                    <a:pt x="1" y="0"/>
                  </a:moveTo>
                  <a:lnTo>
                    <a:pt x="1" y="603"/>
                  </a:lnTo>
                  <a:lnTo>
                    <a:pt x="633" y="603"/>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 name="Google Shape;845;p61"/>
          <p:cNvGrpSpPr/>
          <p:nvPr/>
        </p:nvGrpSpPr>
        <p:grpSpPr>
          <a:xfrm>
            <a:off x="4865607" y="1660218"/>
            <a:ext cx="460329" cy="491238"/>
            <a:chOff x="3288169" y="3373381"/>
            <a:chExt cx="460329" cy="491238"/>
          </a:xfrm>
        </p:grpSpPr>
        <p:sp>
          <p:nvSpPr>
            <p:cNvPr id="846" name="Google Shape;846;p61"/>
            <p:cNvSpPr/>
            <p:nvPr/>
          </p:nvSpPr>
          <p:spPr>
            <a:xfrm>
              <a:off x="3288169" y="3392771"/>
              <a:ext cx="460329" cy="452458"/>
            </a:xfrm>
            <a:custGeom>
              <a:avLst/>
              <a:gdLst/>
              <a:ahLst/>
              <a:cxnLst/>
              <a:rect l="l" t="t" r="r" b="b"/>
              <a:pathLst>
                <a:path w="19301" h="18971" extrusionOk="0">
                  <a:moveTo>
                    <a:pt x="3076" y="7872"/>
                  </a:moveTo>
                  <a:lnTo>
                    <a:pt x="3769" y="8565"/>
                  </a:lnTo>
                  <a:lnTo>
                    <a:pt x="934" y="8565"/>
                  </a:lnTo>
                  <a:lnTo>
                    <a:pt x="934" y="7872"/>
                  </a:lnTo>
                  <a:close/>
                  <a:moveTo>
                    <a:pt x="9711" y="7872"/>
                  </a:moveTo>
                  <a:cubicBezTo>
                    <a:pt x="10102" y="7901"/>
                    <a:pt x="10463" y="8174"/>
                    <a:pt x="10584" y="8565"/>
                  </a:cubicBezTo>
                  <a:lnTo>
                    <a:pt x="8714" y="8565"/>
                  </a:lnTo>
                  <a:cubicBezTo>
                    <a:pt x="8835" y="8174"/>
                    <a:pt x="9197" y="7872"/>
                    <a:pt x="9650" y="7872"/>
                  </a:cubicBezTo>
                  <a:close/>
                  <a:moveTo>
                    <a:pt x="9650" y="997"/>
                  </a:moveTo>
                  <a:cubicBezTo>
                    <a:pt x="10314" y="1962"/>
                    <a:pt x="12213" y="4946"/>
                    <a:pt x="12514" y="8565"/>
                  </a:cubicBezTo>
                  <a:lnTo>
                    <a:pt x="11670" y="8565"/>
                  </a:lnTo>
                  <a:cubicBezTo>
                    <a:pt x="11308" y="7812"/>
                    <a:pt x="10555" y="7269"/>
                    <a:pt x="9650" y="7269"/>
                  </a:cubicBezTo>
                  <a:cubicBezTo>
                    <a:pt x="8866" y="7269"/>
                    <a:pt x="8232" y="7812"/>
                    <a:pt x="8082" y="8565"/>
                  </a:cubicBezTo>
                  <a:lnTo>
                    <a:pt x="6784" y="8565"/>
                  </a:lnTo>
                  <a:cubicBezTo>
                    <a:pt x="6936" y="6425"/>
                    <a:pt x="7689" y="4555"/>
                    <a:pt x="8292" y="3289"/>
                  </a:cubicBezTo>
                  <a:cubicBezTo>
                    <a:pt x="8835" y="2203"/>
                    <a:pt x="9349" y="1419"/>
                    <a:pt x="9650" y="997"/>
                  </a:cubicBezTo>
                  <a:close/>
                  <a:moveTo>
                    <a:pt x="18336" y="7872"/>
                  </a:moveTo>
                  <a:lnTo>
                    <a:pt x="18336" y="8565"/>
                  </a:lnTo>
                  <a:lnTo>
                    <a:pt x="15530" y="8565"/>
                  </a:lnTo>
                  <a:lnTo>
                    <a:pt x="16193" y="7872"/>
                  </a:lnTo>
                  <a:close/>
                  <a:moveTo>
                    <a:pt x="3769" y="9168"/>
                  </a:moveTo>
                  <a:lnTo>
                    <a:pt x="3076" y="9863"/>
                  </a:lnTo>
                  <a:lnTo>
                    <a:pt x="934" y="9863"/>
                  </a:lnTo>
                  <a:lnTo>
                    <a:pt x="934" y="9168"/>
                  </a:lnTo>
                  <a:close/>
                  <a:moveTo>
                    <a:pt x="10584" y="9168"/>
                  </a:moveTo>
                  <a:cubicBezTo>
                    <a:pt x="10463" y="9530"/>
                    <a:pt x="10073" y="9863"/>
                    <a:pt x="9650" y="9863"/>
                  </a:cubicBezTo>
                  <a:cubicBezTo>
                    <a:pt x="9197" y="9863"/>
                    <a:pt x="8835" y="9530"/>
                    <a:pt x="8714" y="9168"/>
                  </a:cubicBezTo>
                  <a:close/>
                  <a:moveTo>
                    <a:pt x="18336" y="9168"/>
                  </a:moveTo>
                  <a:lnTo>
                    <a:pt x="18336" y="9863"/>
                  </a:lnTo>
                  <a:lnTo>
                    <a:pt x="16193" y="9863"/>
                  </a:lnTo>
                  <a:lnTo>
                    <a:pt x="15530" y="9168"/>
                  </a:lnTo>
                  <a:close/>
                  <a:moveTo>
                    <a:pt x="12546" y="9168"/>
                  </a:moveTo>
                  <a:cubicBezTo>
                    <a:pt x="12574" y="9260"/>
                    <a:pt x="12574" y="9380"/>
                    <a:pt x="12574" y="9501"/>
                  </a:cubicBezTo>
                  <a:cubicBezTo>
                    <a:pt x="12574" y="12003"/>
                    <a:pt x="11701" y="14266"/>
                    <a:pt x="11006" y="15713"/>
                  </a:cubicBezTo>
                  <a:cubicBezTo>
                    <a:pt x="10463" y="16768"/>
                    <a:pt x="9952" y="17583"/>
                    <a:pt x="9650" y="17974"/>
                  </a:cubicBezTo>
                  <a:cubicBezTo>
                    <a:pt x="8927" y="16948"/>
                    <a:pt x="6724" y="13511"/>
                    <a:pt x="6724" y="9501"/>
                  </a:cubicBezTo>
                  <a:lnTo>
                    <a:pt x="6724" y="9168"/>
                  </a:lnTo>
                  <a:lnTo>
                    <a:pt x="8082" y="9168"/>
                  </a:lnTo>
                  <a:cubicBezTo>
                    <a:pt x="8232" y="9892"/>
                    <a:pt x="8866" y="10466"/>
                    <a:pt x="9650" y="10466"/>
                  </a:cubicBezTo>
                  <a:cubicBezTo>
                    <a:pt x="10435" y="10466"/>
                    <a:pt x="11067" y="9892"/>
                    <a:pt x="11219" y="9168"/>
                  </a:cubicBezTo>
                  <a:lnTo>
                    <a:pt x="11248" y="9168"/>
                  </a:lnTo>
                  <a:cubicBezTo>
                    <a:pt x="11279" y="9260"/>
                    <a:pt x="11279" y="9380"/>
                    <a:pt x="11279" y="9501"/>
                  </a:cubicBezTo>
                  <a:cubicBezTo>
                    <a:pt x="11279" y="10406"/>
                    <a:pt x="10555" y="11129"/>
                    <a:pt x="9650" y="11129"/>
                  </a:cubicBezTo>
                  <a:cubicBezTo>
                    <a:pt x="8746" y="11129"/>
                    <a:pt x="8022" y="10374"/>
                    <a:pt x="8022" y="9501"/>
                  </a:cubicBezTo>
                  <a:lnTo>
                    <a:pt x="7419" y="9501"/>
                  </a:lnTo>
                  <a:cubicBezTo>
                    <a:pt x="7419" y="10707"/>
                    <a:pt x="8413" y="11733"/>
                    <a:pt x="9650" y="11733"/>
                  </a:cubicBezTo>
                  <a:cubicBezTo>
                    <a:pt x="10886" y="11733"/>
                    <a:pt x="11882" y="10736"/>
                    <a:pt x="11882" y="9501"/>
                  </a:cubicBezTo>
                  <a:cubicBezTo>
                    <a:pt x="11882" y="9380"/>
                    <a:pt x="11882" y="9260"/>
                    <a:pt x="11851" y="9168"/>
                  </a:cubicBezTo>
                  <a:close/>
                  <a:moveTo>
                    <a:pt x="9650" y="0"/>
                  </a:moveTo>
                  <a:lnTo>
                    <a:pt x="9409" y="302"/>
                  </a:lnTo>
                  <a:cubicBezTo>
                    <a:pt x="9378" y="333"/>
                    <a:pt x="8594" y="1359"/>
                    <a:pt x="7781" y="2987"/>
                  </a:cubicBezTo>
                  <a:cubicBezTo>
                    <a:pt x="6695" y="5219"/>
                    <a:pt x="6273" y="7117"/>
                    <a:pt x="6181" y="8565"/>
                  </a:cubicBezTo>
                  <a:lnTo>
                    <a:pt x="4794" y="8565"/>
                  </a:lnTo>
                  <a:lnTo>
                    <a:pt x="4794" y="7872"/>
                  </a:lnTo>
                  <a:lnTo>
                    <a:pt x="4191" y="7872"/>
                  </a:lnTo>
                  <a:lnTo>
                    <a:pt x="4191" y="8114"/>
                  </a:lnTo>
                  <a:lnTo>
                    <a:pt x="3346" y="7269"/>
                  </a:lnTo>
                  <a:lnTo>
                    <a:pt x="331" y="7269"/>
                  </a:lnTo>
                  <a:lnTo>
                    <a:pt x="331" y="8565"/>
                  </a:lnTo>
                  <a:lnTo>
                    <a:pt x="0" y="8565"/>
                  </a:lnTo>
                  <a:lnTo>
                    <a:pt x="0" y="9168"/>
                  </a:lnTo>
                  <a:lnTo>
                    <a:pt x="331" y="9168"/>
                  </a:lnTo>
                  <a:lnTo>
                    <a:pt x="331" y="10466"/>
                  </a:lnTo>
                  <a:lnTo>
                    <a:pt x="3346" y="10466"/>
                  </a:lnTo>
                  <a:lnTo>
                    <a:pt x="4191" y="9561"/>
                  </a:lnTo>
                  <a:lnTo>
                    <a:pt x="4191" y="9803"/>
                  </a:lnTo>
                  <a:lnTo>
                    <a:pt x="4794" y="9803"/>
                  </a:lnTo>
                  <a:lnTo>
                    <a:pt x="4794" y="9168"/>
                  </a:lnTo>
                  <a:lnTo>
                    <a:pt x="6121" y="9168"/>
                  </a:lnTo>
                  <a:lnTo>
                    <a:pt x="6121" y="9501"/>
                  </a:lnTo>
                  <a:cubicBezTo>
                    <a:pt x="6121" y="12123"/>
                    <a:pt x="7026" y="14476"/>
                    <a:pt x="7781" y="15983"/>
                  </a:cubicBezTo>
                  <a:cubicBezTo>
                    <a:pt x="8594" y="17643"/>
                    <a:pt x="9378" y="18637"/>
                    <a:pt x="9409" y="18698"/>
                  </a:cubicBezTo>
                  <a:lnTo>
                    <a:pt x="9650" y="18970"/>
                  </a:lnTo>
                  <a:lnTo>
                    <a:pt x="9892" y="18698"/>
                  </a:lnTo>
                  <a:cubicBezTo>
                    <a:pt x="9921" y="18637"/>
                    <a:pt x="10705" y="17643"/>
                    <a:pt x="11520" y="15983"/>
                  </a:cubicBezTo>
                  <a:cubicBezTo>
                    <a:pt x="12876" y="13240"/>
                    <a:pt x="13178" y="10948"/>
                    <a:pt x="13178" y="9501"/>
                  </a:cubicBezTo>
                  <a:cubicBezTo>
                    <a:pt x="13178" y="9380"/>
                    <a:pt x="13178" y="9260"/>
                    <a:pt x="13149" y="9168"/>
                  </a:cubicBezTo>
                  <a:lnTo>
                    <a:pt x="14476" y="9168"/>
                  </a:lnTo>
                  <a:lnTo>
                    <a:pt x="14476" y="9803"/>
                  </a:lnTo>
                  <a:lnTo>
                    <a:pt x="15079" y="9803"/>
                  </a:lnTo>
                  <a:lnTo>
                    <a:pt x="15079" y="9561"/>
                  </a:lnTo>
                  <a:lnTo>
                    <a:pt x="15952" y="10466"/>
                  </a:lnTo>
                  <a:lnTo>
                    <a:pt x="18939" y="10466"/>
                  </a:lnTo>
                  <a:lnTo>
                    <a:pt x="18939" y="9168"/>
                  </a:lnTo>
                  <a:lnTo>
                    <a:pt x="19301" y="9168"/>
                  </a:lnTo>
                  <a:lnTo>
                    <a:pt x="19301" y="8565"/>
                  </a:lnTo>
                  <a:lnTo>
                    <a:pt x="18939" y="8565"/>
                  </a:lnTo>
                  <a:lnTo>
                    <a:pt x="18939" y="7269"/>
                  </a:lnTo>
                  <a:lnTo>
                    <a:pt x="15952" y="7269"/>
                  </a:lnTo>
                  <a:lnTo>
                    <a:pt x="15079" y="8114"/>
                  </a:lnTo>
                  <a:lnTo>
                    <a:pt x="15079" y="7872"/>
                  </a:lnTo>
                  <a:lnTo>
                    <a:pt x="14476" y="7872"/>
                  </a:lnTo>
                  <a:lnTo>
                    <a:pt x="14476" y="8565"/>
                  </a:lnTo>
                  <a:lnTo>
                    <a:pt x="13117" y="8565"/>
                  </a:lnTo>
                  <a:cubicBezTo>
                    <a:pt x="12968" y="6304"/>
                    <a:pt x="12184" y="4314"/>
                    <a:pt x="11520" y="2987"/>
                  </a:cubicBezTo>
                  <a:cubicBezTo>
                    <a:pt x="10705" y="1359"/>
                    <a:pt x="9921" y="333"/>
                    <a:pt x="9892" y="302"/>
                  </a:cubicBezTo>
                  <a:lnTo>
                    <a:pt x="96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61"/>
            <p:cNvSpPr/>
            <p:nvPr/>
          </p:nvSpPr>
          <p:spPr>
            <a:xfrm>
              <a:off x="3487365" y="3720041"/>
              <a:ext cx="61867" cy="14429"/>
            </a:xfrm>
            <a:custGeom>
              <a:avLst/>
              <a:gdLst/>
              <a:ahLst/>
              <a:cxnLst/>
              <a:rect l="l" t="t" r="r" b="b"/>
              <a:pathLst>
                <a:path w="2594" h="605" extrusionOk="0">
                  <a:moveTo>
                    <a:pt x="1" y="1"/>
                  </a:moveTo>
                  <a:lnTo>
                    <a:pt x="1" y="604"/>
                  </a:lnTo>
                  <a:lnTo>
                    <a:pt x="2594" y="604"/>
                  </a:lnTo>
                  <a:lnTo>
                    <a:pt x="259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61"/>
            <p:cNvSpPr/>
            <p:nvPr/>
          </p:nvSpPr>
          <p:spPr>
            <a:xfrm>
              <a:off x="3487365" y="3504961"/>
              <a:ext cx="61867" cy="14405"/>
            </a:xfrm>
            <a:custGeom>
              <a:avLst/>
              <a:gdLst/>
              <a:ahLst/>
              <a:cxnLst/>
              <a:rect l="l" t="t" r="r" b="b"/>
              <a:pathLst>
                <a:path w="2594" h="604" extrusionOk="0">
                  <a:moveTo>
                    <a:pt x="1" y="1"/>
                  </a:moveTo>
                  <a:lnTo>
                    <a:pt x="1" y="604"/>
                  </a:lnTo>
                  <a:lnTo>
                    <a:pt x="2594" y="604"/>
                  </a:lnTo>
                  <a:lnTo>
                    <a:pt x="259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61"/>
            <p:cNvSpPr/>
            <p:nvPr/>
          </p:nvSpPr>
          <p:spPr>
            <a:xfrm>
              <a:off x="3403246" y="3373381"/>
              <a:ext cx="14405" cy="169001"/>
            </a:xfrm>
            <a:custGeom>
              <a:avLst/>
              <a:gdLst/>
              <a:ahLst/>
              <a:cxnLst/>
              <a:rect l="l" t="t" r="r" b="b"/>
              <a:pathLst>
                <a:path w="604" h="7086" extrusionOk="0">
                  <a:moveTo>
                    <a:pt x="0" y="0"/>
                  </a:moveTo>
                  <a:lnTo>
                    <a:pt x="0" y="7086"/>
                  </a:lnTo>
                  <a:lnTo>
                    <a:pt x="603" y="7086"/>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61"/>
            <p:cNvSpPr/>
            <p:nvPr/>
          </p:nvSpPr>
          <p:spPr>
            <a:xfrm>
              <a:off x="3403246" y="3726504"/>
              <a:ext cx="14405" cy="138115"/>
            </a:xfrm>
            <a:custGeom>
              <a:avLst/>
              <a:gdLst/>
              <a:ahLst/>
              <a:cxnLst/>
              <a:rect l="l" t="t" r="r" b="b"/>
              <a:pathLst>
                <a:path w="604" h="5791" extrusionOk="0">
                  <a:moveTo>
                    <a:pt x="0" y="0"/>
                  </a:moveTo>
                  <a:lnTo>
                    <a:pt x="0" y="5790"/>
                  </a:lnTo>
                  <a:lnTo>
                    <a:pt x="603" y="5790"/>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61"/>
            <p:cNvSpPr/>
            <p:nvPr/>
          </p:nvSpPr>
          <p:spPr>
            <a:xfrm>
              <a:off x="3618277" y="3649564"/>
              <a:ext cx="14405" cy="138115"/>
            </a:xfrm>
            <a:custGeom>
              <a:avLst/>
              <a:gdLst/>
              <a:ahLst/>
              <a:cxnLst/>
              <a:rect l="l" t="t" r="r" b="b"/>
              <a:pathLst>
                <a:path w="604" h="5791" extrusionOk="0">
                  <a:moveTo>
                    <a:pt x="0" y="1"/>
                  </a:moveTo>
                  <a:lnTo>
                    <a:pt x="0" y="5791"/>
                  </a:lnTo>
                  <a:lnTo>
                    <a:pt x="603" y="5791"/>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61"/>
            <p:cNvSpPr/>
            <p:nvPr/>
          </p:nvSpPr>
          <p:spPr>
            <a:xfrm>
              <a:off x="3618277" y="3818565"/>
              <a:ext cx="14405" cy="46054"/>
            </a:xfrm>
            <a:custGeom>
              <a:avLst/>
              <a:gdLst/>
              <a:ahLst/>
              <a:cxnLst/>
              <a:rect l="l" t="t" r="r" b="b"/>
              <a:pathLst>
                <a:path w="604" h="1931" extrusionOk="0">
                  <a:moveTo>
                    <a:pt x="0" y="0"/>
                  </a:moveTo>
                  <a:lnTo>
                    <a:pt x="0" y="1930"/>
                  </a:lnTo>
                  <a:lnTo>
                    <a:pt x="603" y="1930"/>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61"/>
            <p:cNvSpPr/>
            <p:nvPr/>
          </p:nvSpPr>
          <p:spPr>
            <a:xfrm>
              <a:off x="3618277" y="3373381"/>
              <a:ext cx="14405" cy="107897"/>
            </a:xfrm>
            <a:custGeom>
              <a:avLst/>
              <a:gdLst/>
              <a:ahLst/>
              <a:cxnLst/>
              <a:rect l="l" t="t" r="r" b="b"/>
              <a:pathLst>
                <a:path w="604" h="4524" extrusionOk="0">
                  <a:moveTo>
                    <a:pt x="0" y="0"/>
                  </a:moveTo>
                  <a:lnTo>
                    <a:pt x="0" y="4524"/>
                  </a:lnTo>
                  <a:lnTo>
                    <a:pt x="603" y="4524"/>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61"/>
            <p:cNvSpPr/>
            <p:nvPr/>
          </p:nvSpPr>
          <p:spPr>
            <a:xfrm>
              <a:off x="3618277" y="3511472"/>
              <a:ext cx="14405" cy="15836"/>
            </a:xfrm>
            <a:custGeom>
              <a:avLst/>
              <a:gdLst/>
              <a:ahLst/>
              <a:cxnLst/>
              <a:rect l="l" t="t" r="r" b="b"/>
              <a:pathLst>
                <a:path w="604" h="664" extrusionOk="0">
                  <a:moveTo>
                    <a:pt x="0" y="0"/>
                  </a:moveTo>
                  <a:lnTo>
                    <a:pt x="0" y="664"/>
                  </a:lnTo>
                  <a:lnTo>
                    <a:pt x="603" y="664"/>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61"/>
            <p:cNvSpPr/>
            <p:nvPr/>
          </p:nvSpPr>
          <p:spPr>
            <a:xfrm>
              <a:off x="3403246" y="3680473"/>
              <a:ext cx="14405" cy="15145"/>
            </a:xfrm>
            <a:custGeom>
              <a:avLst/>
              <a:gdLst/>
              <a:ahLst/>
              <a:cxnLst/>
              <a:rect l="l" t="t" r="r" b="b"/>
              <a:pathLst>
                <a:path w="604" h="635" extrusionOk="0">
                  <a:moveTo>
                    <a:pt x="0" y="0"/>
                  </a:moveTo>
                  <a:lnTo>
                    <a:pt x="0" y="635"/>
                  </a:lnTo>
                  <a:lnTo>
                    <a:pt x="603" y="635"/>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61"/>
            <p:cNvSpPr/>
            <p:nvPr/>
          </p:nvSpPr>
          <p:spPr>
            <a:xfrm>
              <a:off x="3449276" y="3404267"/>
              <a:ext cx="14405" cy="61199"/>
            </a:xfrm>
            <a:custGeom>
              <a:avLst/>
              <a:gdLst/>
              <a:ahLst/>
              <a:cxnLst/>
              <a:rect l="l" t="t" r="r" b="b"/>
              <a:pathLst>
                <a:path w="604" h="2566" extrusionOk="0">
                  <a:moveTo>
                    <a:pt x="0" y="1"/>
                  </a:moveTo>
                  <a:lnTo>
                    <a:pt x="0" y="2565"/>
                  </a:lnTo>
                  <a:lnTo>
                    <a:pt x="604" y="256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61"/>
            <p:cNvSpPr/>
            <p:nvPr/>
          </p:nvSpPr>
          <p:spPr>
            <a:xfrm>
              <a:off x="3449276" y="3772534"/>
              <a:ext cx="14405" cy="92085"/>
            </a:xfrm>
            <a:custGeom>
              <a:avLst/>
              <a:gdLst/>
              <a:ahLst/>
              <a:cxnLst/>
              <a:rect l="l" t="t" r="r" b="b"/>
              <a:pathLst>
                <a:path w="604" h="3861" extrusionOk="0">
                  <a:moveTo>
                    <a:pt x="0" y="0"/>
                  </a:moveTo>
                  <a:lnTo>
                    <a:pt x="0" y="3860"/>
                  </a:lnTo>
                  <a:lnTo>
                    <a:pt x="604" y="3860"/>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61"/>
            <p:cNvSpPr/>
            <p:nvPr/>
          </p:nvSpPr>
          <p:spPr>
            <a:xfrm>
              <a:off x="3587368" y="3741625"/>
              <a:ext cx="14405" cy="15860"/>
            </a:xfrm>
            <a:custGeom>
              <a:avLst/>
              <a:gdLst/>
              <a:ahLst/>
              <a:cxnLst/>
              <a:rect l="l" t="t" r="r" b="b"/>
              <a:pathLst>
                <a:path w="604" h="665" extrusionOk="0">
                  <a:moveTo>
                    <a:pt x="1" y="1"/>
                  </a:moveTo>
                  <a:lnTo>
                    <a:pt x="1" y="664"/>
                  </a:lnTo>
                  <a:lnTo>
                    <a:pt x="604" y="664"/>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61"/>
            <p:cNvSpPr/>
            <p:nvPr/>
          </p:nvSpPr>
          <p:spPr>
            <a:xfrm>
              <a:off x="3587368" y="3404267"/>
              <a:ext cx="14405" cy="15169"/>
            </a:xfrm>
            <a:custGeom>
              <a:avLst/>
              <a:gdLst/>
              <a:ahLst/>
              <a:cxnLst/>
              <a:rect l="l" t="t" r="r" b="b"/>
              <a:pathLst>
                <a:path w="604"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61"/>
            <p:cNvSpPr/>
            <p:nvPr/>
          </p:nvSpPr>
          <p:spPr>
            <a:xfrm>
              <a:off x="3587368" y="3787655"/>
              <a:ext cx="14405" cy="46054"/>
            </a:xfrm>
            <a:custGeom>
              <a:avLst/>
              <a:gdLst/>
              <a:ahLst/>
              <a:cxnLst/>
              <a:rect l="l" t="t" r="r" b="b"/>
              <a:pathLst>
                <a:path w="604" h="1931" extrusionOk="0">
                  <a:moveTo>
                    <a:pt x="1" y="1"/>
                  </a:moveTo>
                  <a:lnTo>
                    <a:pt x="1" y="1931"/>
                  </a:lnTo>
                  <a:lnTo>
                    <a:pt x="604" y="1931"/>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 name="Google Shape;861;p61"/>
          <p:cNvGrpSpPr/>
          <p:nvPr/>
        </p:nvGrpSpPr>
        <p:grpSpPr>
          <a:xfrm>
            <a:off x="4927456" y="3345018"/>
            <a:ext cx="336643" cy="491238"/>
            <a:chOff x="4052681" y="3373381"/>
            <a:chExt cx="336643" cy="491238"/>
          </a:xfrm>
        </p:grpSpPr>
        <p:sp>
          <p:nvSpPr>
            <p:cNvPr id="862" name="Google Shape;862;p61"/>
            <p:cNvSpPr/>
            <p:nvPr/>
          </p:nvSpPr>
          <p:spPr>
            <a:xfrm>
              <a:off x="4267021" y="3573315"/>
              <a:ext cx="14405" cy="15097"/>
            </a:xfrm>
            <a:custGeom>
              <a:avLst/>
              <a:gdLst/>
              <a:ahLst/>
              <a:cxnLst/>
              <a:rect l="l" t="t" r="r" b="b"/>
              <a:pathLst>
                <a:path w="604" h="633" extrusionOk="0">
                  <a:moveTo>
                    <a:pt x="1" y="1"/>
                  </a:moveTo>
                  <a:lnTo>
                    <a:pt x="1"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61"/>
            <p:cNvSpPr/>
            <p:nvPr/>
          </p:nvSpPr>
          <p:spPr>
            <a:xfrm>
              <a:off x="4267021" y="3527285"/>
              <a:ext cx="14405" cy="15097"/>
            </a:xfrm>
            <a:custGeom>
              <a:avLst/>
              <a:gdLst/>
              <a:ahLst/>
              <a:cxnLst/>
              <a:rect l="l" t="t" r="r" b="b"/>
              <a:pathLst>
                <a:path w="604" h="633" extrusionOk="0">
                  <a:moveTo>
                    <a:pt x="1" y="1"/>
                  </a:moveTo>
                  <a:lnTo>
                    <a:pt x="1"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61"/>
            <p:cNvSpPr/>
            <p:nvPr/>
          </p:nvSpPr>
          <p:spPr>
            <a:xfrm>
              <a:off x="4267021" y="3619346"/>
              <a:ext cx="14405" cy="15121"/>
            </a:xfrm>
            <a:custGeom>
              <a:avLst/>
              <a:gdLst/>
              <a:ahLst/>
              <a:cxnLst/>
              <a:rect l="l" t="t" r="r" b="b"/>
              <a:pathLst>
                <a:path w="604" h="634" extrusionOk="0">
                  <a:moveTo>
                    <a:pt x="1" y="1"/>
                  </a:moveTo>
                  <a:lnTo>
                    <a:pt x="1"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61"/>
            <p:cNvSpPr/>
            <p:nvPr/>
          </p:nvSpPr>
          <p:spPr>
            <a:xfrm>
              <a:off x="4052681" y="3373381"/>
              <a:ext cx="259703" cy="413559"/>
            </a:xfrm>
            <a:custGeom>
              <a:avLst/>
              <a:gdLst/>
              <a:ahLst/>
              <a:cxnLst/>
              <a:rect l="l" t="t" r="r" b="b"/>
              <a:pathLst>
                <a:path w="10889" h="17340" extrusionOk="0">
                  <a:moveTo>
                    <a:pt x="9321" y="1267"/>
                  </a:moveTo>
                  <a:cubicBezTo>
                    <a:pt x="9863" y="1267"/>
                    <a:pt x="10286" y="1689"/>
                    <a:pt x="10286" y="2232"/>
                  </a:cubicBezTo>
                  <a:lnTo>
                    <a:pt x="10286" y="15108"/>
                  </a:lnTo>
                  <a:cubicBezTo>
                    <a:pt x="10286" y="15650"/>
                    <a:pt x="9863" y="16104"/>
                    <a:pt x="9321" y="16104"/>
                  </a:cubicBezTo>
                  <a:lnTo>
                    <a:pt x="8324" y="16104"/>
                  </a:lnTo>
                  <a:lnTo>
                    <a:pt x="8324" y="1267"/>
                  </a:lnTo>
                  <a:close/>
                  <a:moveTo>
                    <a:pt x="7721" y="603"/>
                  </a:moveTo>
                  <a:lnTo>
                    <a:pt x="7721" y="16736"/>
                  </a:lnTo>
                  <a:lnTo>
                    <a:pt x="7029" y="16736"/>
                  </a:lnTo>
                  <a:lnTo>
                    <a:pt x="7029" y="603"/>
                  </a:lnTo>
                  <a:close/>
                  <a:moveTo>
                    <a:pt x="6425" y="0"/>
                  </a:moveTo>
                  <a:lnTo>
                    <a:pt x="6425" y="664"/>
                  </a:lnTo>
                  <a:lnTo>
                    <a:pt x="1" y="664"/>
                  </a:lnTo>
                  <a:lnTo>
                    <a:pt x="1" y="16707"/>
                  </a:lnTo>
                  <a:lnTo>
                    <a:pt x="5460" y="16707"/>
                  </a:lnTo>
                  <a:lnTo>
                    <a:pt x="5460" y="16104"/>
                  </a:lnTo>
                  <a:lnTo>
                    <a:pt x="604" y="16104"/>
                  </a:lnTo>
                  <a:lnTo>
                    <a:pt x="604" y="1267"/>
                  </a:lnTo>
                  <a:lnTo>
                    <a:pt x="6425" y="1267"/>
                  </a:lnTo>
                  <a:lnTo>
                    <a:pt x="6425" y="17339"/>
                  </a:lnTo>
                  <a:lnTo>
                    <a:pt x="8324" y="17339"/>
                  </a:lnTo>
                  <a:lnTo>
                    <a:pt x="8324" y="16707"/>
                  </a:lnTo>
                  <a:lnTo>
                    <a:pt x="9321" y="16707"/>
                  </a:lnTo>
                  <a:cubicBezTo>
                    <a:pt x="10194" y="16707"/>
                    <a:pt x="10889" y="15983"/>
                    <a:pt x="10889" y="15108"/>
                  </a:cubicBezTo>
                  <a:lnTo>
                    <a:pt x="10889" y="2232"/>
                  </a:lnTo>
                  <a:cubicBezTo>
                    <a:pt x="10889" y="1356"/>
                    <a:pt x="10194" y="664"/>
                    <a:pt x="9321" y="664"/>
                  </a:cubicBezTo>
                  <a:lnTo>
                    <a:pt x="8324" y="664"/>
                  </a:lnTo>
                  <a:lnTo>
                    <a:pt x="83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61"/>
            <p:cNvSpPr/>
            <p:nvPr/>
          </p:nvSpPr>
          <p:spPr>
            <a:xfrm>
              <a:off x="4082899" y="3412209"/>
              <a:ext cx="14405" cy="337334"/>
            </a:xfrm>
            <a:custGeom>
              <a:avLst/>
              <a:gdLst/>
              <a:ahLst/>
              <a:cxnLst/>
              <a:rect l="l" t="t" r="r" b="b"/>
              <a:pathLst>
                <a:path w="604" h="14144" extrusionOk="0">
                  <a:moveTo>
                    <a:pt x="0" y="1"/>
                  </a:moveTo>
                  <a:lnTo>
                    <a:pt x="0" y="14143"/>
                  </a:lnTo>
                  <a:lnTo>
                    <a:pt x="604" y="1414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61"/>
            <p:cNvSpPr/>
            <p:nvPr/>
          </p:nvSpPr>
          <p:spPr>
            <a:xfrm>
              <a:off x="4344009" y="3543121"/>
              <a:ext cx="45315" cy="321498"/>
            </a:xfrm>
            <a:custGeom>
              <a:avLst/>
              <a:gdLst/>
              <a:ahLst/>
              <a:cxnLst/>
              <a:rect l="l" t="t" r="r" b="b"/>
              <a:pathLst>
                <a:path w="1900" h="13480" extrusionOk="0">
                  <a:moveTo>
                    <a:pt x="934" y="603"/>
                  </a:moveTo>
                  <a:cubicBezTo>
                    <a:pt x="1115" y="603"/>
                    <a:pt x="1296" y="753"/>
                    <a:pt x="1296" y="965"/>
                  </a:cubicBezTo>
                  <a:lnTo>
                    <a:pt x="1296" y="1930"/>
                  </a:lnTo>
                  <a:lnTo>
                    <a:pt x="604" y="1930"/>
                  </a:lnTo>
                  <a:lnTo>
                    <a:pt x="604" y="965"/>
                  </a:lnTo>
                  <a:cubicBezTo>
                    <a:pt x="604" y="753"/>
                    <a:pt x="753" y="603"/>
                    <a:pt x="934" y="603"/>
                  </a:cubicBezTo>
                  <a:close/>
                  <a:moveTo>
                    <a:pt x="1296" y="2534"/>
                  </a:moveTo>
                  <a:lnTo>
                    <a:pt x="1296" y="3226"/>
                  </a:lnTo>
                  <a:lnTo>
                    <a:pt x="604" y="3226"/>
                  </a:lnTo>
                  <a:lnTo>
                    <a:pt x="604" y="2534"/>
                  </a:lnTo>
                  <a:close/>
                  <a:moveTo>
                    <a:pt x="1296" y="3829"/>
                  </a:moveTo>
                  <a:lnTo>
                    <a:pt x="1296" y="10946"/>
                  </a:lnTo>
                  <a:lnTo>
                    <a:pt x="604" y="10946"/>
                  </a:lnTo>
                  <a:lnTo>
                    <a:pt x="604" y="3829"/>
                  </a:lnTo>
                  <a:close/>
                  <a:moveTo>
                    <a:pt x="1207" y="11549"/>
                  </a:moveTo>
                  <a:lnTo>
                    <a:pt x="966" y="12304"/>
                  </a:lnTo>
                  <a:lnTo>
                    <a:pt x="724" y="11549"/>
                  </a:lnTo>
                  <a:close/>
                  <a:moveTo>
                    <a:pt x="934" y="0"/>
                  </a:moveTo>
                  <a:cubicBezTo>
                    <a:pt x="423" y="0"/>
                    <a:pt x="1" y="423"/>
                    <a:pt x="1" y="965"/>
                  </a:cubicBezTo>
                  <a:lnTo>
                    <a:pt x="1" y="11279"/>
                  </a:lnTo>
                  <a:lnTo>
                    <a:pt x="693" y="13479"/>
                  </a:lnTo>
                  <a:lnTo>
                    <a:pt x="1236" y="13479"/>
                  </a:lnTo>
                  <a:lnTo>
                    <a:pt x="1899" y="11279"/>
                  </a:lnTo>
                  <a:lnTo>
                    <a:pt x="1899" y="965"/>
                  </a:lnTo>
                  <a:cubicBezTo>
                    <a:pt x="1899" y="423"/>
                    <a:pt x="1448" y="0"/>
                    <a:pt x="9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71"/>
        <p:cNvGrpSpPr/>
        <p:nvPr/>
      </p:nvGrpSpPr>
      <p:grpSpPr>
        <a:xfrm>
          <a:off x="0" y="0"/>
          <a:ext cx="0" cy="0"/>
          <a:chOff x="0" y="0"/>
          <a:chExt cx="0" cy="0"/>
        </a:xfrm>
      </p:grpSpPr>
      <p:sp>
        <p:nvSpPr>
          <p:cNvPr id="872" name="Google Shape;872;p6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second map</a:t>
            </a:r>
            <a:endParaRPr/>
          </a:p>
        </p:txBody>
      </p:sp>
      <p:sp>
        <p:nvSpPr>
          <p:cNvPr id="873" name="Google Shape;873;p62"/>
          <p:cNvSpPr/>
          <p:nvPr/>
        </p:nvSpPr>
        <p:spPr>
          <a:xfrm>
            <a:off x="2598333" y="1875000"/>
            <a:ext cx="3947334" cy="1941962"/>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62"/>
          <p:cNvSpPr txBox="1"/>
          <p:nvPr/>
        </p:nvSpPr>
        <p:spPr>
          <a:xfrm flipH="1">
            <a:off x="6545673" y="1478275"/>
            <a:ext cx="18774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875" name="Google Shape;875;p62"/>
          <p:cNvSpPr txBox="1"/>
          <p:nvPr/>
        </p:nvSpPr>
        <p:spPr>
          <a:xfrm flipH="1">
            <a:off x="6545673" y="1757156"/>
            <a:ext cx="18774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876" name="Google Shape;876;p62"/>
          <p:cNvSpPr txBox="1"/>
          <p:nvPr/>
        </p:nvSpPr>
        <p:spPr>
          <a:xfrm flipH="1">
            <a:off x="6545673" y="2557556"/>
            <a:ext cx="18774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877" name="Google Shape;877;p62"/>
          <p:cNvSpPr txBox="1"/>
          <p:nvPr/>
        </p:nvSpPr>
        <p:spPr>
          <a:xfrm flipH="1">
            <a:off x="6545673" y="2834888"/>
            <a:ext cx="18774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878" name="Google Shape;878;p62"/>
          <p:cNvSpPr txBox="1"/>
          <p:nvPr/>
        </p:nvSpPr>
        <p:spPr>
          <a:xfrm flipH="1">
            <a:off x="6545673" y="3643000"/>
            <a:ext cx="18774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879" name="Google Shape;879;p62"/>
          <p:cNvSpPr txBox="1"/>
          <p:nvPr/>
        </p:nvSpPr>
        <p:spPr>
          <a:xfrm flipH="1">
            <a:off x="6545673" y="3921881"/>
            <a:ext cx="18774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880" name="Google Shape;880;p62"/>
          <p:cNvSpPr txBox="1"/>
          <p:nvPr/>
        </p:nvSpPr>
        <p:spPr>
          <a:xfrm flipH="1">
            <a:off x="719998" y="1478275"/>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Jupiter</a:t>
            </a:r>
            <a:endParaRPr sz="2000">
              <a:solidFill>
                <a:schemeClr val="dk1"/>
              </a:solidFill>
              <a:latin typeface="Corben"/>
              <a:ea typeface="Corben"/>
              <a:cs typeface="Corben"/>
              <a:sym typeface="Corben"/>
            </a:endParaRPr>
          </a:p>
        </p:txBody>
      </p:sp>
      <p:sp>
        <p:nvSpPr>
          <p:cNvPr id="881" name="Google Shape;881;p62"/>
          <p:cNvSpPr txBox="1"/>
          <p:nvPr/>
        </p:nvSpPr>
        <p:spPr>
          <a:xfrm flipH="1">
            <a:off x="719998" y="1757156"/>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Jupiter is an enormous planet</a:t>
            </a:r>
            <a:endParaRPr>
              <a:solidFill>
                <a:schemeClr val="dk1"/>
              </a:solidFill>
              <a:latin typeface="Albert Sans"/>
              <a:ea typeface="Albert Sans"/>
              <a:cs typeface="Albert Sans"/>
              <a:sym typeface="Albert Sans"/>
            </a:endParaRPr>
          </a:p>
        </p:txBody>
      </p:sp>
      <p:sp>
        <p:nvSpPr>
          <p:cNvPr id="882" name="Google Shape;882;p62"/>
          <p:cNvSpPr txBox="1"/>
          <p:nvPr/>
        </p:nvSpPr>
        <p:spPr>
          <a:xfrm flipH="1">
            <a:off x="719998" y="2557556"/>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Neptune</a:t>
            </a:r>
            <a:endParaRPr sz="2000">
              <a:solidFill>
                <a:schemeClr val="dk1"/>
              </a:solidFill>
              <a:latin typeface="Corben"/>
              <a:ea typeface="Corben"/>
              <a:cs typeface="Corben"/>
              <a:sym typeface="Corben"/>
            </a:endParaRPr>
          </a:p>
        </p:txBody>
      </p:sp>
      <p:sp>
        <p:nvSpPr>
          <p:cNvPr id="883" name="Google Shape;883;p62"/>
          <p:cNvSpPr txBox="1"/>
          <p:nvPr/>
        </p:nvSpPr>
        <p:spPr>
          <a:xfrm flipH="1">
            <a:off x="719998" y="2834888"/>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Neptune is very far from the Sun</a:t>
            </a:r>
            <a:endParaRPr>
              <a:solidFill>
                <a:schemeClr val="dk1"/>
              </a:solidFill>
              <a:latin typeface="Albert Sans"/>
              <a:ea typeface="Albert Sans"/>
              <a:cs typeface="Albert Sans"/>
              <a:sym typeface="Albert Sans"/>
            </a:endParaRPr>
          </a:p>
        </p:txBody>
      </p:sp>
      <p:sp>
        <p:nvSpPr>
          <p:cNvPr id="884" name="Google Shape;884;p62"/>
          <p:cNvSpPr txBox="1"/>
          <p:nvPr/>
        </p:nvSpPr>
        <p:spPr>
          <a:xfrm flipH="1">
            <a:off x="719998" y="3643000"/>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Saturn</a:t>
            </a:r>
            <a:endParaRPr sz="2000">
              <a:solidFill>
                <a:schemeClr val="dk1"/>
              </a:solidFill>
              <a:latin typeface="Corben"/>
              <a:ea typeface="Corben"/>
              <a:cs typeface="Corben"/>
              <a:sym typeface="Corben"/>
            </a:endParaRPr>
          </a:p>
        </p:txBody>
      </p:sp>
      <p:sp>
        <p:nvSpPr>
          <p:cNvPr id="885" name="Google Shape;885;p62"/>
          <p:cNvSpPr txBox="1"/>
          <p:nvPr/>
        </p:nvSpPr>
        <p:spPr>
          <a:xfrm flipH="1">
            <a:off x="719998" y="3921881"/>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Saturn is a gas giant and has rings</a:t>
            </a:r>
            <a:endParaRPr>
              <a:solidFill>
                <a:schemeClr val="dk1"/>
              </a:solidFill>
              <a:latin typeface="Albert Sans"/>
              <a:ea typeface="Albert Sans"/>
              <a:cs typeface="Albert Sans"/>
              <a:sym typeface="Albert Sans"/>
            </a:endParaRPr>
          </a:p>
        </p:txBody>
      </p:sp>
      <p:cxnSp>
        <p:nvCxnSpPr>
          <p:cNvPr id="886" name="Google Shape;886;p62"/>
          <p:cNvCxnSpPr>
            <a:stCxn id="880" idx="1"/>
          </p:cNvCxnSpPr>
          <p:nvPr/>
        </p:nvCxnSpPr>
        <p:spPr>
          <a:xfrm>
            <a:off x="2597398" y="1670725"/>
            <a:ext cx="636000" cy="449700"/>
          </a:xfrm>
          <a:prstGeom prst="bentConnector3">
            <a:avLst>
              <a:gd name="adj1" fmla="val 50000"/>
            </a:avLst>
          </a:prstGeom>
          <a:noFill/>
          <a:ln w="19050" cap="flat" cmpd="sng">
            <a:solidFill>
              <a:schemeClr val="accent2"/>
            </a:solidFill>
            <a:prstDash val="solid"/>
            <a:round/>
            <a:headEnd type="oval" w="med" len="med"/>
            <a:tailEnd type="oval" w="med" len="med"/>
          </a:ln>
        </p:spPr>
      </p:cxnSp>
      <p:cxnSp>
        <p:nvCxnSpPr>
          <p:cNvPr id="887" name="Google Shape;887;p62"/>
          <p:cNvCxnSpPr>
            <a:stCxn id="882" idx="1"/>
          </p:cNvCxnSpPr>
          <p:nvPr/>
        </p:nvCxnSpPr>
        <p:spPr>
          <a:xfrm rot="10800000" flipH="1">
            <a:off x="2597398" y="2441906"/>
            <a:ext cx="811500" cy="308100"/>
          </a:xfrm>
          <a:prstGeom prst="bentConnector3">
            <a:avLst>
              <a:gd name="adj1" fmla="val 50000"/>
            </a:avLst>
          </a:prstGeom>
          <a:noFill/>
          <a:ln w="19050" cap="flat" cmpd="sng">
            <a:solidFill>
              <a:schemeClr val="accent2"/>
            </a:solidFill>
            <a:prstDash val="solid"/>
            <a:round/>
            <a:headEnd type="oval" w="med" len="med"/>
            <a:tailEnd type="oval" w="med" len="med"/>
          </a:ln>
        </p:spPr>
      </p:cxnSp>
      <p:cxnSp>
        <p:nvCxnSpPr>
          <p:cNvPr id="888" name="Google Shape;888;p62"/>
          <p:cNvCxnSpPr>
            <a:stCxn id="884" idx="1"/>
          </p:cNvCxnSpPr>
          <p:nvPr/>
        </p:nvCxnSpPr>
        <p:spPr>
          <a:xfrm rot="10800000" flipH="1">
            <a:off x="2597398" y="3143050"/>
            <a:ext cx="770400" cy="692400"/>
          </a:xfrm>
          <a:prstGeom prst="bentConnector3">
            <a:avLst>
              <a:gd name="adj1" fmla="val 50000"/>
            </a:avLst>
          </a:prstGeom>
          <a:noFill/>
          <a:ln w="19050" cap="flat" cmpd="sng">
            <a:solidFill>
              <a:schemeClr val="accent2"/>
            </a:solidFill>
            <a:prstDash val="solid"/>
            <a:round/>
            <a:headEnd type="oval" w="med" len="med"/>
            <a:tailEnd type="oval" w="med" len="med"/>
          </a:ln>
        </p:spPr>
      </p:cxnSp>
      <p:cxnSp>
        <p:nvCxnSpPr>
          <p:cNvPr id="889" name="Google Shape;889;p62"/>
          <p:cNvCxnSpPr>
            <a:stCxn id="874" idx="3"/>
          </p:cNvCxnSpPr>
          <p:nvPr/>
        </p:nvCxnSpPr>
        <p:spPr>
          <a:xfrm flipH="1">
            <a:off x="4460673" y="1670725"/>
            <a:ext cx="2085000" cy="905400"/>
          </a:xfrm>
          <a:prstGeom prst="bentConnector3">
            <a:avLst>
              <a:gd name="adj1" fmla="val 50000"/>
            </a:avLst>
          </a:prstGeom>
          <a:noFill/>
          <a:ln w="19050" cap="flat" cmpd="sng">
            <a:solidFill>
              <a:schemeClr val="accent2"/>
            </a:solidFill>
            <a:prstDash val="solid"/>
            <a:round/>
            <a:headEnd type="oval" w="med" len="med"/>
            <a:tailEnd type="oval" w="med" len="med"/>
          </a:ln>
        </p:spPr>
      </p:cxnSp>
      <p:cxnSp>
        <p:nvCxnSpPr>
          <p:cNvPr id="890" name="Google Shape;890;p62"/>
          <p:cNvCxnSpPr>
            <a:stCxn id="876" idx="3"/>
          </p:cNvCxnSpPr>
          <p:nvPr/>
        </p:nvCxnSpPr>
        <p:spPr>
          <a:xfrm flipH="1">
            <a:off x="5559273" y="2750006"/>
            <a:ext cx="986400" cy="293700"/>
          </a:xfrm>
          <a:prstGeom prst="bentConnector3">
            <a:avLst>
              <a:gd name="adj1" fmla="val 50000"/>
            </a:avLst>
          </a:prstGeom>
          <a:noFill/>
          <a:ln w="19050" cap="flat" cmpd="sng">
            <a:solidFill>
              <a:schemeClr val="accent2"/>
            </a:solidFill>
            <a:prstDash val="solid"/>
            <a:round/>
            <a:headEnd type="oval" w="med" len="med"/>
            <a:tailEnd type="oval" w="med" len="med"/>
          </a:ln>
        </p:spPr>
      </p:cxnSp>
      <p:cxnSp>
        <p:nvCxnSpPr>
          <p:cNvPr id="891" name="Google Shape;891;p62"/>
          <p:cNvCxnSpPr>
            <a:stCxn id="878" idx="3"/>
          </p:cNvCxnSpPr>
          <p:nvPr/>
        </p:nvCxnSpPr>
        <p:spPr>
          <a:xfrm rot="10800000">
            <a:off x="4361373" y="3435250"/>
            <a:ext cx="2184300" cy="400200"/>
          </a:xfrm>
          <a:prstGeom prst="bentConnector3">
            <a:avLst>
              <a:gd name="adj1" fmla="val 78336"/>
            </a:avLst>
          </a:prstGeom>
          <a:noFill/>
          <a:ln w="19050" cap="flat" cmpd="sng">
            <a:solidFill>
              <a:schemeClr val="accent2"/>
            </a:solidFill>
            <a:prstDash val="solid"/>
            <a:round/>
            <a:headEnd type="oval" w="med" len="med"/>
            <a:tailEnd type="oval" w="med" len="med"/>
          </a:ln>
        </p:spPr>
      </p:cxn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95"/>
        <p:cNvGrpSpPr/>
        <p:nvPr/>
      </p:nvGrpSpPr>
      <p:grpSpPr>
        <a:xfrm>
          <a:off x="0" y="0"/>
          <a:ext cx="0" cy="0"/>
          <a:chOff x="0" y="0"/>
          <a:chExt cx="0" cy="0"/>
        </a:xfrm>
      </p:grpSpPr>
      <p:sp>
        <p:nvSpPr>
          <p:cNvPr id="896" name="Google Shape;896;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show a process here</a:t>
            </a:r>
            <a:endParaRPr/>
          </a:p>
        </p:txBody>
      </p:sp>
      <p:grpSp>
        <p:nvGrpSpPr>
          <p:cNvPr id="897" name="Google Shape;897;p63"/>
          <p:cNvGrpSpPr/>
          <p:nvPr/>
        </p:nvGrpSpPr>
        <p:grpSpPr>
          <a:xfrm flipH="1">
            <a:off x="3114639" y="1548426"/>
            <a:ext cx="2914718" cy="2790892"/>
            <a:chOff x="3179914" y="2889488"/>
            <a:chExt cx="422876" cy="404911"/>
          </a:xfrm>
        </p:grpSpPr>
        <p:sp>
          <p:nvSpPr>
            <p:cNvPr id="898" name="Google Shape;898;p6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6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6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6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6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6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 name="Google Shape;904;p63"/>
          <p:cNvSpPr txBox="1"/>
          <p:nvPr/>
        </p:nvSpPr>
        <p:spPr>
          <a:xfrm flipH="1">
            <a:off x="5985623" y="1436200"/>
            <a:ext cx="18774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dk1"/>
                </a:solidFill>
                <a:latin typeface="Corben"/>
                <a:ea typeface="Corben"/>
                <a:cs typeface="Corben"/>
                <a:sym typeface="Corben"/>
              </a:rPr>
              <a:t>Venus</a:t>
            </a:r>
            <a:endParaRPr sz="2000">
              <a:solidFill>
                <a:schemeClr val="dk1"/>
              </a:solidFill>
              <a:latin typeface="Corben"/>
              <a:ea typeface="Corben"/>
              <a:cs typeface="Corben"/>
              <a:sym typeface="Corben"/>
            </a:endParaRPr>
          </a:p>
        </p:txBody>
      </p:sp>
      <p:sp>
        <p:nvSpPr>
          <p:cNvPr id="905" name="Google Shape;905;p63"/>
          <p:cNvSpPr txBox="1"/>
          <p:nvPr/>
        </p:nvSpPr>
        <p:spPr>
          <a:xfrm flipH="1">
            <a:off x="5985623" y="1715081"/>
            <a:ext cx="18774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906" name="Google Shape;906;p63"/>
          <p:cNvSpPr txBox="1"/>
          <p:nvPr/>
        </p:nvSpPr>
        <p:spPr>
          <a:xfrm flipH="1">
            <a:off x="5985623" y="2515481"/>
            <a:ext cx="18774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dk1"/>
                </a:solidFill>
                <a:latin typeface="Corben"/>
                <a:ea typeface="Corben"/>
                <a:cs typeface="Corben"/>
                <a:sym typeface="Corben"/>
              </a:rPr>
              <a:t>Mercury</a:t>
            </a:r>
            <a:endParaRPr sz="2000">
              <a:solidFill>
                <a:schemeClr val="dk1"/>
              </a:solidFill>
              <a:latin typeface="Corben"/>
              <a:ea typeface="Corben"/>
              <a:cs typeface="Corben"/>
              <a:sym typeface="Corben"/>
            </a:endParaRPr>
          </a:p>
        </p:txBody>
      </p:sp>
      <p:sp>
        <p:nvSpPr>
          <p:cNvPr id="907" name="Google Shape;907;p63"/>
          <p:cNvSpPr txBox="1"/>
          <p:nvPr/>
        </p:nvSpPr>
        <p:spPr>
          <a:xfrm flipH="1">
            <a:off x="5985623" y="2792813"/>
            <a:ext cx="18774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908" name="Google Shape;908;p63"/>
          <p:cNvSpPr txBox="1"/>
          <p:nvPr/>
        </p:nvSpPr>
        <p:spPr>
          <a:xfrm flipH="1">
            <a:off x="5985623" y="3600925"/>
            <a:ext cx="18774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dk1"/>
                </a:solidFill>
                <a:latin typeface="Corben"/>
                <a:ea typeface="Corben"/>
                <a:cs typeface="Corben"/>
                <a:sym typeface="Corben"/>
              </a:rPr>
              <a:t>Mars</a:t>
            </a:r>
            <a:endParaRPr sz="2000">
              <a:solidFill>
                <a:schemeClr val="dk1"/>
              </a:solidFill>
              <a:latin typeface="Corben"/>
              <a:ea typeface="Corben"/>
              <a:cs typeface="Corben"/>
              <a:sym typeface="Corben"/>
            </a:endParaRPr>
          </a:p>
        </p:txBody>
      </p:sp>
      <p:sp>
        <p:nvSpPr>
          <p:cNvPr id="909" name="Google Shape;909;p63"/>
          <p:cNvSpPr txBox="1"/>
          <p:nvPr/>
        </p:nvSpPr>
        <p:spPr>
          <a:xfrm flipH="1">
            <a:off x="5985623" y="3879806"/>
            <a:ext cx="18774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910" name="Google Shape;910;p63"/>
          <p:cNvSpPr txBox="1"/>
          <p:nvPr/>
        </p:nvSpPr>
        <p:spPr>
          <a:xfrm flipH="1">
            <a:off x="1286823" y="1436200"/>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Jupiter</a:t>
            </a:r>
            <a:endParaRPr sz="2000">
              <a:solidFill>
                <a:schemeClr val="dk1"/>
              </a:solidFill>
              <a:latin typeface="Corben"/>
              <a:ea typeface="Corben"/>
              <a:cs typeface="Corben"/>
              <a:sym typeface="Corben"/>
            </a:endParaRPr>
          </a:p>
        </p:txBody>
      </p:sp>
      <p:sp>
        <p:nvSpPr>
          <p:cNvPr id="911" name="Google Shape;911;p63"/>
          <p:cNvSpPr txBox="1"/>
          <p:nvPr/>
        </p:nvSpPr>
        <p:spPr>
          <a:xfrm flipH="1">
            <a:off x="1286823" y="1715081"/>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Jupiter is an enormous planet</a:t>
            </a:r>
            <a:endParaRPr>
              <a:solidFill>
                <a:schemeClr val="dk1"/>
              </a:solidFill>
              <a:latin typeface="Albert Sans"/>
              <a:ea typeface="Albert Sans"/>
              <a:cs typeface="Albert Sans"/>
              <a:sym typeface="Albert Sans"/>
            </a:endParaRPr>
          </a:p>
        </p:txBody>
      </p:sp>
      <p:sp>
        <p:nvSpPr>
          <p:cNvPr id="912" name="Google Shape;912;p63"/>
          <p:cNvSpPr txBox="1"/>
          <p:nvPr/>
        </p:nvSpPr>
        <p:spPr>
          <a:xfrm flipH="1">
            <a:off x="1286823" y="2515481"/>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Neptune</a:t>
            </a:r>
            <a:endParaRPr sz="2000">
              <a:solidFill>
                <a:schemeClr val="dk1"/>
              </a:solidFill>
              <a:latin typeface="Corben"/>
              <a:ea typeface="Corben"/>
              <a:cs typeface="Corben"/>
              <a:sym typeface="Corben"/>
            </a:endParaRPr>
          </a:p>
        </p:txBody>
      </p:sp>
      <p:sp>
        <p:nvSpPr>
          <p:cNvPr id="913" name="Google Shape;913;p63"/>
          <p:cNvSpPr txBox="1"/>
          <p:nvPr/>
        </p:nvSpPr>
        <p:spPr>
          <a:xfrm flipH="1">
            <a:off x="1286823" y="2792813"/>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Neptune is very far from the Sun</a:t>
            </a:r>
            <a:endParaRPr>
              <a:solidFill>
                <a:schemeClr val="dk1"/>
              </a:solidFill>
              <a:latin typeface="Albert Sans"/>
              <a:ea typeface="Albert Sans"/>
              <a:cs typeface="Albert Sans"/>
              <a:sym typeface="Albert Sans"/>
            </a:endParaRPr>
          </a:p>
        </p:txBody>
      </p:sp>
      <p:sp>
        <p:nvSpPr>
          <p:cNvPr id="914" name="Google Shape;914;p63"/>
          <p:cNvSpPr txBox="1"/>
          <p:nvPr/>
        </p:nvSpPr>
        <p:spPr>
          <a:xfrm flipH="1">
            <a:off x="1286823" y="3600925"/>
            <a:ext cx="18774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Corben"/>
                <a:ea typeface="Corben"/>
                <a:cs typeface="Corben"/>
                <a:sym typeface="Corben"/>
              </a:rPr>
              <a:t>Saturn</a:t>
            </a:r>
            <a:endParaRPr sz="2000">
              <a:solidFill>
                <a:schemeClr val="dk1"/>
              </a:solidFill>
              <a:latin typeface="Corben"/>
              <a:ea typeface="Corben"/>
              <a:cs typeface="Corben"/>
              <a:sym typeface="Corben"/>
            </a:endParaRPr>
          </a:p>
        </p:txBody>
      </p:sp>
      <p:sp>
        <p:nvSpPr>
          <p:cNvPr id="915" name="Google Shape;915;p63"/>
          <p:cNvSpPr txBox="1"/>
          <p:nvPr/>
        </p:nvSpPr>
        <p:spPr>
          <a:xfrm flipH="1">
            <a:off x="1286823" y="3879806"/>
            <a:ext cx="18774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Saturn is a gas giant and has rings</a:t>
            </a:r>
            <a:endParaRPr>
              <a:solidFill>
                <a:schemeClr val="dk1"/>
              </a:solidFill>
              <a:latin typeface="Albert Sans"/>
              <a:ea typeface="Albert Sans"/>
              <a:cs typeface="Albert Sans"/>
              <a:sym typeface="Albert Sans"/>
            </a:endParaRPr>
          </a:p>
        </p:txBody>
      </p:sp>
      <p:sp>
        <p:nvSpPr>
          <p:cNvPr id="916" name="Google Shape;916;p63"/>
          <p:cNvSpPr txBox="1"/>
          <p:nvPr/>
        </p:nvSpPr>
        <p:spPr>
          <a:xfrm flipH="1">
            <a:off x="4651873" y="1796375"/>
            <a:ext cx="549900" cy="38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Corben"/>
                <a:ea typeface="Corben"/>
                <a:cs typeface="Corben"/>
                <a:sym typeface="Corben"/>
              </a:rPr>
              <a:t>06</a:t>
            </a:r>
            <a:endParaRPr sz="2100">
              <a:solidFill>
                <a:schemeClr val="dk1"/>
              </a:solidFill>
              <a:latin typeface="Corben"/>
              <a:ea typeface="Corben"/>
              <a:cs typeface="Corben"/>
              <a:sym typeface="Corben"/>
            </a:endParaRPr>
          </a:p>
        </p:txBody>
      </p:sp>
      <p:sp>
        <p:nvSpPr>
          <p:cNvPr id="917" name="Google Shape;917;p63"/>
          <p:cNvSpPr txBox="1"/>
          <p:nvPr/>
        </p:nvSpPr>
        <p:spPr>
          <a:xfrm flipH="1">
            <a:off x="5295598" y="2665375"/>
            <a:ext cx="549900" cy="38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accent2"/>
                </a:solidFill>
                <a:latin typeface="Corben"/>
                <a:ea typeface="Corben"/>
                <a:cs typeface="Corben"/>
                <a:sym typeface="Corben"/>
              </a:rPr>
              <a:t>05</a:t>
            </a:r>
            <a:endParaRPr sz="2100">
              <a:solidFill>
                <a:schemeClr val="accent2"/>
              </a:solidFill>
              <a:latin typeface="Corben"/>
              <a:ea typeface="Corben"/>
              <a:cs typeface="Corben"/>
              <a:sym typeface="Corben"/>
            </a:endParaRPr>
          </a:p>
        </p:txBody>
      </p:sp>
      <p:sp>
        <p:nvSpPr>
          <p:cNvPr id="918" name="Google Shape;918;p63"/>
          <p:cNvSpPr txBox="1"/>
          <p:nvPr/>
        </p:nvSpPr>
        <p:spPr>
          <a:xfrm flipH="1">
            <a:off x="4940073" y="3465950"/>
            <a:ext cx="549900" cy="38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Corben"/>
                <a:ea typeface="Corben"/>
                <a:cs typeface="Corben"/>
                <a:sym typeface="Corben"/>
              </a:rPr>
              <a:t>04</a:t>
            </a:r>
            <a:endParaRPr sz="2100">
              <a:solidFill>
                <a:schemeClr val="dk1"/>
              </a:solidFill>
              <a:latin typeface="Corben"/>
              <a:ea typeface="Corben"/>
              <a:cs typeface="Corben"/>
              <a:sym typeface="Corben"/>
            </a:endParaRPr>
          </a:p>
        </p:txBody>
      </p:sp>
      <p:sp>
        <p:nvSpPr>
          <p:cNvPr id="919" name="Google Shape;919;p63"/>
          <p:cNvSpPr txBox="1"/>
          <p:nvPr/>
        </p:nvSpPr>
        <p:spPr>
          <a:xfrm flipH="1">
            <a:off x="3952523" y="3677725"/>
            <a:ext cx="549900" cy="38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Corben"/>
                <a:ea typeface="Corben"/>
                <a:cs typeface="Corben"/>
                <a:sym typeface="Corben"/>
              </a:rPr>
              <a:t>03</a:t>
            </a:r>
            <a:endParaRPr sz="2100">
              <a:solidFill>
                <a:schemeClr val="dk1"/>
              </a:solidFill>
              <a:latin typeface="Corben"/>
              <a:ea typeface="Corben"/>
              <a:cs typeface="Corben"/>
              <a:sym typeface="Corben"/>
            </a:endParaRPr>
          </a:p>
        </p:txBody>
      </p:sp>
      <p:sp>
        <p:nvSpPr>
          <p:cNvPr id="920" name="Google Shape;920;p63"/>
          <p:cNvSpPr txBox="1"/>
          <p:nvPr/>
        </p:nvSpPr>
        <p:spPr>
          <a:xfrm flipH="1">
            <a:off x="3320473" y="2900775"/>
            <a:ext cx="549900" cy="38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accent2"/>
                </a:solidFill>
                <a:latin typeface="Corben"/>
                <a:ea typeface="Corben"/>
                <a:cs typeface="Corben"/>
                <a:sym typeface="Corben"/>
              </a:rPr>
              <a:t>02</a:t>
            </a:r>
            <a:endParaRPr sz="2100">
              <a:solidFill>
                <a:schemeClr val="accent2"/>
              </a:solidFill>
              <a:latin typeface="Corben"/>
              <a:ea typeface="Corben"/>
              <a:cs typeface="Corben"/>
              <a:sym typeface="Corben"/>
            </a:endParaRPr>
          </a:p>
        </p:txBody>
      </p:sp>
      <p:sp>
        <p:nvSpPr>
          <p:cNvPr id="921" name="Google Shape;921;p63"/>
          <p:cNvSpPr txBox="1"/>
          <p:nvPr/>
        </p:nvSpPr>
        <p:spPr>
          <a:xfrm flipH="1">
            <a:off x="3734673" y="1960925"/>
            <a:ext cx="549900" cy="384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Corben"/>
                <a:ea typeface="Corben"/>
                <a:cs typeface="Corben"/>
                <a:sym typeface="Corben"/>
              </a:rPr>
              <a:t>01</a:t>
            </a:r>
            <a:endParaRPr sz="2100">
              <a:solidFill>
                <a:schemeClr val="dk1"/>
              </a:solidFill>
              <a:latin typeface="Corben"/>
              <a:ea typeface="Corben"/>
              <a:cs typeface="Corben"/>
              <a:sym typeface="Corben"/>
            </a:endParaRPr>
          </a:p>
        </p:txBody>
      </p:sp>
      <p:sp>
        <p:nvSpPr>
          <p:cNvPr id="922" name="Google Shape;922;p63"/>
          <p:cNvSpPr txBox="1"/>
          <p:nvPr/>
        </p:nvSpPr>
        <p:spPr>
          <a:xfrm flipH="1">
            <a:off x="7757274" y="1436200"/>
            <a:ext cx="6735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accent2"/>
                </a:solidFill>
                <a:latin typeface="Corben"/>
                <a:ea typeface="Corben"/>
                <a:cs typeface="Corben"/>
                <a:sym typeface="Corben"/>
              </a:rPr>
              <a:t>06</a:t>
            </a:r>
            <a:endParaRPr sz="2000">
              <a:solidFill>
                <a:schemeClr val="accent2"/>
              </a:solidFill>
              <a:latin typeface="Corben"/>
              <a:ea typeface="Corben"/>
              <a:cs typeface="Corben"/>
              <a:sym typeface="Corben"/>
            </a:endParaRPr>
          </a:p>
        </p:txBody>
      </p:sp>
      <p:sp>
        <p:nvSpPr>
          <p:cNvPr id="923" name="Google Shape;923;p63"/>
          <p:cNvSpPr txBox="1"/>
          <p:nvPr/>
        </p:nvSpPr>
        <p:spPr>
          <a:xfrm flipH="1">
            <a:off x="7757274" y="2515481"/>
            <a:ext cx="6735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accent2"/>
                </a:solidFill>
                <a:latin typeface="Corben"/>
                <a:ea typeface="Corben"/>
                <a:cs typeface="Corben"/>
                <a:sym typeface="Corben"/>
              </a:rPr>
              <a:t>05</a:t>
            </a:r>
            <a:endParaRPr sz="2000">
              <a:solidFill>
                <a:schemeClr val="accent2"/>
              </a:solidFill>
              <a:latin typeface="Corben"/>
              <a:ea typeface="Corben"/>
              <a:cs typeface="Corben"/>
              <a:sym typeface="Corben"/>
            </a:endParaRPr>
          </a:p>
        </p:txBody>
      </p:sp>
      <p:sp>
        <p:nvSpPr>
          <p:cNvPr id="924" name="Google Shape;924;p63"/>
          <p:cNvSpPr txBox="1"/>
          <p:nvPr/>
        </p:nvSpPr>
        <p:spPr>
          <a:xfrm flipH="1">
            <a:off x="7757274" y="3600925"/>
            <a:ext cx="673500" cy="384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accent2"/>
                </a:solidFill>
                <a:latin typeface="Corben"/>
                <a:ea typeface="Corben"/>
                <a:cs typeface="Corben"/>
                <a:sym typeface="Corben"/>
              </a:rPr>
              <a:t>04</a:t>
            </a:r>
            <a:endParaRPr sz="2000">
              <a:solidFill>
                <a:schemeClr val="accent2"/>
              </a:solidFill>
              <a:latin typeface="Corben"/>
              <a:ea typeface="Corben"/>
              <a:cs typeface="Corben"/>
              <a:sym typeface="Corben"/>
            </a:endParaRPr>
          </a:p>
        </p:txBody>
      </p:sp>
      <p:sp>
        <p:nvSpPr>
          <p:cNvPr id="925" name="Google Shape;925;p63"/>
          <p:cNvSpPr txBox="1"/>
          <p:nvPr/>
        </p:nvSpPr>
        <p:spPr>
          <a:xfrm flipH="1">
            <a:off x="713375" y="1436200"/>
            <a:ext cx="6735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accent2"/>
                </a:solidFill>
                <a:latin typeface="Corben"/>
                <a:ea typeface="Corben"/>
                <a:cs typeface="Corben"/>
                <a:sym typeface="Corben"/>
              </a:rPr>
              <a:t>01</a:t>
            </a:r>
            <a:endParaRPr sz="2000">
              <a:solidFill>
                <a:schemeClr val="accent2"/>
              </a:solidFill>
              <a:latin typeface="Corben"/>
              <a:ea typeface="Corben"/>
              <a:cs typeface="Corben"/>
              <a:sym typeface="Corben"/>
            </a:endParaRPr>
          </a:p>
        </p:txBody>
      </p:sp>
      <p:sp>
        <p:nvSpPr>
          <p:cNvPr id="926" name="Google Shape;926;p63"/>
          <p:cNvSpPr txBox="1"/>
          <p:nvPr/>
        </p:nvSpPr>
        <p:spPr>
          <a:xfrm flipH="1">
            <a:off x="713375" y="2515481"/>
            <a:ext cx="6735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accent2"/>
                </a:solidFill>
                <a:latin typeface="Corben"/>
                <a:ea typeface="Corben"/>
                <a:cs typeface="Corben"/>
                <a:sym typeface="Corben"/>
              </a:rPr>
              <a:t>02</a:t>
            </a:r>
            <a:endParaRPr sz="2000">
              <a:solidFill>
                <a:schemeClr val="accent2"/>
              </a:solidFill>
              <a:latin typeface="Corben"/>
              <a:ea typeface="Corben"/>
              <a:cs typeface="Corben"/>
              <a:sym typeface="Corben"/>
            </a:endParaRPr>
          </a:p>
        </p:txBody>
      </p:sp>
      <p:sp>
        <p:nvSpPr>
          <p:cNvPr id="927" name="Google Shape;927;p63"/>
          <p:cNvSpPr txBox="1"/>
          <p:nvPr/>
        </p:nvSpPr>
        <p:spPr>
          <a:xfrm flipH="1">
            <a:off x="713375" y="3600925"/>
            <a:ext cx="673500" cy="384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accent2"/>
                </a:solidFill>
                <a:latin typeface="Corben"/>
                <a:ea typeface="Corben"/>
                <a:cs typeface="Corben"/>
                <a:sym typeface="Corben"/>
              </a:rPr>
              <a:t>03</a:t>
            </a:r>
            <a:endParaRPr sz="2000">
              <a:solidFill>
                <a:schemeClr val="accent2"/>
              </a:solidFill>
              <a:latin typeface="Corben"/>
              <a:ea typeface="Corben"/>
              <a:cs typeface="Corben"/>
              <a:sym typeface="Corben"/>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931"/>
        <p:cNvGrpSpPr/>
        <p:nvPr/>
      </p:nvGrpSpPr>
      <p:grpSpPr>
        <a:xfrm>
          <a:off x="0" y="0"/>
          <a:ext cx="0" cy="0"/>
          <a:chOff x="0" y="0"/>
          <a:chExt cx="0" cy="0"/>
        </a:xfrm>
      </p:grpSpPr>
      <p:sp>
        <p:nvSpPr>
          <p:cNvPr id="932" name="Google Shape;932;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Or create a diagram</a:t>
            </a:r>
            <a:endParaRPr/>
          </a:p>
        </p:txBody>
      </p:sp>
      <p:sp>
        <p:nvSpPr>
          <p:cNvPr id="933" name="Google Shape;933;p64"/>
          <p:cNvSpPr txBox="1"/>
          <p:nvPr/>
        </p:nvSpPr>
        <p:spPr>
          <a:xfrm flipH="1">
            <a:off x="3633298" y="1281475"/>
            <a:ext cx="18774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The Sun</a:t>
            </a:r>
            <a:endParaRPr sz="2000">
              <a:solidFill>
                <a:schemeClr val="dk1"/>
              </a:solidFill>
              <a:latin typeface="Corben"/>
              <a:ea typeface="Corben"/>
              <a:cs typeface="Corben"/>
              <a:sym typeface="Corben"/>
            </a:endParaRPr>
          </a:p>
        </p:txBody>
      </p:sp>
      <p:sp>
        <p:nvSpPr>
          <p:cNvPr id="934" name="Google Shape;934;p64"/>
          <p:cNvSpPr txBox="1"/>
          <p:nvPr/>
        </p:nvSpPr>
        <p:spPr>
          <a:xfrm flipH="1">
            <a:off x="759525" y="2154848"/>
            <a:ext cx="1877400" cy="488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Pluto</a:t>
            </a:r>
            <a:endParaRPr sz="2000">
              <a:solidFill>
                <a:schemeClr val="dk1"/>
              </a:solidFill>
              <a:latin typeface="Corben"/>
              <a:ea typeface="Corben"/>
              <a:cs typeface="Corben"/>
              <a:sym typeface="Corben"/>
            </a:endParaRPr>
          </a:p>
        </p:txBody>
      </p:sp>
      <p:sp>
        <p:nvSpPr>
          <p:cNvPr id="935" name="Google Shape;935;p64"/>
          <p:cNvSpPr txBox="1"/>
          <p:nvPr/>
        </p:nvSpPr>
        <p:spPr>
          <a:xfrm flipH="1">
            <a:off x="3634763" y="2154848"/>
            <a:ext cx="1877400" cy="488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Ceres</a:t>
            </a:r>
            <a:endParaRPr sz="2000">
              <a:solidFill>
                <a:schemeClr val="dk1"/>
              </a:solidFill>
              <a:latin typeface="Corben"/>
              <a:ea typeface="Corben"/>
              <a:cs typeface="Corben"/>
              <a:sym typeface="Corben"/>
            </a:endParaRPr>
          </a:p>
        </p:txBody>
      </p:sp>
      <p:sp>
        <p:nvSpPr>
          <p:cNvPr id="936" name="Google Shape;936;p64"/>
          <p:cNvSpPr txBox="1"/>
          <p:nvPr/>
        </p:nvSpPr>
        <p:spPr>
          <a:xfrm flipH="1">
            <a:off x="6510025" y="2154848"/>
            <a:ext cx="1877400" cy="488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Corben"/>
                <a:ea typeface="Corben"/>
                <a:cs typeface="Corben"/>
                <a:sym typeface="Corben"/>
              </a:rPr>
              <a:t>Neptune</a:t>
            </a:r>
            <a:endParaRPr sz="2000">
              <a:solidFill>
                <a:schemeClr val="dk1"/>
              </a:solidFill>
              <a:latin typeface="Corben"/>
              <a:ea typeface="Corben"/>
              <a:cs typeface="Corben"/>
              <a:sym typeface="Corben"/>
            </a:endParaRPr>
          </a:p>
        </p:txBody>
      </p:sp>
      <p:sp>
        <p:nvSpPr>
          <p:cNvPr id="937" name="Google Shape;937;p64"/>
          <p:cNvSpPr txBox="1"/>
          <p:nvPr/>
        </p:nvSpPr>
        <p:spPr>
          <a:xfrm flipH="1">
            <a:off x="3634760" y="3858706"/>
            <a:ext cx="1877400" cy="57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Jupiter is an enormous planet</a:t>
            </a:r>
            <a:endParaRPr>
              <a:solidFill>
                <a:schemeClr val="dk1"/>
              </a:solidFill>
              <a:latin typeface="Albert Sans"/>
              <a:ea typeface="Albert Sans"/>
              <a:cs typeface="Albert Sans"/>
              <a:sym typeface="Albert Sans"/>
            </a:endParaRPr>
          </a:p>
        </p:txBody>
      </p:sp>
      <p:sp>
        <p:nvSpPr>
          <p:cNvPr id="938" name="Google Shape;938;p64"/>
          <p:cNvSpPr txBox="1"/>
          <p:nvPr/>
        </p:nvSpPr>
        <p:spPr>
          <a:xfrm flipH="1">
            <a:off x="6510023" y="2965074"/>
            <a:ext cx="1877400" cy="57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Earth is a planet that harbors life</a:t>
            </a:r>
            <a:endParaRPr>
              <a:solidFill>
                <a:schemeClr val="dk1"/>
              </a:solidFill>
              <a:latin typeface="Albert Sans"/>
              <a:ea typeface="Albert Sans"/>
              <a:cs typeface="Albert Sans"/>
              <a:sym typeface="Albert Sans"/>
            </a:endParaRPr>
          </a:p>
        </p:txBody>
      </p:sp>
      <p:sp>
        <p:nvSpPr>
          <p:cNvPr id="939" name="Google Shape;939;p64"/>
          <p:cNvSpPr txBox="1"/>
          <p:nvPr/>
        </p:nvSpPr>
        <p:spPr>
          <a:xfrm flipH="1">
            <a:off x="6510023" y="3858706"/>
            <a:ext cx="1877400" cy="57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Saturn is a gas giant and has rings</a:t>
            </a:r>
            <a:endParaRPr>
              <a:solidFill>
                <a:schemeClr val="dk1"/>
              </a:solidFill>
              <a:latin typeface="Albert Sans"/>
              <a:ea typeface="Albert Sans"/>
              <a:cs typeface="Albert Sans"/>
              <a:sym typeface="Albert Sans"/>
            </a:endParaRPr>
          </a:p>
        </p:txBody>
      </p:sp>
      <p:sp>
        <p:nvSpPr>
          <p:cNvPr id="940" name="Google Shape;940;p64"/>
          <p:cNvSpPr txBox="1"/>
          <p:nvPr/>
        </p:nvSpPr>
        <p:spPr>
          <a:xfrm flipH="1">
            <a:off x="3634760" y="2965081"/>
            <a:ext cx="1877400" cy="57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941" name="Google Shape;941;p64"/>
          <p:cNvSpPr txBox="1"/>
          <p:nvPr/>
        </p:nvSpPr>
        <p:spPr>
          <a:xfrm flipH="1">
            <a:off x="759523" y="2965074"/>
            <a:ext cx="1877400" cy="57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942" name="Google Shape;942;p64"/>
          <p:cNvSpPr txBox="1"/>
          <p:nvPr/>
        </p:nvSpPr>
        <p:spPr>
          <a:xfrm flipH="1">
            <a:off x="759523" y="3858706"/>
            <a:ext cx="1877400" cy="57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cxnSp>
        <p:nvCxnSpPr>
          <p:cNvPr id="943" name="Google Shape;943;p64"/>
          <p:cNvCxnSpPr>
            <a:stCxn id="933" idx="3"/>
            <a:endCxn id="934" idx="0"/>
          </p:cNvCxnSpPr>
          <p:nvPr/>
        </p:nvCxnSpPr>
        <p:spPr>
          <a:xfrm flipH="1">
            <a:off x="1698298" y="1473925"/>
            <a:ext cx="1935000" cy="681000"/>
          </a:xfrm>
          <a:prstGeom prst="bentConnector2">
            <a:avLst/>
          </a:prstGeom>
          <a:noFill/>
          <a:ln w="19050" cap="flat" cmpd="sng">
            <a:solidFill>
              <a:schemeClr val="accent1"/>
            </a:solidFill>
            <a:prstDash val="solid"/>
            <a:round/>
            <a:headEnd type="oval" w="med" len="med"/>
            <a:tailEnd type="oval" w="med" len="med"/>
          </a:ln>
        </p:spPr>
      </p:cxnSp>
      <p:cxnSp>
        <p:nvCxnSpPr>
          <p:cNvPr id="944" name="Google Shape;944;p64"/>
          <p:cNvCxnSpPr>
            <a:stCxn id="933" idx="1"/>
            <a:endCxn id="936" idx="0"/>
          </p:cNvCxnSpPr>
          <p:nvPr/>
        </p:nvCxnSpPr>
        <p:spPr>
          <a:xfrm>
            <a:off x="5510698" y="1473925"/>
            <a:ext cx="1938000" cy="681000"/>
          </a:xfrm>
          <a:prstGeom prst="bentConnector2">
            <a:avLst/>
          </a:prstGeom>
          <a:noFill/>
          <a:ln w="19050" cap="flat" cmpd="sng">
            <a:solidFill>
              <a:schemeClr val="accent1"/>
            </a:solidFill>
            <a:prstDash val="solid"/>
            <a:round/>
            <a:headEnd type="oval" w="med" len="med"/>
            <a:tailEnd type="oval" w="med" len="med"/>
          </a:ln>
        </p:spPr>
      </p:cxnSp>
      <p:cxnSp>
        <p:nvCxnSpPr>
          <p:cNvPr id="945" name="Google Shape;945;p64"/>
          <p:cNvCxnSpPr>
            <a:stCxn id="933" idx="2"/>
            <a:endCxn id="935" idx="0"/>
          </p:cNvCxnSpPr>
          <p:nvPr/>
        </p:nvCxnSpPr>
        <p:spPr>
          <a:xfrm rot="-5400000" flipH="1">
            <a:off x="4328548" y="1909825"/>
            <a:ext cx="488400" cy="1500"/>
          </a:xfrm>
          <a:prstGeom prst="bentConnector3">
            <a:avLst>
              <a:gd name="adj1" fmla="val 50007"/>
            </a:avLst>
          </a:prstGeom>
          <a:noFill/>
          <a:ln w="19050" cap="flat" cmpd="sng">
            <a:solidFill>
              <a:schemeClr val="accent1"/>
            </a:solidFill>
            <a:prstDash val="solid"/>
            <a:round/>
            <a:headEnd type="oval" w="med" len="med"/>
            <a:tailEnd type="oval" w="med" len="med"/>
          </a:ln>
        </p:spPr>
      </p:cxnSp>
      <p:cxnSp>
        <p:nvCxnSpPr>
          <p:cNvPr id="946" name="Google Shape;946;p64"/>
          <p:cNvCxnSpPr>
            <a:stCxn id="934" idx="2"/>
            <a:endCxn id="941" idx="0"/>
          </p:cNvCxnSpPr>
          <p:nvPr/>
        </p:nvCxnSpPr>
        <p:spPr>
          <a:xfrm rot="-5400000" flipH="1">
            <a:off x="1537575" y="2803898"/>
            <a:ext cx="321900" cy="600"/>
          </a:xfrm>
          <a:prstGeom prst="bentConnector3">
            <a:avLst>
              <a:gd name="adj1" fmla="val 49989"/>
            </a:avLst>
          </a:prstGeom>
          <a:noFill/>
          <a:ln w="19050" cap="flat" cmpd="sng">
            <a:solidFill>
              <a:schemeClr val="accent1"/>
            </a:solidFill>
            <a:prstDash val="solid"/>
            <a:round/>
            <a:headEnd type="none" w="med" len="med"/>
            <a:tailEnd type="none" w="med" len="med"/>
          </a:ln>
        </p:spPr>
      </p:cxnSp>
      <p:cxnSp>
        <p:nvCxnSpPr>
          <p:cNvPr id="947" name="Google Shape;947;p64"/>
          <p:cNvCxnSpPr>
            <a:stCxn id="935" idx="2"/>
            <a:endCxn id="940" idx="0"/>
          </p:cNvCxnSpPr>
          <p:nvPr/>
        </p:nvCxnSpPr>
        <p:spPr>
          <a:xfrm rot="-5400000" flipH="1">
            <a:off x="4412813" y="2803898"/>
            <a:ext cx="321900" cy="600"/>
          </a:xfrm>
          <a:prstGeom prst="bentConnector3">
            <a:avLst>
              <a:gd name="adj1" fmla="val 49990"/>
            </a:avLst>
          </a:prstGeom>
          <a:noFill/>
          <a:ln w="19050" cap="flat" cmpd="sng">
            <a:solidFill>
              <a:schemeClr val="accent1"/>
            </a:solidFill>
            <a:prstDash val="solid"/>
            <a:round/>
            <a:headEnd type="none" w="med" len="med"/>
            <a:tailEnd type="none" w="med" len="med"/>
          </a:ln>
        </p:spPr>
      </p:cxnSp>
      <p:cxnSp>
        <p:nvCxnSpPr>
          <p:cNvPr id="948" name="Google Shape;948;p64"/>
          <p:cNvCxnSpPr>
            <a:stCxn id="936" idx="2"/>
            <a:endCxn id="938" idx="0"/>
          </p:cNvCxnSpPr>
          <p:nvPr/>
        </p:nvCxnSpPr>
        <p:spPr>
          <a:xfrm rot="-5400000" flipH="1">
            <a:off x="7288075" y="2803898"/>
            <a:ext cx="321900" cy="600"/>
          </a:xfrm>
          <a:prstGeom prst="bentConnector3">
            <a:avLst>
              <a:gd name="adj1" fmla="val 49989"/>
            </a:avLst>
          </a:prstGeom>
          <a:noFill/>
          <a:ln w="19050" cap="flat" cmpd="sng">
            <a:solidFill>
              <a:schemeClr val="accent1"/>
            </a:solidFill>
            <a:prstDash val="solid"/>
            <a:round/>
            <a:headEnd type="none" w="med" len="med"/>
            <a:tailEnd type="none" w="med" len="med"/>
          </a:ln>
        </p:spPr>
      </p:cxnSp>
      <p:cxnSp>
        <p:nvCxnSpPr>
          <p:cNvPr id="949" name="Google Shape;949;p64"/>
          <p:cNvCxnSpPr>
            <a:stCxn id="941" idx="2"/>
            <a:endCxn id="942" idx="0"/>
          </p:cNvCxnSpPr>
          <p:nvPr/>
        </p:nvCxnSpPr>
        <p:spPr>
          <a:xfrm rot="-5400000" flipH="1">
            <a:off x="1537573" y="3697524"/>
            <a:ext cx="321900" cy="600"/>
          </a:xfrm>
          <a:prstGeom prst="bentConnector3">
            <a:avLst>
              <a:gd name="adj1" fmla="val 49989"/>
            </a:avLst>
          </a:prstGeom>
          <a:noFill/>
          <a:ln w="19050" cap="flat" cmpd="sng">
            <a:solidFill>
              <a:schemeClr val="accent1"/>
            </a:solidFill>
            <a:prstDash val="solid"/>
            <a:round/>
            <a:headEnd type="none" w="med" len="med"/>
            <a:tailEnd type="none" w="med" len="med"/>
          </a:ln>
        </p:spPr>
      </p:cxnSp>
      <p:cxnSp>
        <p:nvCxnSpPr>
          <p:cNvPr id="950" name="Google Shape;950;p64"/>
          <p:cNvCxnSpPr>
            <a:stCxn id="940" idx="2"/>
            <a:endCxn id="937" idx="0"/>
          </p:cNvCxnSpPr>
          <p:nvPr/>
        </p:nvCxnSpPr>
        <p:spPr>
          <a:xfrm rot="-5400000" flipH="1">
            <a:off x="4412810" y="3697531"/>
            <a:ext cx="321900" cy="600"/>
          </a:xfrm>
          <a:prstGeom prst="bentConnector3">
            <a:avLst>
              <a:gd name="adj1" fmla="val 49988"/>
            </a:avLst>
          </a:prstGeom>
          <a:noFill/>
          <a:ln w="19050" cap="flat" cmpd="sng">
            <a:solidFill>
              <a:schemeClr val="accent1"/>
            </a:solidFill>
            <a:prstDash val="solid"/>
            <a:round/>
            <a:headEnd type="none" w="med" len="med"/>
            <a:tailEnd type="none" w="med" len="med"/>
          </a:ln>
        </p:spPr>
      </p:cxnSp>
      <p:cxnSp>
        <p:nvCxnSpPr>
          <p:cNvPr id="951" name="Google Shape;951;p64"/>
          <p:cNvCxnSpPr>
            <a:stCxn id="938" idx="2"/>
            <a:endCxn id="939" idx="0"/>
          </p:cNvCxnSpPr>
          <p:nvPr/>
        </p:nvCxnSpPr>
        <p:spPr>
          <a:xfrm rot="-5400000" flipH="1">
            <a:off x="7288073" y="3697524"/>
            <a:ext cx="321900" cy="600"/>
          </a:xfrm>
          <a:prstGeom prst="bentConnector3">
            <a:avLst>
              <a:gd name="adj1" fmla="val 49989"/>
            </a:avLst>
          </a:prstGeom>
          <a:noFill/>
          <a:ln w="19050" cap="flat" cmpd="sng">
            <a:solidFill>
              <a:schemeClr val="accent1"/>
            </a:solidFill>
            <a:prstDash val="solid"/>
            <a:round/>
            <a:headEnd type="none" w="med" len="med"/>
            <a:tailEnd type="none"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55"/>
        <p:cNvGrpSpPr/>
        <p:nvPr/>
      </p:nvGrpSpPr>
      <p:grpSpPr>
        <a:xfrm>
          <a:off x="0" y="0"/>
          <a:ext cx="0" cy="0"/>
          <a:chOff x="0" y="0"/>
          <a:chExt cx="0" cy="0"/>
        </a:xfrm>
      </p:grpSpPr>
      <p:sp>
        <p:nvSpPr>
          <p:cNvPr id="956" name="Google Shape;956;p65"/>
          <p:cNvSpPr txBox="1">
            <a:spLocks noGrp="1"/>
          </p:cNvSpPr>
          <p:nvPr>
            <p:ph type="subTitle" idx="3"/>
          </p:nvPr>
        </p:nvSpPr>
        <p:spPr>
          <a:xfrm>
            <a:off x="5055275" y="3418100"/>
            <a:ext cx="25056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Sam Harris</a:t>
            </a:r>
            <a:endParaRPr/>
          </a:p>
        </p:txBody>
      </p:sp>
      <p:sp>
        <p:nvSpPr>
          <p:cNvPr id="957" name="Google Shape;957;p65"/>
          <p:cNvSpPr txBox="1">
            <a:spLocks noGrp="1"/>
          </p:cNvSpPr>
          <p:nvPr>
            <p:ph type="subTitle" idx="4"/>
          </p:nvPr>
        </p:nvSpPr>
        <p:spPr>
          <a:xfrm>
            <a:off x="1583075" y="3418100"/>
            <a:ext cx="25056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Sofia Hill</a:t>
            </a:r>
            <a:endParaRPr/>
          </a:p>
        </p:txBody>
      </p:sp>
      <p:pic>
        <p:nvPicPr>
          <p:cNvPr id="958" name="Google Shape;958;p65"/>
          <p:cNvPicPr preferRelativeResize="0"/>
          <p:nvPr/>
        </p:nvPicPr>
        <p:blipFill rotWithShape="1">
          <a:blip r:embed="rId3">
            <a:alphaModFix/>
          </a:blip>
          <a:srcRect l="24592" t="16183" r="24587" b="7584"/>
          <a:stretch/>
        </p:blipFill>
        <p:spPr>
          <a:xfrm>
            <a:off x="5504089" y="1493025"/>
            <a:ext cx="1608000" cy="16080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pic>
      <p:pic>
        <p:nvPicPr>
          <p:cNvPr id="959" name="Google Shape;959;p65"/>
          <p:cNvPicPr preferRelativeResize="0"/>
          <p:nvPr/>
        </p:nvPicPr>
        <p:blipFill rotWithShape="1">
          <a:blip r:embed="rId4">
            <a:alphaModFix/>
          </a:blip>
          <a:srcRect l="23677" t="26600" r="14094" b="31926"/>
          <a:stretch/>
        </p:blipFill>
        <p:spPr>
          <a:xfrm>
            <a:off x="2031864" y="1492975"/>
            <a:ext cx="1608000" cy="1608000"/>
          </a:xfrm>
          <a:prstGeom prst="ellipse">
            <a:avLst/>
          </a:prstGeom>
          <a:noFill/>
          <a:ln w="19050" cap="flat" cmpd="sng">
            <a:solidFill>
              <a:schemeClr val="accent1"/>
            </a:solidFill>
            <a:prstDash val="solid"/>
            <a:round/>
            <a:headEnd type="none" w="sm" len="sm"/>
            <a:tailEnd type="none" w="sm" len="sm"/>
          </a:ln>
          <a:effectLst>
            <a:outerShdw blurRad="57150" dist="19050" dir="5400000" algn="bl" rotWithShape="0">
              <a:schemeClr val="lt1"/>
            </a:outerShdw>
          </a:effectLst>
        </p:spPr>
      </p:pic>
      <p:sp>
        <p:nvSpPr>
          <p:cNvPr id="960" name="Google Shape;960;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team</a:t>
            </a:r>
            <a:endParaRPr/>
          </a:p>
        </p:txBody>
      </p:sp>
      <p:sp>
        <p:nvSpPr>
          <p:cNvPr id="961" name="Google Shape;961;p65"/>
          <p:cNvSpPr txBox="1">
            <a:spLocks noGrp="1"/>
          </p:cNvSpPr>
          <p:nvPr>
            <p:ph type="subTitle" idx="1"/>
          </p:nvPr>
        </p:nvSpPr>
        <p:spPr>
          <a:xfrm>
            <a:off x="5055284" y="3726124"/>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962" name="Google Shape;962;p65"/>
          <p:cNvSpPr txBox="1">
            <a:spLocks noGrp="1"/>
          </p:cNvSpPr>
          <p:nvPr>
            <p:ph type="subTitle" idx="2"/>
          </p:nvPr>
        </p:nvSpPr>
        <p:spPr>
          <a:xfrm>
            <a:off x="1583300" y="3726124"/>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66"/>
        <p:cNvGrpSpPr/>
        <p:nvPr/>
      </p:nvGrpSpPr>
      <p:grpSpPr>
        <a:xfrm>
          <a:off x="0" y="0"/>
          <a:ext cx="0" cy="0"/>
          <a:chOff x="0" y="0"/>
          <a:chExt cx="0" cy="0"/>
        </a:xfrm>
      </p:grpSpPr>
      <p:sp>
        <p:nvSpPr>
          <p:cNvPr id="967" name="Google Shape;967;p66"/>
          <p:cNvSpPr txBox="1">
            <a:spLocks noGrp="1"/>
          </p:cNvSpPr>
          <p:nvPr>
            <p:ph type="title"/>
          </p:nvPr>
        </p:nvSpPr>
        <p:spPr>
          <a:xfrm>
            <a:off x="1094225" y="668975"/>
            <a:ext cx="3525000" cy="881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968" name="Google Shape;968;p66"/>
          <p:cNvSpPr txBox="1">
            <a:spLocks noGrp="1"/>
          </p:cNvSpPr>
          <p:nvPr>
            <p:ph type="subTitle" idx="1"/>
          </p:nvPr>
        </p:nvSpPr>
        <p:spPr>
          <a:xfrm>
            <a:off x="1094225" y="1753325"/>
            <a:ext cx="35250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Do you have any questions?</a:t>
            </a:r>
            <a:endParaRPr b="1"/>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969" name="Google Shape;969;p66"/>
          <p:cNvSpPr txBox="1"/>
          <p:nvPr/>
        </p:nvSpPr>
        <p:spPr>
          <a:xfrm>
            <a:off x="1094225" y="3564125"/>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pic>
        <p:nvPicPr>
          <p:cNvPr id="970" name="Google Shape;970;p66"/>
          <p:cNvPicPr preferRelativeResize="0">
            <a:picLocks noGrp="1"/>
          </p:cNvPicPr>
          <p:nvPr>
            <p:ph type="pic" idx="2"/>
          </p:nvPr>
        </p:nvPicPr>
        <p:blipFill rotWithShape="1">
          <a:blip r:embed="rId3">
            <a:alphaModFix/>
          </a:blip>
          <a:srcRect l="30628" t="2024" r="-2575" b="2005"/>
          <a:stretch/>
        </p:blipFill>
        <p:spPr>
          <a:xfrm>
            <a:off x="5173850" y="1078200"/>
            <a:ext cx="2987100" cy="2987100"/>
          </a:xfrm>
          <a:prstGeom prst="ellipse">
            <a:avLst/>
          </a:prstGeom>
        </p:spPr>
      </p:pic>
      <p:cxnSp>
        <p:nvCxnSpPr>
          <p:cNvPr id="971" name="Google Shape;971;p66"/>
          <p:cNvCxnSpPr/>
          <p:nvPr/>
        </p:nvCxnSpPr>
        <p:spPr>
          <a:xfrm>
            <a:off x="1146975" y="1594825"/>
            <a:ext cx="3709800" cy="0"/>
          </a:xfrm>
          <a:prstGeom prst="straightConnector1">
            <a:avLst/>
          </a:prstGeom>
          <a:noFill/>
          <a:ln w="19050" cap="flat" cmpd="sng">
            <a:solidFill>
              <a:schemeClr val="accent1"/>
            </a:solidFill>
            <a:prstDash val="solid"/>
            <a:round/>
            <a:headEnd type="none" w="med" len="med"/>
            <a:tailEnd type="none" w="med" len="med"/>
          </a:ln>
          <a:effectLst>
            <a:outerShdw blurRad="57150" dist="19050" dir="5400000" algn="bl" rotWithShape="0">
              <a:schemeClr val="lt1"/>
            </a:outerShdw>
          </a:effectLst>
        </p:spPr>
      </p:cxnSp>
      <p:sp>
        <p:nvSpPr>
          <p:cNvPr id="972" name="Google Shape;972;p66"/>
          <p:cNvSpPr/>
          <p:nvPr/>
        </p:nvSpPr>
        <p:spPr>
          <a:xfrm>
            <a:off x="1199921" y="2936354"/>
            <a:ext cx="502872" cy="503455"/>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66"/>
          <p:cNvGrpSpPr/>
          <p:nvPr/>
        </p:nvGrpSpPr>
        <p:grpSpPr>
          <a:xfrm>
            <a:off x="1853626" y="2936543"/>
            <a:ext cx="503407" cy="502886"/>
            <a:chOff x="3303268" y="3817349"/>
            <a:chExt cx="346056" cy="345674"/>
          </a:xfrm>
        </p:grpSpPr>
        <p:sp>
          <p:nvSpPr>
            <p:cNvPr id="974" name="Google Shape;974;p66"/>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66"/>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66"/>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66"/>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 name="Google Shape;978;p66"/>
          <p:cNvGrpSpPr/>
          <p:nvPr/>
        </p:nvGrpSpPr>
        <p:grpSpPr>
          <a:xfrm>
            <a:off x="2506917" y="2936543"/>
            <a:ext cx="503407" cy="502886"/>
            <a:chOff x="3752358" y="3817349"/>
            <a:chExt cx="346056" cy="345674"/>
          </a:xfrm>
        </p:grpSpPr>
        <p:sp>
          <p:nvSpPr>
            <p:cNvPr id="979" name="Google Shape;979;p66"/>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66"/>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66"/>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66"/>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 name="Google Shape;983;p66"/>
          <p:cNvGrpSpPr/>
          <p:nvPr/>
        </p:nvGrpSpPr>
        <p:grpSpPr>
          <a:xfrm>
            <a:off x="3160207" y="2936543"/>
            <a:ext cx="503361" cy="502886"/>
            <a:chOff x="4201447" y="3817349"/>
            <a:chExt cx="346024" cy="345674"/>
          </a:xfrm>
        </p:grpSpPr>
        <p:sp>
          <p:nvSpPr>
            <p:cNvPr id="984" name="Google Shape;984;p66"/>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66"/>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 name="Google Shape;986;p66"/>
          <p:cNvGrpSpPr/>
          <p:nvPr/>
        </p:nvGrpSpPr>
        <p:grpSpPr>
          <a:xfrm>
            <a:off x="3813536" y="2936535"/>
            <a:ext cx="503407" cy="502886"/>
            <a:chOff x="2238181" y="4120624"/>
            <a:chExt cx="346056" cy="345674"/>
          </a:xfrm>
        </p:grpSpPr>
        <p:grpSp>
          <p:nvGrpSpPr>
            <p:cNvPr id="987" name="Google Shape;987;p66"/>
            <p:cNvGrpSpPr/>
            <p:nvPr/>
          </p:nvGrpSpPr>
          <p:grpSpPr>
            <a:xfrm>
              <a:off x="2309155" y="4177413"/>
              <a:ext cx="203862" cy="231903"/>
              <a:chOff x="1512725" y="258500"/>
              <a:chExt cx="4570900" cy="5199625"/>
            </a:xfrm>
          </p:grpSpPr>
          <p:sp>
            <p:nvSpPr>
              <p:cNvPr id="988" name="Google Shape;988;p66"/>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66"/>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 name="Google Shape;990;p66"/>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94"/>
        <p:cNvGrpSpPr/>
        <p:nvPr/>
      </p:nvGrpSpPr>
      <p:grpSpPr>
        <a:xfrm>
          <a:off x="0" y="0"/>
          <a:ext cx="0" cy="0"/>
          <a:chOff x="0" y="0"/>
          <a:chExt cx="0" cy="0"/>
        </a:xfrm>
      </p:grpSpPr>
      <p:sp>
        <p:nvSpPr>
          <p:cNvPr id="995" name="Google Shape;995;p6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996" name="Google Shape;996;p67"/>
          <p:cNvGrpSpPr/>
          <p:nvPr/>
        </p:nvGrpSpPr>
        <p:grpSpPr>
          <a:xfrm>
            <a:off x="1219611" y="1326351"/>
            <a:ext cx="382673" cy="491286"/>
            <a:chOff x="1219611" y="1155951"/>
            <a:chExt cx="382673" cy="491286"/>
          </a:xfrm>
        </p:grpSpPr>
        <p:sp>
          <p:nvSpPr>
            <p:cNvPr id="997" name="Google Shape;997;p67"/>
            <p:cNvSpPr/>
            <p:nvPr/>
          </p:nvSpPr>
          <p:spPr>
            <a:xfrm>
              <a:off x="1219611" y="1155951"/>
              <a:ext cx="382673" cy="491286"/>
            </a:xfrm>
            <a:custGeom>
              <a:avLst/>
              <a:gdLst/>
              <a:ahLst/>
              <a:cxnLst/>
              <a:rect l="l" t="t" r="r" b="b"/>
              <a:pathLst>
                <a:path w="16045" h="20599" extrusionOk="0">
                  <a:moveTo>
                    <a:pt x="8052" y="603"/>
                  </a:moveTo>
                  <a:cubicBezTo>
                    <a:pt x="8775" y="603"/>
                    <a:pt x="9350" y="1177"/>
                    <a:pt x="9350" y="1901"/>
                  </a:cubicBezTo>
                  <a:cubicBezTo>
                    <a:pt x="9350" y="2263"/>
                    <a:pt x="9198" y="2565"/>
                    <a:pt x="8988" y="2806"/>
                  </a:cubicBezTo>
                  <a:cubicBezTo>
                    <a:pt x="8927" y="2352"/>
                    <a:pt x="8534" y="1961"/>
                    <a:pt x="8052" y="1961"/>
                  </a:cubicBezTo>
                  <a:cubicBezTo>
                    <a:pt x="7540" y="1961"/>
                    <a:pt x="7147" y="2352"/>
                    <a:pt x="7087" y="2806"/>
                  </a:cubicBezTo>
                  <a:cubicBezTo>
                    <a:pt x="6877" y="2565"/>
                    <a:pt x="6725" y="2263"/>
                    <a:pt x="6725" y="1901"/>
                  </a:cubicBezTo>
                  <a:cubicBezTo>
                    <a:pt x="6725" y="1177"/>
                    <a:pt x="7328" y="603"/>
                    <a:pt x="8052" y="603"/>
                  </a:cubicBezTo>
                  <a:close/>
                  <a:moveTo>
                    <a:pt x="8023" y="2565"/>
                  </a:moveTo>
                  <a:cubicBezTo>
                    <a:pt x="8204" y="2565"/>
                    <a:pt x="8353" y="2714"/>
                    <a:pt x="8353" y="2926"/>
                  </a:cubicBezTo>
                  <a:lnTo>
                    <a:pt x="8353" y="4555"/>
                  </a:lnTo>
                  <a:lnTo>
                    <a:pt x="7690" y="4555"/>
                  </a:lnTo>
                  <a:lnTo>
                    <a:pt x="7690" y="2926"/>
                  </a:lnTo>
                  <a:cubicBezTo>
                    <a:pt x="7690" y="2714"/>
                    <a:pt x="7842" y="2565"/>
                    <a:pt x="8023" y="2565"/>
                  </a:cubicBezTo>
                  <a:close/>
                  <a:moveTo>
                    <a:pt x="8052" y="5158"/>
                  </a:moveTo>
                  <a:cubicBezTo>
                    <a:pt x="12124" y="5158"/>
                    <a:pt x="15470" y="8475"/>
                    <a:pt x="15470" y="12577"/>
                  </a:cubicBezTo>
                  <a:cubicBezTo>
                    <a:pt x="15470" y="16647"/>
                    <a:pt x="12124" y="19995"/>
                    <a:pt x="8052" y="19995"/>
                  </a:cubicBezTo>
                  <a:cubicBezTo>
                    <a:pt x="3950" y="19995"/>
                    <a:pt x="633" y="16647"/>
                    <a:pt x="633" y="12577"/>
                  </a:cubicBezTo>
                  <a:cubicBezTo>
                    <a:pt x="633" y="8475"/>
                    <a:pt x="3950" y="5158"/>
                    <a:pt x="8052" y="5158"/>
                  </a:cubicBezTo>
                  <a:close/>
                  <a:moveTo>
                    <a:pt x="8023" y="0"/>
                  </a:moveTo>
                  <a:cubicBezTo>
                    <a:pt x="6997" y="0"/>
                    <a:pt x="6122" y="844"/>
                    <a:pt x="6122" y="1901"/>
                  </a:cubicBezTo>
                  <a:cubicBezTo>
                    <a:pt x="6122" y="2593"/>
                    <a:pt x="6515" y="3228"/>
                    <a:pt x="7087" y="3558"/>
                  </a:cubicBezTo>
                  <a:lnTo>
                    <a:pt x="7087" y="4584"/>
                  </a:lnTo>
                  <a:cubicBezTo>
                    <a:pt x="3137" y="5066"/>
                    <a:pt x="1" y="8475"/>
                    <a:pt x="1" y="12577"/>
                  </a:cubicBezTo>
                  <a:cubicBezTo>
                    <a:pt x="1" y="16979"/>
                    <a:pt x="3620" y="20598"/>
                    <a:pt x="8023" y="20598"/>
                  </a:cubicBezTo>
                  <a:cubicBezTo>
                    <a:pt x="12455" y="20598"/>
                    <a:pt x="16044" y="16979"/>
                    <a:pt x="16044" y="12577"/>
                  </a:cubicBezTo>
                  <a:cubicBezTo>
                    <a:pt x="16044" y="8475"/>
                    <a:pt x="12937" y="5066"/>
                    <a:pt x="8956" y="4584"/>
                  </a:cubicBezTo>
                  <a:lnTo>
                    <a:pt x="8956" y="3558"/>
                  </a:lnTo>
                  <a:cubicBezTo>
                    <a:pt x="9560" y="3228"/>
                    <a:pt x="9953" y="2593"/>
                    <a:pt x="9953" y="1901"/>
                  </a:cubicBezTo>
                  <a:cubicBezTo>
                    <a:pt x="9953" y="844"/>
                    <a:pt x="9077" y="0"/>
                    <a:pt x="80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67"/>
            <p:cNvSpPr/>
            <p:nvPr/>
          </p:nvSpPr>
          <p:spPr>
            <a:xfrm>
              <a:off x="1250521" y="1294782"/>
              <a:ext cx="321546" cy="321498"/>
            </a:xfrm>
            <a:custGeom>
              <a:avLst/>
              <a:gdLst/>
              <a:ahLst/>
              <a:cxnLst/>
              <a:rect l="l" t="t" r="r" b="b"/>
              <a:pathLst>
                <a:path w="13482" h="13480" extrusionOk="0">
                  <a:moveTo>
                    <a:pt x="6756" y="0"/>
                  </a:moveTo>
                  <a:cubicBezTo>
                    <a:pt x="3048" y="0"/>
                    <a:pt x="1" y="3016"/>
                    <a:pt x="1" y="6756"/>
                  </a:cubicBezTo>
                  <a:cubicBezTo>
                    <a:pt x="1" y="10464"/>
                    <a:pt x="3048" y="13479"/>
                    <a:pt x="6756" y="13479"/>
                  </a:cubicBezTo>
                  <a:cubicBezTo>
                    <a:pt x="8505" y="13479"/>
                    <a:pt x="10194" y="12787"/>
                    <a:pt x="11460" y="11549"/>
                  </a:cubicBezTo>
                  <a:lnTo>
                    <a:pt x="11038" y="11127"/>
                  </a:lnTo>
                  <a:cubicBezTo>
                    <a:pt x="9892" y="12244"/>
                    <a:pt x="8355" y="12876"/>
                    <a:pt x="6756" y="12876"/>
                  </a:cubicBezTo>
                  <a:cubicBezTo>
                    <a:pt x="3378" y="12876"/>
                    <a:pt x="604" y="10133"/>
                    <a:pt x="604" y="6756"/>
                  </a:cubicBezTo>
                  <a:cubicBezTo>
                    <a:pt x="604" y="3378"/>
                    <a:pt x="3378" y="604"/>
                    <a:pt x="6756" y="604"/>
                  </a:cubicBezTo>
                  <a:cubicBezTo>
                    <a:pt x="10133" y="604"/>
                    <a:pt x="12879" y="3378"/>
                    <a:pt x="12879" y="6756"/>
                  </a:cubicBezTo>
                  <a:cubicBezTo>
                    <a:pt x="12879" y="7930"/>
                    <a:pt x="12546" y="9108"/>
                    <a:pt x="11882" y="10102"/>
                  </a:cubicBezTo>
                  <a:lnTo>
                    <a:pt x="12396" y="10435"/>
                  </a:lnTo>
                  <a:cubicBezTo>
                    <a:pt x="13089" y="9318"/>
                    <a:pt x="13482" y="8051"/>
                    <a:pt x="13482" y="6756"/>
                  </a:cubicBezTo>
                  <a:cubicBezTo>
                    <a:pt x="13482" y="3016"/>
                    <a:pt x="10466" y="0"/>
                    <a:pt x="67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67"/>
            <p:cNvSpPr/>
            <p:nvPr/>
          </p:nvSpPr>
          <p:spPr>
            <a:xfrm>
              <a:off x="1403757" y="1325000"/>
              <a:ext cx="14405" cy="15097"/>
            </a:xfrm>
            <a:custGeom>
              <a:avLst/>
              <a:gdLst/>
              <a:ahLst/>
              <a:cxnLst/>
              <a:rect l="l" t="t" r="r" b="b"/>
              <a:pathLst>
                <a:path w="604" h="633" extrusionOk="0">
                  <a:moveTo>
                    <a:pt x="0" y="0"/>
                  </a:moveTo>
                  <a:lnTo>
                    <a:pt x="0" y="632"/>
                  </a:lnTo>
                  <a:lnTo>
                    <a:pt x="603" y="632"/>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67"/>
            <p:cNvSpPr/>
            <p:nvPr/>
          </p:nvSpPr>
          <p:spPr>
            <a:xfrm>
              <a:off x="1403757" y="1570225"/>
              <a:ext cx="14405" cy="15145"/>
            </a:xfrm>
            <a:custGeom>
              <a:avLst/>
              <a:gdLst/>
              <a:ahLst/>
              <a:cxnLst/>
              <a:rect l="l" t="t" r="r" b="b"/>
              <a:pathLst>
                <a:path w="604" h="635" extrusionOk="0">
                  <a:moveTo>
                    <a:pt x="0" y="0"/>
                  </a:moveTo>
                  <a:lnTo>
                    <a:pt x="0" y="635"/>
                  </a:lnTo>
                  <a:lnTo>
                    <a:pt x="603" y="635"/>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67"/>
            <p:cNvSpPr/>
            <p:nvPr/>
          </p:nvSpPr>
          <p:spPr>
            <a:xfrm>
              <a:off x="1526704" y="1448686"/>
              <a:ext cx="15169" cy="14429"/>
            </a:xfrm>
            <a:custGeom>
              <a:avLst/>
              <a:gdLst/>
              <a:ahLst/>
              <a:cxnLst/>
              <a:rect l="l" t="t" r="r" b="b"/>
              <a:pathLst>
                <a:path w="636" h="605"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67"/>
            <p:cNvSpPr/>
            <p:nvPr/>
          </p:nvSpPr>
          <p:spPr>
            <a:xfrm>
              <a:off x="1280739" y="1448686"/>
              <a:ext cx="15836" cy="14429"/>
            </a:xfrm>
            <a:custGeom>
              <a:avLst/>
              <a:gdLst/>
              <a:ahLst/>
              <a:cxnLst/>
              <a:rect l="l" t="t" r="r" b="b"/>
              <a:pathLst>
                <a:path w="664" h="605"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67"/>
            <p:cNvSpPr/>
            <p:nvPr/>
          </p:nvSpPr>
          <p:spPr>
            <a:xfrm>
              <a:off x="1319567" y="1363828"/>
              <a:ext cx="184146" cy="184146"/>
            </a:xfrm>
            <a:custGeom>
              <a:avLst/>
              <a:gdLst/>
              <a:ahLst/>
              <a:cxnLst/>
              <a:rect l="l" t="t" r="r" b="b"/>
              <a:pathLst>
                <a:path w="7721" h="7721" extrusionOk="0">
                  <a:moveTo>
                    <a:pt x="3861" y="3499"/>
                  </a:moveTo>
                  <a:cubicBezTo>
                    <a:pt x="3952" y="3499"/>
                    <a:pt x="4042" y="3528"/>
                    <a:pt x="4102" y="3619"/>
                  </a:cubicBezTo>
                  <a:cubicBezTo>
                    <a:pt x="4162" y="3680"/>
                    <a:pt x="4194" y="3769"/>
                    <a:pt x="4194" y="3861"/>
                  </a:cubicBezTo>
                  <a:cubicBezTo>
                    <a:pt x="4194" y="3950"/>
                    <a:pt x="4162" y="4041"/>
                    <a:pt x="4102" y="4102"/>
                  </a:cubicBezTo>
                  <a:cubicBezTo>
                    <a:pt x="4042" y="4162"/>
                    <a:pt x="3952" y="4191"/>
                    <a:pt x="3861" y="4191"/>
                  </a:cubicBezTo>
                  <a:cubicBezTo>
                    <a:pt x="3771" y="4191"/>
                    <a:pt x="3680" y="4162"/>
                    <a:pt x="3619" y="4102"/>
                  </a:cubicBezTo>
                  <a:cubicBezTo>
                    <a:pt x="3559" y="4041"/>
                    <a:pt x="3499" y="3950"/>
                    <a:pt x="3499" y="3861"/>
                  </a:cubicBezTo>
                  <a:cubicBezTo>
                    <a:pt x="3499" y="3769"/>
                    <a:pt x="3559" y="3680"/>
                    <a:pt x="3619" y="3619"/>
                  </a:cubicBezTo>
                  <a:cubicBezTo>
                    <a:pt x="3680" y="3528"/>
                    <a:pt x="3771" y="3499"/>
                    <a:pt x="3861" y="3499"/>
                  </a:cubicBezTo>
                  <a:close/>
                  <a:moveTo>
                    <a:pt x="5762" y="1537"/>
                  </a:moveTo>
                  <a:lnTo>
                    <a:pt x="4283" y="3016"/>
                  </a:lnTo>
                  <a:cubicBezTo>
                    <a:pt x="4133" y="2924"/>
                    <a:pt x="4013" y="2896"/>
                    <a:pt x="3861" y="2896"/>
                  </a:cubicBezTo>
                  <a:cubicBezTo>
                    <a:pt x="3590" y="2896"/>
                    <a:pt x="3349" y="3016"/>
                    <a:pt x="3197" y="3166"/>
                  </a:cubicBezTo>
                  <a:cubicBezTo>
                    <a:pt x="3016" y="3347"/>
                    <a:pt x="2896" y="3588"/>
                    <a:pt x="2896" y="3861"/>
                  </a:cubicBezTo>
                  <a:cubicBezTo>
                    <a:pt x="2896" y="4010"/>
                    <a:pt x="2927" y="4131"/>
                    <a:pt x="3016" y="4283"/>
                  </a:cubicBezTo>
                  <a:lnTo>
                    <a:pt x="1540" y="5759"/>
                  </a:lnTo>
                  <a:lnTo>
                    <a:pt x="2806" y="2804"/>
                  </a:lnTo>
                  <a:lnTo>
                    <a:pt x="5762" y="1537"/>
                  </a:lnTo>
                  <a:close/>
                  <a:moveTo>
                    <a:pt x="6184" y="1959"/>
                  </a:moveTo>
                  <a:lnTo>
                    <a:pt x="4917" y="4915"/>
                  </a:lnTo>
                  <a:lnTo>
                    <a:pt x="1962" y="6181"/>
                  </a:lnTo>
                  <a:lnTo>
                    <a:pt x="3438" y="4705"/>
                  </a:lnTo>
                  <a:cubicBezTo>
                    <a:pt x="3559" y="4765"/>
                    <a:pt x="3711" y="4794"/>
                    <a:pt x="3861" y="4794"/>
                  </a:cubicBezTo>
                  <a:cubicBezTo>
                    <a:pt x="4102" y="4794"/>
                    <a:pt x="4343" y="4705"/>
                    <a:pt x="4524" y="4524"/>
                  </a:cubicBezTo>
                  <a:cubicBezTo>
                    <a:pt x="4705" y="4343"/>
                    <a:pt x="4797" y="4102"/>
                    <a:pt x="4797" y="3861"/>
                  </a:cubicBezTo>
                  <a:cubicBezTo>
                    <a:pt x="4797" y="3709"/>
                    <a:pt x="4765" y="3559"/>
                    <a:pt x="4705" y="3438"/>
                  </a:cubicBezTo>
                  <a:lnTo>
                    <a:pt x="6184" y="1959"/>
                  </a:lnTo>
                  <a:close/>
                  <a:moveTo>
                    <a:pt x="3530" y="0"/>
                  </a:moveTo>
                  <a:lnTo>
                    <a:pt x="3530" y="1810"/>
                  </a:lnTo>
                  <a:lnTo>
                    <a:pt x="2625" y="2201"/>
                  </a:lnTo>
                  <a:lnTo>
                    <a:pt x="483" y="61"/>
                  </a:lnTo>
                  <a:lnTo>
                    <a:pt x="61" y="512"/>
                  </a:lnTo>
                  <a:lnTo>
                    <a:pt x="2203" y="2623"/>
                  </a:lnTo>
                  <a:lnTo>
                    <a:pt x="1810" y="3559"/>
                  </a:lnTo>
                  <a:lnTo>
                    <a:pt x="1" y="3559"/>
                  </a:lnTo>
                  <a:lnTo>
                    <a:pt x="1" y="4162"/>
                  </a:lnTo>
                  <a:lnTo>
                    <a:pt x="1569" y="4162"/>
                  </a:lnTo>
                  <a:lnTo>
                    <a:pt x="61" y="7629"/>
                  </a:lnTo>
                  <a:lnTo>
                    <a:pt x="3530" y="6152"/>
                  </a:lnTo>
                  <a:lnTo>
                    <a:pt x="3530" y="7721"/>
                  </a:lnTo>
                  <a:lnTo>
                    <a:pt x="4133" y="7721"/>
                  </a:lnTo>
                  <a:lnTo>
                    <a:pt x="4133" y="5880"/>
                  </a:lnTo>
                  <a:lnTo>
                    <a:pt x="5067" y="5489"/>
                  </a:lnTo>
                  <a:lnTo>
                    <a:pt x="7209" y="7629"/>
                  </a:lnTo>
                  <a:lnTo>
                    <a:pt x="7631" y="7207"/>
                  </a:lnTo>
                  <a:lnTo>
                    <a:pt x="5489" y="5067"/>
                  </a:lnTo>
                  <a:lnTo>
                    <a:pt x="5882" y="4162"/>
                  </a:lnTo>
                  <a:lnTo>
                    <a:pt x="7721" y="4162"/>
                  </a:lnTo>
                  <a:lnTo>
                    <a:pt x="7721" y="3559"/>
                  </a:lnTo>
                  <a:lnTo>
                    <a:pt x="6153" y="3559"/>
                  </a:lnTo>
                  <a:lnTo>
                    <a:pt x="7631" y="61"/>
                  </a:lnTo>
                  <a:lnTo>
                    <a:pt x="7631" y="61"/>
                  </a:lnTo>
                  <a:lnTo>
                    <a:pt x="4133" y="1569"/>
                  </a:lnTo>
                  <a:lnTo>
                    <a:pt x="41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 name="Google Shape;1004;p67"/>
          <p:cNvSpPr/>
          <p:nvPr/>
        </p:nvSpPr>
        <p:spPr>
          <a:xfrm>
            <a:off x="2045322" y="1326351"/>
            <a:ext cx="136660" cy="491286"/>
          </a:xfrm>
          <a:custGeom>
            <a:avLst/>
            <a:gdLst/>
            <a:ahLst/>
            <a:cxnLst/>
            <a:rect l="l" t="t" r="r" b="b"/>
            <a:pathLst>
              <a:path w="5730" h="20599" extrusionOk="0">
                <a:moveTo>
                  <a:pt x="2533" y="6123"/>
                </a:moveTo>
                <a:lnTo>
                  <a:pt x="2533" y="6786"/>
                </a:lnTo>
                <a:lnTo>
                  <a:pt x="1870" y="6786"/>
                </a:lnTo>
                <a:lnTo>
                  <a:pt x="1870" y="6123"/>
                </a:lnTo>
                <a:close/>
                <a:moveTo>
                  <a:pt x="2533" y="7390"/>
                </a:moveTo>
                <a:lnTo>
                  <a:pt x="2533" y="8082"/>
                </a:lnTo>
                <a:lnTo>
                  <a:pt x="1870" y="8082"/>
                </a:lnTo>
                <a:lnTo>
                  <a:pt x="1870" y="7390"/>
                </a:lnTo>
                <a:close/>
                <a:moveTo>
                  <a:pt x="2533" y="8685"/>
                </a:moveTo>
                <a:lnTo>
                  <a:pt x="2533" y="9380"/>
                </a:lnTo>
                <a:lnTo>
                  <a:pt x="1870" y="9380"/>
                </a:lnTo>
                <a:lnTo>
                  <a:pt x="1870" y="8685"/>
                </a:lnTo>
                <a:close/>
                <a:moveTo>
                  <a:pt x="4794" y="12545"/>
                </a:moveTo>
                <a:cubicBezTo>
                  <a:pt x="4975" y="12545"/>
                  <a:pt x="5127" y="12697"/>
                  <a:pt x="5127" y="12878"/>
                </a:cubicBezTo>
                <a:cubicBezTo>
                  <a:pt x="5127" y="13088"/>
                  <a:pt x="4975" y="13240"/>
                  <a:pt x="4794" y="13240"/>
                </a:cubicBezTo>
                <a:lnTo>
                  <a:pt x="934" y="13240"/>
                </a:lnTo>
                <a:cubicBezTo>
                  <a:pt x="753" y="13240"/>
                  <a:pt x="603" y="13088"/>
                  <a:pt x="603" y="12878"/>
                </a:cubicBezTo>
                <a:cubicBezTo>
                  <a:pt x="603" y="12697"/>
                  <a:pt x="753" y="12545"/>
                  <a:pt x="934" y="12545"/>
                </a:cubicBezTo>
                <a:close/>
                <a:moveTo>
                  <a:pt x="2775" y="13843"/>
                </a:moveTo>
                <a:lnTo>
                  <a:pt x="1870" y="14716"/>
                </a:lnTo>
                <a:lnTo>
                  <a:pt x="1870" y="13843"/>
                </a:lnTo>
                <a:close/>
                <a:moveTo>
                  <a:pt x="3829" y="13843"/>
                </a:moveTo>
                <a:lnTo>
                  <a:pt x="3829" y="14656"/>
                </a:lnTo>
                <a:lnTo>
                  <a:pt x="1870" y="16647"/>
                </a:lnTo>
                <a:lnTo>
                  <a:pt x="1870" y="15561"/>
                </a:lnTo>
                <a:lnTo>
                  <a:pt x="3619" y="13843"/>
                </a:lnTo>
                <a:close/>
                <a:moveTo>
                  <a:pt x="3829" y="15532"/>
                </a:moveTo>
                <a:lnTo>
                  <a:pt x="3829" y="16586"/>
                </a:lnTo>
                <a:lnTo>
                  <a:pt x="1870" y="18577"/>
                </a:lnTo>
                <a:lnTo>
                  <a:pt x="1870" y="17491"/>
                </a:lnTo>
                <a:lnTo>
                  <a:pt x="3829" y="15532"/>
                </a:lnTo>
                <a:close/>
                <a:moveTo>
                  <a:pt x="3829" y="17462"/>
                </a:moveTo>
                <a:lnTo>
                  <a:pt x="3829" y="18516"/>
                </a:lnTo>
                <a:lnTo>
                  <a:pt x="2381" y="19995"/>
                </a:lnTo>
                <a:lnTo>
                  <a:pt x="2232" y="19995"/>
                </a:lnTo>
                <a:cubicBezTo>
                  <a:pt x="2019" y="19995"/>
                  <a:pt x="1870" y="19843"/>
                  <a:pt x="1870" y="19633"/>
                </a:cubicBezTo>
                <a:lnTo>
                  <a:pt x="1870" y="19421"/>
                </a:lnTo>
                <a:lnTo>
                  <a:pt x="3829" y="17462"/>
                </a:lnTo>
                <a:close/>
                <a:moveTo>
                  <a:pt x="3829" y="19392"/>
                </a:moveTo>
                <a:lnTo>
                  <a:pt x="3829" y="19633"/>
                </a:lnTo>
                <a:cubicBezTo>
                  <a:pt x="3829" y="19843"/>
                  <a:pt x="3679" y="19995"/>
                  <a:pt x="3498" y="19995"/>
                </a:cubicBezTo>
                <a:lnTo>
                  <a:pt x="3257" y="19995"/>
                </a:lnTo>
                <a:lnTo>
                  <a:pt x="3829" y="19392"/>
                </a:lnTo>
                <a:close/>
                <a:moveTo>
                  <a:pt x="4162" y="0"/>
                </a:moveTo>
                <a:cubicBezTo>
                  <a:pt x="2562" y="0"/>
                  <a:pt x="1267" y="1298"/>
                  <a:pt x="1267" y="2866"/>
                </a:cubicBezTo>
                <a:lnTo>
                  <a:pt x="1267" y="11942"/>
                </a:lnTo>
                <a:lnTo>
                  <a:pt x="934" y="11942"/>
                </a:lnTo>
                <a:cubicBezTo>
                  <a:pt x="422" y="11942"/>
                  <a:pt x="0" y="12364"/>
                  <a:pt x="0" y="12878"/>
                </a:cubicBezTo>
                <a:cubicBezTo>
                  <a:pt x="0" y="13421"/>
                  <a:pt x="422" y="13843"/>
                  <a:pt x="934" y="13843"/>
                </a:cubicBezTo>
                <a:lnTo>
                  <a:pt x="1267" y="13843"/>
                </a:lnTo>
                <a:lnTo>
                  <a:pt x="1267" y="19633"/>
                </a:lnTo>
                <a:cubicBezTo>
                  <a:pt x="1267" y="20176"/>
                  <a:pt x="1689" y="20598"/>
                  <a:pt x="2232" y="20598"/>
                </a:cubicBezTo>
                <a:lnTo>
                  <a:pt x="3498" y="20598"/>
                </a:lnTo>
                <a:cubicBezTo>
                  <a:pt x="4010" y="20598"/>
                  <a:pt x="4432" y="20176"/>
                  <a:pt x="4432" y="19633"/>
                </a:cubicBezTo>
                <a:lnTo>
                  <a:pt x="4432" y="13843"/>
                </a:lnTo>
                <a:lnTo>
                  <a:pt x="4794" y="13843"/>
                </a:lnTo>
                <a:cubicBezTo>
                  <a:pt x="5308" y="13843"/>
                  <a:pt x="5730" y="13421"/>
                  <a:pt x="5730" y="12878"/>
                </a:cubicBezTo>
                <a:cubicBezTo>
                  <a:pt x="5730" y="12364"/>
                  <a:pt x="5308" y="11942"/>
                  <a:pt x="4794" y="11942"/>
                </a:cubicBezTo>
                <a:lnTo>
                  <a:pt x="1870" y="11942"/>
                </a:lnTo>
                <a:lnTo>
                  <a:pt x="1870" y="9983"/>
                </a:lnTo>
                <a:lnTo>
                  <a:pt x="2533" y="9983"/>
                </a:lnTo>
                <a:lnTo>
                  <a:pt x="2533" y="10948"/>
                </a:lnTo>
                <a:lnTo>
                  <a:pt x="3136" y="10948"/>
                </a:lnTo>
                <a:lnTo>
                  <a:pt x="3136" y="4495"/>
                </a:lnTo>
                <a:lnTo>
                  <a:pt x="2533" y="4495"/>
                </a:lnTo>
                <a:lnTo>
                  <a:pt x="2533" y="5520"/>
                </a:lnTo>
                <a:lnTo>
                  <a:pt x="1870" y="5520"/>
                </a:lnTo>
                <a:lnTo>
                  <a:pt x="1870" y="2866"/>
                </a:lnTo>
                <a:cubicBezTo>
                  <a:pt x="1870" y="1720"/>
                  <a:pt x="2743" y="784"/>
                  <a:pt x="3829" y="634"/>
                </a:cubicBezTo>
                <a:lnTo>
                  <a:pt x="3829" y="10948"/>
                </a:lnTo>
                <a:lnTo>
                  <a:pt x="4432" y="10948"/>
                </a:lnTo>
                <a:lnTo>
                  <a:pt x="44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 name="Google Shape;1005;p67"/>
          <p:cNvGrpSpPr/>
          <p:nvPr/>
        </p:nvGrpSpPr>
        <p:grpSpPr>
          <a:xfrm>
            <a:off x="2621395" y="1326351"/>
            <a:ext cx="389160" cy="491286"/>
            <a:chOff x="2621395" y="1155951"/>
            <a:chExt cx="389160" cy="491286"/>
          </a:xfrm>
        </p:grpSpPr>
        <p:sp>
          <p:nvSpPr>
            <p:cNvPr id="1006" name="Google Shape;1006;p67"/>
            <p:cNvSpPr/>
            <p:nvPr/>
          </p:nvSpPr>
          <p:spPr>
            <a:xfrm>
              <a:off x="2621395" y="1155951"/>
              <a:ext cx="389160" cy="491286"/>
            </a:xfrm>
            <a:custGeom>
              <a:avLst/>
              <a:gdLst/>
              <a:ahLst/>
              <a:cxnLst/>
              <a:rect l="l" t="t" r="r" b="b"/>
              <a:pathLst>
                <a:path w="16317" h="20599" extrusionOk="0">
                  <a:moveTo>
                    <a:pt x="9108" y="603"/>
                  </a:moveTo>
                  <a:lnTo>
                    <a:pt x="9108" y="1660"/>
                  </a:lnTo>
                  <a:lnTo>
                    <a:pt x="7149" y="1660"/>
                  </a:lnTo>
                  <a:lnTo>
                    <a:pt x="7149" y="603"/>
                  </a:lnTo>
                  <a:close/>
                  <a:moveTo>
                    <a:pt x="2686" y="2263"/>
                  </a:moveTo>
                  <a:lnTo>
                    <a:pt x="2686" y="5520"/>
                  </a:lnTo>
                  <a:lnTo>
                    <a:pt x="1991" y="5520"/>
                  </a:lnTo>
                  <a:lnTo>
                    <a:pt x="1991" y="2263"/>
                  </a:lnTo>
                  <a:close/>
                  <a:moveTo>
                    <a:pt x="13812" y="2263"/>
                  </a:moveTo>
                  <a:lnTo>
                    <a:pt x="15441" y="3891"/>
                  </a:lnTo>
                  <a:lnTo>
                    <a:pt x="13812" y="5520"/>
                  </a:lnTo>
                  <a:lnTo>
                    <a:pt x="3289" y="5520"/>
                  </a:lnTo>
                  <a:lnTo>
                    <a:pt x="3289" y="2263"/>
                  </a:lnTo>
                  <a:close/>
                  <a:moveTo>
                    <a:pt x="9108" y="6123"/>
                  </a:moveTo>
                  <a:lnTo>
                    <a:pt x="9108" y="7450"/>
                  </a:lnTo>
                  <a:lnTo>
                    <a:pt x="7149" y="7450"/>
                  </a:lnTo>
                  <a:lnTo>
                    <a:pt x="7149" y="6123"/>
                  </a:lnTo>
                  <a:close/>
                  <a:moveTo>
                    <a:pt x="12968" y="8053"/>
                  </a:moveTo>
                  <a:lnTo>
                    <a:pt x="12968" y="11310"/>
                  </a:lnTo>
                  <a:lnTo>
                    <a:pt x="2505" y="11310"/>
                  </a:lnTo>
                  <a:lnTo>
                    <a:pt x="876" y="9682"/>
                  </a:lnTo>
                  <a:lnTo>
                    <a:pt x="2505" y="8053"/>
                  </a:lnTo>
                  <a:close/>
                  <a:moveTo>
                    <a:pt x="14266" y="8053"/>
                  </a:moveTo>
                  <a:lnTo>
                    <a:pt x="14266" y="11310"/>
                  </a:lnTo>
                  <a:lnTo>
                    <a:pt x="13571" y="11310"/>
                  </a:lnTo>
                  <a:lnTo>
                    <a:pt x="13571" y="8053"/>
                  </a:lnTo>
                  <a:close/>
                  <a:moveTo>
                    <a:pt x="6546" y="0"/>
                  </a:moveTo>
                  <a:lnTo>
                    <a:pt x="6546" y="1660"/>
                  </a:lnTo>
                  <a:lnTo>
                    <a:pt x="1388" y="1660"/>
                  </a:lnTo>
                  <a:lnTo>
                    <a:pt x="1388" y="6123"/>
                  </a:lnTo>
                  <a:lnTo>
                    <a:pt x="6546" y="6123"/>
                  </a:lnTo>
                  <a:lnTo>
                    <a:pt x="6546" y="7450"/>
                  </a:lnTo>
                  <a:lnTo>
                    <a:pt x="2232" y="7450"/>
                  </a:lnTo>
                  <a:lnTo>
                    <a:pt x="1" y="9682"/>
                  </a:lnTo>
                  <a:lnTo>
                    <a:pt x="2232" y="11913"/>
                  </a:lnTo>
                  <a:lnTo>
                    <a:pt x="6546" y="11913"/>
                  </a:lnTo>
                  <a:lnTo>
                    <a:pt x="6546" y="19995"/>
                  </a:lnTo>
                  <a:lnTo>
                    <a:pt x="4946" y="19995"/>
                  </a:lnTo>
                  <a:lnTo>
                    <a:pt x="4946" y="20598"/>
                  </a:lnTo>
                  <a:lnTo>
                    <a:pt x="11371" y="20598"/>
                  </a:lnTo>
                  <a:lnTo>
                    <a:pt x="11371" y="19995"/>
                  </a:lnTo>
                  <a:lnTo>
                    <a:pt x="7149" y="19995"/>
                  </a:lnTo>
                  <a:lnTo>
                    <a:pt x="7149" y="11913"/>
                  </a:lnTo>
                  <a:lnTo>
                    <a:pt x="9108" y="11913"/>
                  </a:lnTo>
                  <a:lnTo>
                    <a:pt x="9108" y="19300"/>
                  </a:lnTo>
                  <a:lnTo>
                    <a:pt x="9711" y="19300"/>
                  </a:lnTo>
                  <a:lnTo>
                    <a:pt x="9711" y="11913"/>
                  </a:lnTo>
                  <a:lnTo>
                    <a:pt x="14869" y="11913"/>
                  </a:lnTo>
                  <a:lnTo>
                    <a:pt x="14869" y="7450"/>
                  </a:lnTo>
                  <a:lnTo>
                    <a:pt x="9711" y="7450"/>
                  </a:lnTo>
                  <a:lnTo>
                    <a:pt x="9711" y="6123"/>
                  </a:lnTo>
                  <a:lnTo>
                    <a:pt x="14085" y="6123"/>
                  </a:lnTo>
                  <a:lnTo>
                    <a:pt x="16317" y="3891"/>
                  </a:lnTo>
                  <a:lnTo>
                    <a:pt x="14085" y="1660"/>
                  </a:lnTo>
                  <a:lnTo>
                    <a:pt x="9711" y="1660"/>
                  </a:lnTo>
                  <a:lnTo>
                    <a:pt x="971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67"/>
            <p:cNvSpPr/>
            <p:nvPr/>
          </p:nvSpPr>
          <p:spPr>
            <a:xfrm>
              <a:off x="2907666" y="1379640"/>
              <a:ext cx="15836" cy="14429"/>
            </a:xfrm>
            <a:custGeom>
              <a:avLst/>
              <a:gdLst/>
              <a:ahLst/>
              <a:cxnLst/>
              <a:rect l="l" t="t" r="r" b="b"/>
              <a:pathLst>
                <a:path w="664" h="605" extrusionOk="0">
                  <a:moveTo>
                    <a:pt x="0" y="1"/>
                  </a:moveTo>
                  <a:lnTo>
                    <a:pt x="0" y="604"/>
                  </a:lnTo>
                  <a:lnTo>
                    <a:pt x="663" y="604"/>
                  </a:lnTo>
                  <a:lnTo>
                    <a:pt x="6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67"/>
            <p:cNvSpPr/>
            <p:nvPr/>
          </p:nvSpPr>
          <p:spPr>
            <a:xfrm>
              <a:off x="2754478" y="1379640"/>
              <a:ext cx="138115" cy="14429"/>
            </a:xfrm>
            <a:custGeom>
              <a:avLst/>
              <a:gdLst/>
              <a:ahLst/>
              <a:cxnLst/>
              <a:rect l="l" t="t" r="r" b="b"/>
              <a:pathLst>
                <a:path w="5791" h="605" extrusionOk="0">
                  <a:moveTo>
                    <a:pt x="1" y="1"/>
                  </a:moveTo>
                  <a:lnTo>
                    <a:pt x="1" y="604"/>
                  </a:lnTo>
                  <a:lnTo>
                    <a:pt x="5791" y="604"/>
                  </a:lnTo>
                  <a:lnTo>
                    <a:pt x="57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67"/>
            <p:cNvSpPr/>
            <p:nvPr/>
          </p:nvSpPr>
          <p:spPr>
            <a:xfrm>
              <a:off x="2708447" y="1379640"/>
              <a:ext cx="30933" cy="14429"/>
            </a:xfrm>
            <a:custGeom>
              <a:avLst/>
              <a:gdLst/>
              <a:ahLst/>
              <a:cxnLst/>
              <a:rect l="l" t="t" r="r" b="b"/>
              <a:pathLst>
                <a:path w="1297" h="605" extrusionOk="0">
                  <a:moveTo>
                    <a:pt x="1" y="1"/>
                  </a:moveTo>
                  <a:lnTo>
                    <a:pt x="1" y="604"/>
                  </a:lnTo>
                  <a:lnTo>
                    <a:pt x="1296" y="604"/>
                  </a:lnTo>
                  <a:lnTo>
                    <a:pt x="12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67"/>
            <p:cNvSpPr/>
            <p:nvPr/>
          </p:nvSpPr>
          <p:spPr>
            <a:xfrm>
              <a:off x="2708447" y="1241549"/>
              <a:ext cx="15097" cy="14405"/>
            </a:xfrm>
            <a:custGeom>
              <a:avLst/>
              <a:gdLst/>
              <a:ahLst/>
              <a:cxnLst/>
              <a:rect l="l" t="t" r="r" b="b"/>
              <a:pathLst>
                <a:path w="633" h="604" extrusionOk="0">
                  <a:moveTo>
                    <a:pt x="1" y="1"/>
                  </a:moveTo>
                  <a:lnTo>
                    <a:pt x="1"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67"/>
            <p:cNvSpPr/>
            <p:nvPr/>
          </p:nvSpPr>
          <p:spPr>
            <a:xfrm>
              <a:off x="2739357" y="1241549"/>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67"/>
            <p:cNvSpPr/>
            <p:nvPr/>
          </p:nvSpPr>
          <p:spPr>
            <a:xfrm>
              <a:off x="2769551" y="1241549"/>
              <a:ext cx="153952" cy="14405"/>
            </a:xfrm>
            <a:custGeom>
              <a:avLst/>
              <a:gdLst/>
              <a:ahLst/>
              <a:cxnLst/>
              <a:rect l="l" t="t" r="r" b="b"/>
              <a:pathLst>
                <a:path w="6455" h="604" extrusionOk="0">
                  <a:moveTo>
                    <a:pt x="1" y="1"/>
                  </a:moveTo>
                  <a:lnTo>
                    <a:pt x="1" y="604"/>
                  </a:lnTo>
                  <a:lnTo>
                    <a:pt x="6454" y="604"/>
                  </a:lnTo>
                  <a:lnTo>
                    <a:pt x="645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 name="Google Shape;1013;p67"/>
          <p:cNvGrpSpPr/>
          <p:nvPr/>
        </p:nvGrpSpPr>
        <p:grpSpPr>
          <a:xfrm>
            <a:off x="3324135" y="1326351"/>
            <a:ext cx="385535" cy="491286"/>
            <a:chOff x="3324135" y="1155951"/>
            <a:chExt cx="385535" cy="491286"/>
          </a:xfrm>
        </p:grpSpPr>
        <p:sp>
          <p:nvSpPr>
            <p:cNvPr id="1014" name="Google Shape;1014;p67"/>
            <p:cNvSpPr/>
            <p:nvPr/>
          </p:nvSpPr>
          <p:spPr>
            <a:xfrm>
              <a:off x="3518322" y="1516992"/>
              <a:ext cx="15097" cy="14405"/>
            </a:xfrm>
            <a:custGeom>
              <a:avLst/>
              <a:gdLst/>
              <a:ahLst/>
              <a:cxnLst/>
              <a:rect l="l" t="t" r="r" b="b"/>
              <a:pathLst>
                <a:path w="633" h="604" extrusionOk="0">
                  <a:moveTo>
                    <a:pt x="0" y="1"/>
                  </a:moveTo>
                  <a:lnTo>
                    <a:pt x="0"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67"/>
            <p:cNvSpPr/>
            <p:nvPr/>
          </p:nvSpPr>
          <p:spPr>
            <a:xfrm>
              <a:off x="3324135" y="1386103"/>
              <a:ext cx="385535" cy="261134"/>
            </a:xfrm>
            <a:custGeom>
              <a:avLst/>
              <a:gdLst/>
              <a:ahLst/>
              <a:cxnLst/>
              <a:rect l="l" t="t" r="r" b="b"/>
              <a:pathLst>
                <a:path w="16165" h="10949" extrusionOk="0">
                  <a:moveTo>
                    <a:pt x="1356" y="5127"/>
                  </a:moveTo>
                  <a:cubicBezTo>
                    <a:pt x="1508" y="5127"/>
                    <a:pt x="1658" y="5187"/>
                    <a:pt x="1778" y="5308"/>
                  </a:cubicBezTo>
                  <a:cubicBezTo>
                    <a:pt x="2019" y="5549"/>
                    <a:pt x="2019" y="5942"/>
                    <a:pt x="1778" y="6183"/>
                  </a:cubicBezTo>
                  <a:cubicBezTo>
                    <a:pt x="1658" y="6304"/>
                    <a:pt x="1500" y="6364"/>
                    <a:pt x="1341" y="6364"/>
                  </a:cubicBezTo>
                  <a:cubicBezTo>
                    <a:pt x="1183" y="6364"/>
                    <a:pt x="1025" y="6304"/>
                    <a:pt x="905" y="6183"/>
                  </a:cubicBezTo>
                  <a:cubicBezTo>
                    <a:pt x="664" y="5942"/>
                    <a:pt x="664" y="5549"/>
                    <a:pt x="905" y="5308"/>
                  </a:cubicBezTo>
                  <a:cubicBezTo>
                    <a:pt x="1025" y="5187"/>
                    <a:pt x="1175" y="5127"/>
                    <a:pt x="1356" y="5127"/>
                  </a:cubicBezTo>
                  <a:close/>
                  <a:moveTo>
                    <a:pt x="14927" y="5127"/>
                  </a:moveTo>
                  <a:cubicBezTo>
                    <a:pt x="15288" y="5127"/>
                    <a:pt x="15561" y="5399"/>
                    <a:pt x="15561" y="5730"/>
                  </a:cubicBezTo>
                  <a:cubicBezTo>
                    <a:pt x="15561" y="6092"/>
                    <a:pt x="15288" y="6364"/>
                    <a:pt x="14927" y="6364"/>
                  </a:cubicBezTo>
                  <a:cubicBezTo>
                    <a:pt x="14596" y="6364"/>
                    <a:pt x="14323" y="6092"/>
                    <a:pt x="14323" y="5730"/>
                  </a:cubicBezTo>
                  <a:cubicBezTo>
                    <a:pt x="14323" y="5460"/>
                    <a:pt x="14504" y="5218"/>
                    <a:pt x="14746" y="5158"/>
                  </a:cubicBezTo>
                  <a:cubicBezTo>
                    <a:pt x="14806" y="5127"/>
                    <a:pt x="14866" y="5127"/>
                    <a:pt x="14927" y="5127"/>
                  </a:cubicBezTo>
                  <a:close/>
                  <a:moveTo>
                    <a:pt x="2533" y="5428"/>
                  </a:moveTo>
                  <a:lnTo>
                    <a:pt x="7057" y="6755"/>
                  </a:lnTo>
                  <a:lnTo>
                    <a:pt x="4825" y="7419"/>
                  </a:lnTo>
                  <a:lnTo>
                    <a:pt x="2171" y="6635"/>
                  </a:lnTo>
                  <a:cubicBezTo>
                    <a:pt x="2200" y="6635"/>
                    <a:pt x="2200" y="6606"/>
                    <a:pt x="2200" y="6606"/>
                  </a:cubicBezTo>
                  <a:cubicBezTo>
                    <a:pt x="2533" y="6304"/>
                    <a:pt x="2623" y="5851"/>
                    <a:pt x="2533" y="5428"/>
                  </a:cubicBezTo>
                  <a:close/>
                  <a:moveTo>
                    <a:pt x="13752" y="5428"/>
                  </a:moveTo>
                  <a:cubicBezTo>
                    <a:pt x="13720" y="5549"/>
                    <a:pt x="13720" y="5641"/>
                    <a:pt x="13720" y="5730"/>
                  </a:cubicBezTo>
                  <a:cubicBezTo>
                    <a:pt x="13720" y="6092"/>
                    <a:pt x="13872" y="6425"/>
                    <a:pt x="14114" y="6635"/>
                  </a:cubicBezTo>
                  <a:lnTo>
                    <a:pt x="11460" y="7419"/>
                  </a:lnTo>
                  <a:lnTo>
                    <a:pt x="11428" y="7419"/>
                  </a:lnTo>
                  <a:lnTo>
                    <a:pt x="1537" y="10314"/>
                  </a:lnTo>
                  <a:cubicBezTo>
                    <a:pt x="1481" y="10330"/>
                    <a:pt x="1426" y="10337"/>
                    <a:pt x="1374" y="10337"/>
                  </a:cubicBezTo>
                  <a:cubicBezTo>
                    <a:pt x="1230" y="10337"/>
                    <a:pt x="1098" y="10281"/>
                    <a:pt x="965" y="10193"/>
                  </a:cubicBezTo>
                  <a:cubicBezTo>
                    <a:pt x="813" y="10104"/>
                    <a:pt x="724" y="9892"/>
                    <a:pt x="724" y="9711"/>
                  </a:cubicBezTo>
                  <a:cubicBezTo>
                    <a:pt x="724" y="9440"/>
                    <a:pt x="905" y="9199"/>
                    <a:pt x="1175" y="9107"/>
                  </a:cubicBezTo>
                  <a:lnTo>
                    <a:pt x="13752" y="5428"/>
                  </a:lnTo>
                  <a:close/>
                  <a:moveTo>
                    <a:pt x="7810" y="0"/>
                  </a:moveTo>
                  <a:lnTo>
                    <a:pt x="7810" y="273"/>
                  </a:lnTo>
                  <a:cubicBezTo>
                    <a:pt x="7810" y="454"/>
                    <a:pt x="7781" y="635"/>
                    <a:pt x="7660" y="816"/>
                  </a:cubicBezTo>
                  <a:lnTo>
                    <a:pt x="5730" y="3679"/>
                  </a:lnTo>
                  <a:cubicBezTo>
                    <a:pt x="5428" y="4162"/>
                    <a:pt x="5247" y="4705"/>
                    <a:pt x="5247" y="5279"/>
                  </a:cubicBezTo>
                  <a:lnTo>
                    <a:pt x="5247" y="5609"/>
                  </a:lnTo>
                  <a:lnTo>
                    <a:pt x="1689" y="4555"/>
                  </a:lnTo>
                  <a:cubicBezTo>
                    <a:pt x="1582" y="4524"/>
                    <a:pt x="1472" y="4509"/>
                    <a:pt x="1363" y="4509"/>
                  </a:cubicBezTo>
                  <a:cubicBezTo>
                    <a:pt x="1044" y="4509"/>
                    <a:pt x="729" y="4639"/>
                    <a:pt x="483" y="4886"/>
                  </a:cubicBezTo>
                  <a:cubicBezTo>
                    <a:pt x="0" y="5339"/>
                    <a:pt x="0" y="6123"/>
                    <a:pt x="483" y="6606"/>
                  </a:cubicBezTo>
                  <a:cubicBezTo>
                    <a:pt x="632" y="6755"/>
                    <a:pt x="813" y="6876"/>
                    <a:pt x="994" y="6907"/>
                  </a:cubicBezTo>
                  <a:lnTo>
                    <a:pt x="994" y="6936"/>
                  </a:lnTo>
                  <a:lnTo>
                    <a:pt x="3769" y="7720"/>
                  </a:lnTo>
                  <a:lnTo>
                    <a:pt x="994" y="8536"/>
                  </a:lnTo>
                  <a:cubicBezTo>
                    <a:pt x="483" y="8685"/>
                    <a:pt x="121" y="9168"/>
                    <a:pt x="121" y="9711"/>
                  </a:cubicBezTo>
                  <a:cubicBezTo>
                    <a:pt x="121" y="10104"/>
                    <a:pt x="302" y="10466"/>
                    <a:pt x="603" y="10676"/>
                  </a:cubicBezTo>
                  <a:cubicBezTo>
                    <a:pt x="813" y="10857"/>
                    <a:pt x="1086" y="10948"/>
                    <a:pt x="1356" y="10948"/>
                  </a:cubicBezTo>
                  <a:cubicBezTo>
                    <a:pt x="1448" y="10948"/>
                    <a:pt x="1568" y="10917"/>
                    <a:pt x="1689" y="10888"/>
                  </a:cubicBezTo>
                  <a:lnTo>
                    <a:pt x="11460" y="8053"/>
                  </a:lnTo>
                  <a:lnTo>
                    <a:pt x="15108" y="9107"/>
                  </a:lnTo>
                  <a:cubicBezTo>
                    <a:pt x="15380" y="9199"/>
                    <a:pt x="15561" y="9440"/>
                    <a:pt x="15561" y="9711"/>
                  </a:cubicBezTo>
                  <a:cubicBezTo>
                    <a:pt x="15561" y="9892"/>
                    <a:pt x="15469" y="10104"/>
                    <a:pt x="15320" y="10193"/>
                  </a:cubicBezTo>
                  <a:cubicBezTo>
                    <a:pt x="15187" y="10281"/>
                    <a:pt x="15055" y="10337"/>
                    <a:pt x="14910" y="10337"/>
                  </a:cubicBezTo>
                  <a:cubicBezTo>
                    <a:pt x="14857" y="10337"/>
                    <a:pt x="14803" y="10330"/>
                    <a:pt x="14746" y="10314"/>
                  </a:cubicBezTo>
                  <a:lnTo>
                    <a:pt x="9498" y="8777"/>
                  </a:lnTo>
                  <a:lnTo>
                    <a:pt x="9349" y="9349"/>
                  </a:lnTo>
                  <a:lnTo>
                    <a:pt x="14596" y="10888"/>
                  </a:lnTo>
                  <a:cubicBezTo>
                    <a:pt x="14717" y="10917"/>
                    <a:pt x="14837" y="10948"/>
                    <a:pt x="14927" y="10948"/>
                  </a:cubicBezTo>
                  <a:cubicBezTo>
                    <a:pt x="15199" y="10948"/>
                    <a:pt x="15469" y="10857"/>
                    <a:pt x="15682" y="10676"/>
                  </a:cubicBezTo>
                  <a:cubicBezTo>
                    <a:pt x="15983" y="10466"/>
                    <a:pt x="16164" y="10104"/>
                    <a:pt x="16164" y="9711"/>
                  </a:cubicBezTo>
                  <a:cubicBezTo>
                    <a:pt x="16164" y="9168"/>
                    <a:pt x="15802" y="8685"/>
                    <a:pt x="15288" y="8536"/>
                  </a:cubicBezTo>
                  <a:lnTo>
                    <a:pt x="12514" y="7720"/>
                  </a:lnTo>
                  <a:lnTo>
                    <a:pt x="15288" y="6936"/>
                  </a:lnTo>
                  <a:lnTo>
                    <a:pt x="15288" y="6907"/>
                  </a:lnTo>
                  <a:cubicBezTo>
                    <a:pt x="15802" y="6787"/>
                    <a:pt x="16164" y="6304"/>
                    <a:pt x="16164" y="5730"/>
                  </a:cubicBezTo>
                  <a:cubicBezTo>
                    <a:pt x="16164" y="5066"/>
                    <a:pt x="15621" y="4524"/>
                    <a:pt x="14927" y="4524"/>
                  </a:cubicBezTo>
                  <a:cubicBezTo>
                    <a:pt x="14806" y="4524"/>
                    <a:pt x="14717" y="4524"/>
                    <a:pt x="14596" y="4555"/>
                  </a:cubicBezTo>
                  <a:lnTo>
                    <a:pt x="9711" y="5971"/>
                  </a:lnTo>
                  <a:lnTo>
                    <a:pt x="9711" y="5549"/>
                  </a:lnTo>
                  <a:cubicBezTo>
                    <a:pt x="9711" y="5218"/>
                    <a:pt x="9619" y="4917"/>
                    <a:pt x="9438" y="4676"/>
                  </a:cubicBezTo>
                  <a:lnTo>
                    <a:pt x="8594" y="3378"/>
                  </a:lnTo>
                  <a:cubicBezTo>
                    <a:pt x="8504" y="3197"/>
                    <a:pt x="8444" y="3016"/>
                    <a:pt x="8444" y="2806"/>
                  </a:cubicBezTo>
                  <a:lnTo>
                    <a:pt x="7841" y="2806"/>
                  </a:lnTo>
                  <a:cubicBezTo>
                    <a:pt x="7841" y="3016"/>
                    <a:pt x="7781" y="3197"/>
                    <a:pt x="7689" y="3378"/>
                  </a:cubicBezTo>
                  <a:lnTo>
                    <a:pt x="6816" y="4644"/>
                  </a:lnTo>
                  <a:cubicBezTo>
                    <a:pt x="6635" y="4917"/>
                    <a:pt x="6543" y="5218"/>
                    <a:pt x="6543" y="5549"/>
                  </a:cubicBezTo>
                  <a:lnTo>
                    <a:pt x="6543" y="5790"/>
                  </a:lnTo>
                  <a:lnTo>
                    <a:pt x="7146" y="5790"/>
                  </a:lnTo>
                  <a:lnTo>
                    <a:pt x="7146" y="5549"/>
                  </a:lnTo>
                  <a:cubicBezTo>
                    <a:pt x="7146" y="5339"/>
                    <a:pt x="7206" y="5158"/>
                    <a:pt x="7298" y="5006"/>
                  </a:cubicBezTo>
                  <a:lnTo>
                    <a:pt x="8142" y="3771"/>
                  </a:lnTo>
                  <a:lnTo>
                    <a:pt x="8955" y="5006"/>
                  </a:lnTo>
                  <a:cubicBezTo>
                    <a:pt x="9047" y="5158"/>
                    <a:pt x="9107" y="5339"/>
                    <a:pt x="9107" y="5549"/>
                  </a:cubicBezTo>
                  <a:lnTo>
                    <a:pt x="9107" y="6152"/>
                  </a:lnTo>
                  <a:lnTo>
                    <a:pt x="8111" y="6454"/>
                  </a:lnTo>
                  <a:lnTo>
                    <a:pt x="5851" y="5790"/>
                  </a:lnTo>
                  <a:lnTo>
                    <a:pt x="5851" y="5279"/>
                  </a:lnTo>
                  <a:cubicBezTo>
                    <a:pt x="5851" y="4825"/>
                    <a:pt x="6000" y="4403"/>
                    <a:pt x="6241" y="4041"/>
                  </a:cubicBezTo>
                  <a:lnTo>
                    <a:pt x="8142" y="1206"/>
                  </a:lnTo>
                  <a:lnTo>
                    <a:pt x="10041" y="4041"/>
                  </a:lnTo>
                  <a:cubicBezTo>
                    <a:pt x="10282" y="4403"/>
                    <a:pt x="10403" y="4825"/>
                    <a:pt x="10403" y="5308"/>
                  </a:cubicBezTo>
                  <a:lnTo>
                    <a:pt x="11006" y="5308"/>
                  </a:lnTo>
                  <a:cubicBezTo>
                    <a:pt x="11006" y="4705"/>
                    <a:pt x="10857" y="4162"/>
                    <a:pt x="10524" y="3711"/>
                  </a:cubicBezTo>
                  <a:lnTo>
                    <a:pt x="8594" y="816"/>
                  </a:lnTo>
                  <a:cubicBezTo>
                    <a:pt x="8504" y="635"/>
                    <a:pt x="8413" y="454"/>
                    <a:pt x="8413" y="273"/>
                  </a:cubicBezTo>
                  <a:lnTo>
                    <a:pt x="84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67"/>
            <p:cNvSpPr/>
            <p:nvPr/>
          </p:nvSpPr>
          <p:spPr>
            <a:xfrm>
              <a:off x="3403937" y="1155951"/>
              <a:ext cx="259703" cy="198527"/>
            </a:xfrm>
            <a:custGeom>
              <a:avLst/>
              <a:gdLst/>
              <a:ahLst/>
              <a:cxnLst/>
              <a:rect l="l" t="t" r="r" b="b"/>
              <a:pathLst>
                <a:path w="10889" h="8324" extrusionOk="0">
                  <a:moveTo>
                    <a:pt x="9622" y="603"/>
                  </a:moveTo>
                  <a:cubicBezTo>
                    <a:pt x="9983" y="603"/>
                    <a:pt x="10285" y="905"/>
                    <a:pt x="10285" y="1267"/>
                  </a:cubicBezTo>
                  <a:cubicBezTo>
                    <a:pt x="10285" y="1628"/>
                    <a:pt x="9983" y="1930"/>
                    <a:pt x="9622" y="1930"/>
                  </a:cubicBezTo>
                  <a:lnTo>
                    <a:pt x="8777" y="1930"/>
                  </a:lnTo>
                  <a:cubicBezTo>
                    <a:pt x="8898" y="1749"/>
                    <a:pt x="8958" y="1508"/>
                    <a:pt x="8958" y="1267"/>
                  </a:cubicBezTo>
                  <a:cubicBezTo>
                    <a:pt x="8958" y="1025"/>
                    <a:pt x="8898" y="784"/>
                    <a:pt x="8777" y="603"/>
                  </a:cubicBezTo>
                  <a:close/>
                  <a:moveTo>
                    <a:pt x="2746" y="2533"/>
                  </a:moveTo>
                  <a:cubicBezTo>
                    <a:pt x="2625" y="2714"/>
                    <a:pt x="2565" y="2955"/>
                    <a:pt x="2565" y="3197"/>
                  </a:cubicBezTo>
                  <a:cubicBezTo>
                    <a:pt x="2565" y="3438"/>
                    <a:pt x="2625" y="3679"/>
                    <a:pt x="2746" y="3860"/>
                  </a:cubicBezTo>
                  <a:lnTo>
                    <a:pt x="1901" y="3860"/>
                  </a:lnTo>
                  <a:cubicBezTo>
                    <a:pt x="1540" y="3860"/>
                    <a:pt x="1238" y="3558"/>
                    <a:pt x="1238" y="3197"/>
                  </a:cubicBezTo>
                  <a:cubicBezTo>
                    <a:pt x="1238" y="2835"/>
                    <a:pt x="1540" y="2533"/>
                    <a:pt x="1901" y="2533"/>
                  </a:cubicBezTo>
                  <a:close/>
                  <a:moveTo>
                    <a:pt x="7057" y="4463"/>
                  </a:moveTo>
                  <a:cubicBezTo>
                    <a:pt x="7419" y="4463"/>
                    <a:pt x="7720" y="4765"/>
                    <a:pt x="7720" y="5127"/>
                  </a:cubicBezTo>
                  <a:cubicBezTo>
                    <a:pt x="7720" y="5489"/>
                    <a:pt x="7419" y="5790"/>
                    <a:pt x="7057" y="5790"/>
                  </a:cubicBezTo>
                  <a:lnTo>
                    <a:pt x="6184" y="5790"/>
                  </a:lnTo>
                  <a:cubicBezTo>
                    <a:pt x="6304" y="5609"/>
                    <a:pt x="6394" y="5368"/>
                    <a:pt x="6394" y="5127"/>
                  </a:cubicBezTo>
                  <a:cubicBezTo>
                    <a:pt x="6394" y="4885"/>
                    <a:pt x="6304" y="4644"/>
                    <a:pt x="6184" y="4463"/>
                  </a:cubicBezTo>
                  <a:close/>
                  <a:moveTo>
                    <a:pt x="2111" y="6393"/>
                  </a:moveTo>
                  <a:cubicBezTo>
                    <a:pt x="1991" y="6574"/>
                    <a:pt x="1930" y="6815"/>
                    <a:pt x="1930" y="7057"/>
                  </a:cubicBezTo>
                  <a:cubicBezTo>
                    <a:pt x="1930" y="7298"/>
                    <a:pt x="1991" y="7539"/>
                    <a:pt x="2111" y="7720"/>
                  </a:cubicBezTo>
                  <a:lnTo>
                    <a:pt x="1267" y="7720"/>
                  </a:lnTo>
                  <a:cubicBezTo>
                    <a:pt x="905" y="7720"/>
                    <a:pt x="603" y="7419"/>
                    <a:pt x="603" y="7057"/>
                  </a:cubicBezTo>
                  <a:cubicBezTo>
                    <a:pt x="603" y="6695"/>
                    <a:pt x="905" y="6393"/>
                    <a:pt x="1267" y="6393"/>
                  </a:cubicBezTo>
                  <a:close/>
                  <a:moveTo>
                    <a:pt x="6727" y="0"/>
                  </a:moveTo>
                  <a:lnTo>
                    <a:pt x="6727" y="603"/>
                  </a:lnTo>
                  <a:lnTo>
                    <a:pt x="7692" y="603"/>
                  </a:lnTo>
                  <a:cubicBezTo>
                    <a:pt x="8053" y="603"/>
                    <a:pt x="8355" y="905"/>
                    <a:pt x="8355" y="1267"/>
                  </a:cubicBezTo>
                  <a:cubicBezTo>
                    <a:pt x="8355" y="1628"/>
                    <a:pt x="8053" y="1930"/>
                    <a:pt x="7692" y="1930"/>
                  </a:cubicBezTo>
                  <a:lnTo>
                    <a:pt x="1901" y="1930"/>
                  </a:lnTo>
                  <a:cubicBezTo>
                    <a:pt x="1207" y="1930"/>
                    <a:pt x="635" y="2504"/>
                    <a:pt x="635" y="3197"/>
                  </a:cubicBezTo>
                  <a:cubicBezTo>
                    <a:pt x="635" y="3891"/>
                    <a:pt x="1207" y="4463"/>
                    <a:pt x="1901" y="4463"/>
                  </a:cubicBezTo>
                  <a:lnTo>
                    <a:pt x="5127" y="4463"/>
                  </a:lnTo>
                  <a:cubicBezTo>
                    <a:pt x="5489" y="4463"/>
                    <a:pt x="5790" y="4765"/>
                    <a:pt x="5790" y="5127"/>
                  </a:cubicBezTo>
                  <a:cubicBezTo>
                    <a:pt x="5790" y="5489"/>
                    <a:pt x="5489" y="5790"/>
                    <a:pt x="5127" y="5790"/>
                  </a:cubicBezTo>
                  <a:lnTo>
                    <a:pt x="1267" y="5790"/>
                  </a:lnTo>
                  <a:cubicBezTo>
                    <a:pt x="574" y="5790"/>
                    <a:pt x="0" y="6364"/>
                    <a:pt x="0" y="7057"/>
                  </a:cubicBezTo>
                  <a:cubicBezTo>
                    <a:pt x="0" y="7751"/>
                    <a:pt x="574" y="8323"/>
                    <a:pt x="1267" y="8323"/>
                  </a:cubicBezTo>
                  <a:lnTo>
                    <a:pt x="4162" y="8323"/>
                  </a:lnTo>
                  <a:lnTo>
                    <a:pt x="4162" y="7720"/>
                  </a:lnTo>
                  <a:lnTo>
                    <a:pt x="3197" y="7720"/>
                  </a:lnTo>
                  <a:cubicBezTo>
                    <a:pt x="2835" y="7720"/>
                    <a:pt x="2533" y="7419"/>
                    <a:pt x="2533" y="7057"/>
                  </a:cubicBezTo>
                  <a:cubicBezTo>
                    <a:pt x="2533" y="6695"/>
                    <a:pt x="2835" y="6393"/>
                    <a:pt x="3197" y="6393"/>
                  </a:cubicBezTo>
                  <a:lnTo>
                    <a:pt x="7057" y="6393"/>
                  </a:lnTo>
                  <a:cubicBezTo>
                    <a:pt x="7752" y="6393"/>
                    <a:pt x="8324" y="5821"/>
                    <a:pt x="8324" y="5127"/>
                  </a:cubicBezTo>
                  <a:cubicBezTo>
                    <a:pt x="8324" y="4434"/>
                    <a:pt x="7752" y="3860"/>
                    <a:pt x="7057" y="3860"/>
                  </a:cubicBezTo>
                  <a:lnTo>
                    <a:pt x="3831" y="3860"/>
                  </a:lnTo>
                  <a:cubicBezTo>
                    <a:pt x="3470" y="3860"/>
                    <a:pt x="3168" y="3558"/>
                    <a:pt x="3168" y="3197"/>
                  </a:cubicBezTo>
                  <a:cubicBezTo>
                    <a:pt x="3168" y="2835"/>
                    <a:pt x="3470" y="2533"/>
                    <a:pt x="3831" y="2533"/>
                  </a:cubicBezTo>
                  <a:lnTo>
                    <a:pt x="9622" y="2533"/>
                  </a:lnTo>
                  <a:cubicBezTo>
                    <a:pt x="10314" y="2533"/>
                    <a:pt x="10888" y="1961"/>
                    <a:pt x="10888" y="1267"/>
                  </a:cubicBezTo>
                  <a:cubicBezTo>
                    <a:pt x="10888" y="574"/>
                    <a:pt x="10314" y="0"/>
                    <a:pt x="9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 name="Google Shape;1017;p67"/>
          <p:cNvGrpSpPr/>
          <p:nvPr/>
        </p:nvGrpSpPr>
        <p:grpSpPr>
          <a:xfrm>
            <a:off x="3975002" y="1360862"/>
            <a:ext cx="491310" cy="422240"/>
            <a:chOff x="3975002" y="1190462"/>
            <a:chExt cx="491310" cy="422240"/>
          </a:xfrm>
        </p:grpSpPr>
        <p:sp>
          <p:nvSpPr>
            <p:cNvPr id="1018" name="Google Shape;1018;p67"/>
            <p:cNvSpPr/>
            <p:nvPr/>
          </p:nvSpPr>
          <p:spPr>
            <a:xfrm>
              <a:off x="3975002" y="1190462"/>
              <a:ext cx="14429" cy="245321"/>
            </a:xfrm>
            <a:custGeom>
              <a:avLst/>
              <a:gdLst/>
              <a:ahLst/>
              <a:cxnLst/>
              <a:rect l="l" t="t" r="r" b="b"/>
              <a:pathLst>
                <a:path w="605" h="10286" extrusionOk="0">
                  <a:moveTo>
                    <a:pt x="1" y="1"/>
                  </a:moveTo>
                  <a:lnTo>
                    <a:pt x="1" y="10285"/>
                  </a:lnTo>
                  <a:lnTo>
                    <a:pt x="604" y="1028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67"/>
            <p:cNvSpPr/>
            <p:nvPr/>
          </p:nvSpPr>
          <p:spPr>
            <a:xfrm>
              <a:off x="3975002" y="1190462"/>
              <a:ext cx="491310" cy="422240"/>
            </a:xfrm>
            <a:custGeom>
              <a:avLst/>
              <a:gdLst/>
              <a:ahLst/>
              <a:cxnLst/>
              <a:rect l="l" t="t" r="r" b="b"/>
              <a:pathLst>
                <a:path w="20600" h="17704" extrusionOk="0">
                  <a:moveTo>
                    <a:pt x="5489" y="6124"/>
                  </a:moveTo>
                  <a:lnTo>
                    <a:pt x="5489" y="6787"/>
                  </a:lnTo>
                  <a:lnTo>
                    <a:pt x="3499" y="6787"/>
                  </a:lnTo>
                  <a:lnTo>
                    <a:pt x="3499" y="6124"/>
                  </a:lnTo>
                  <a:close/>
                  <a:moveTo>
                    <a:pt x="12667" y="5460"/>
                  </a:moveTo>
                  <a:lnTo>
                    <a:pt x="13089" y="6787"/>
                  </a:lnTo>
                  <a:lnTo>
                    <a:pt x="7511" y="6787"/>
                  </a:lnTo>
                  <a:lnTo>
                    <a:pt x="7962" y="5460"/>
                  </a:lnTo>
                  <a:close/>
                  <a:moveTo>
                    <a:pt x="14476" y="7390"/>
                  </a:moveTo>
                  <a:lnTo>
                    <a:pt x="14476" y="8717"/>
                  </a:lnTo>
                  <a:lnTo>
                    <a:pt x="12517" y="8717"/>
                  </a:lnTo>
                  <a:cubicBezTo>
                    <a:pt x="11883" y="8295"/>
                    <a:pt x="11099" y="8054"/>
                    <a:pt x="10286" y="8054"/>
                  </a:cubicBezTo>
                  <a:cubicBezTo>
                    <a:pt x="9470" y="8054"/>
                    <a:pt x="8746" y="8295"/>
                    <a:pt x="8054" y="8717"/>
                  </a:cubicBezTo>
                  <a:lnTo>
                    <a:pt x="5400" y="8717"/>
                  </a:lnTo>
                  <a:cubicBezTo>
                    <a:pt x="5280" y="8324"/>
                    <a:pt x="4918" y="8083"/>
                    <a:pt x="4524" y="8083"/>
                  </a:cubicBezTo>
                  <a:cubicBezTo>
                    <a:pt x="4102" y="8083"/>
                    <a:pt x="3740" y="8324"/>
                    <a:pt x="3620" y="8717"/>
                  </a:cubicBezTo>
                  <a:lnTo>
                    <a:pt x="2233" y="8717"/>
                  </a:lnTo>
                  <a:lnTo>
                    <a:pt x="2233" y="7390"/>
                  </a:lnTo>
                  <a:close/>
                  <a:moveTo>
                    <a:pt x="17070" y="7390"/>
                  </a:moveTo>
                  <a:lnTo>
                    <a:pt x="17070" y="8717"/>
                  </a:lnTo>
                  <a:lnTo>
                    <a:pt x="15079" y="8717"/>
                  </a:lnTo>
                  <a:lnTo>
                    <a:pt x="15079" y="7390"/>
                  </a:lnTo>
                  <a:close/>
                  <a:moveTo>
                    <a:pt x="18336" y="7390"/>
                  </a:moveTo>
                  <a:lnTo>
                    <a:pt x="18336" y="8717"/>
                  </a:lnTo>
                  <a:lnTo>
                    <a:pt x="17673" y="8717"/>
                  </a:lnTo>
                  <a:lnTo>
                    <a:pt x="17673" y="7390"/>
                  </a:lnTo>
                  <a:close/>
                  <a:moveTo>
                    <a:pt x="4524" y="8657"/>
                  </a:moveTo>
                  <a:cubicBezTo>
                    <a:pt x="4705" y="8657"/>
                    <a:pt x="4857" y="8806"/>
                    <a:pt x="4857" y="9019"/>
                  </a:cubicBezTo>
                  <a:cubicBezTo>
                    <a:pt x="4857" y="9200"/>
                    <a:pt x="4705" y="9349"/>
                    <a:pt x="4524" y="9349"/>
                  </a:cubicBezTo>
                  <a:cubicBezTo>
                    <a:pt x="4315" y="9349"/>
                    <a:pt x="4163" y="9200"/>
                    <a:pt x="4163" y="9019"/>
                  </a:cubicBezTo>
                  <a:cubicBezTo>
                    <a:pt x="4163" y="8806"/>
                    <a:pt x="4315" y="8657"/>
                    <a:pt x="4524" y="8657"/>
                  </a:cubicBezTo>
                  <a:close/>
                  <a:moveTo>
                    <a:pt x="966" y="11250"/>
                  </a:moveTo>
                  <a:cubicBezTo>
                    <a:pt x="1147" y="11250"/>
                    <a:pt x="1299" y="11400"/>
                    <a:pt x="1299" y="11581"/>
                  </a:cubicBezTo>
                  <a:cubicBezTo>
                    <a:pt x="1299" y="11762"/>
                    <a:pt x="1147" y="11914"/>
                    <a:pt x="966" y="11914"/>
                  </a:cubicBezTo>
                  <a:cubicBezTo>
                    <a:pt x="756" y="11914"/>
                    <a:pt x="604" y="11762"/>
                    <a:pt x="604" y="11581"/>
                  </a:cubicBezTo>
                  <a:cubicBezTo>
                    <a:pt x="604" y="11400"/>
                    <a:pt x="756" y="11250"/>
                    <a:pt x="966" y="11250"/>
                  </a:cubicBezTo>
                  <a:close/>
                  <a:moveTo>
                    <a:pt x="19663" y="11250"/>
                  </a:moveTo>
                  <a:cubicBezTo>
                    <a:pt x="19844" y="11250"/>
                    <a:pt x="19996" y="11400"/>
                    <a:pt x="19996" y="11581"/>
                  </a:cubicBezTo>
                  <a:cubicBezTo>
                    <a:pt x="19996" y="11762"/>
                    <a:pt x="19844" y="11914"/>
                    <a:pt x="19663" y="11914"/>
                  </a:cubicBezTo>
                  <a:cubicBezTo>
                    <a:pt x="19453" y="11914"/>
                    <a:pt x="19301" y="11762"/>
                    <a:pt x="19301" y="11581"/>
                  </a:cubicBezTo>
                  <a:cubicBezTo>
                    <a:pt x="19301" y="11400"/>
                    <a:pt x="19453" y="11250"/>
                    <a:pt x="19663" y="11250"/>
                  </a:cubicBezTo>
                  <a:close/>
                  <a:moveTo>
                    <a:pt x="7330" y="9320"/>
                  </a:moveTo>
                  <a:cubicBezTo>
                    <a:pt x="6606" y="10044"/>
                    <a:pt x="6153" y="11098"/>
                    <a:pt x="6153" y="12244"/>
                  </a:cubicBezTo>
                  <a:cubicBezTo>
                    <a:pt x="6153" y="13390"/>
                    <a:pt x="6606" y="14386"/>
                    <a:pt x="7330" y="15171"/>
                  </a:cubicBezTo>
                  <a:lnTo>
                    <a:pt x="2233" y="15171"/>
                  </a:lnTo>
                  <a:lnTo>
                    <a:pt x="2233" y="9320"/>
                  </a:lnTo>
                  <a:lnTo>
                    <a:pt x="3620" y="9320"/>
                  </a:lnTo>
                  <a:cubicBezTo>
                    <a:pt x="3740" y="9682"/>
                    <a:pt x="4102" y="9984"/>
                    <a:pt x="4524" y="9984"/>
                  </a:cubicBezTo>
                  <a:cubicBezTo>
                    <a:pt x="4918" y="9984"/>
                    <a:pt x="5280" y="9682"/>
                    <a:pt x="5400" y="9320"/>
                  </a:cubicBezTo>
                  <a:close/>
                  <a:moveTo>
                    <a:pt x="18336" y="9320"/>
                  </a:moveTo>
                  <a:lnTo>
                    <a:pt x="18336" y="15171"/>
                  </a:lnTo>
                  <a:lnTo>
                    <a:pt x="13270" y="15171"/>
                  </a:lnTo>
                  <a:cubicBezTo>
                    <a:pt x="13994" y="14386"/>
                    <a:pt x="14476" y="13390"/>
                    <a:pt x="14476" y="12244"/>
                  </a:cubicBezTo>
                  <a:cubicBezTo>
                    <a:pt x="14476" y="11098"/>
                    <a:pt x="13994" y="10044"/>
                    <a:pt x="13270" y="9320"/>
                  </a:cubicBezTo>
                  <a:close/>
                  <a:moveTo>
                    <a:pt x="10315" y="8657"/>
                  </a:moveTo>
                  <a:cubicBezTo>
                    <a:pt x="12276" y="8657"/>
                    <a:pt x="13873" y="10254"/>
                    <a:pt x="13873" y="12215"/>
                  </a:cubicBezTo>
                  <a:cubicBezTo>
                    <a:pt x="13873" y="14174"/>
                    <a:pt x="12276" y="15774"/>
                    <a:pt x="10315" y="15774"/>
                  </a:cubicBezTo>
                  <a:cubicBezTo>
                    <a:pt x="8356" y="15774"/>
                    <a:pt x="6756" y="14174"/>
                    <a:pt x="6756" y="12215"/>
                  </a:cubicBezTo>
                  <a:cubicBezTo>
                    <a:pt x="6756" y="10254"/>
                    <a:pt x="8356" y="8657"/>
                    <a:pt x="10315" y="8657"/>
                  </a:cubicBezTo>
                  <a:close/>
                  <a:moveTo>
                    <a:pt x="19996" y="1"/>
                  </a:moveTo>
                  <a:lnTo>
                    <a:pt x="19996" y="10707"/>
                  </a:lnTo>
                  <a:cubicBezTo>
                    <a:pt x="19876" y="10647"/>
                    <a:pt x="19755" y="10647"/>
                    <a:pt x="19634" y="10647"/>
                  </a:cubicBezTo>
                  <a:cubicBezTo>
                    <a:pt x="19362" y="10647"/>
                    <a:pt x="19152" y="10736"/>
                    <a:pt x="18939" y="10917"/>
                  </a:cubicBezTo>
                  <a:lnTo>
                    <a:pt x="18939" y="6787"/>
                  </a:lnTo>
                  <a:lnTo>
                    <a:pt x="13724" y="6787"/>
                  </a:lnTo>
                  <a:lnTo>
                    <a:pt x="13089" y="4857"/>
                  </a:lnTo>
                  <a:lnTo>
                    <a:pt x="7511" y="4857"/>
                  </a:lnTo>
                  <a:lnTo>
                    <a:pt x="6877" y="6787"/>
                  </a:lnTo>
                  <a:lnTo>
                    <a:pt x="6093" y="6787"/>
                  </a:lnTo>
                  <a:lnTo>
                    <a:pt x="6093" y="5520"/>
                  </a:lnTo>
                  <a:lnTo>
                    <a:pt x="2896" y="5520"/>
                  </a:lnTo>
                  <a:lnTo>
                    <a:pt x="2896" y="6787"/>
                  </a:lnTo>
                  <a:lnTo>
                    <a:pt x="1629" y="6787"/>
                  </a:lnTo>
                  <a:lnTo>
                    <a:pt x="1629" y="10917"/>
                  </a:lnTo>
                  <a:cubicBezTo>
                    <a:pt x="1448" y="10736"/>
                    <a:pt x="1207" y="10647"/>
                    <a:pt x="937" y="10647"/>
                  </a:cubicBezTo>
                  <a:cubicBezTo>
                    <a:pt x="423" y="10647"/>
                    <a:pt x="1" y="11069"/>
                    <a:pt x="1" y="11581"/>
                  </a:cubicBezTo>
                  <a:cubicBezTo>
                    <a:pt x="1" y="12095"/>
                    <a:pt x="423" y="12517"/>
                    <a:pt x="937" y="12517"/>
                  </a:cubicBezTo>
                  <a:cubicBezTo>
                    <a:pt x="1207" y="12517"/>
                    <a:pt x="1448" y="12425"/>
                    <a:pt x="1629" y="12244"/>
                  </a:cubicBezTo>
                  <a:lnTo>
                    <a:pt x="1629" y="17704"/>
                  </a:lnTo>
                  <a:lnTo>
                    <a:pt x="15441" y="17704"/>
                  </a:lnTo>
                  <a:lnTo>
                    <a:pt x="15441" y="17101"/>
                  </a:lnTo>
                  <a:lnTo>
                    <a:pt x="2233" y="17101"/>
                  </a:lnTo>
                  <a:lnTo>
                    <a:pt x="2233" y="15774"/>
                  </a:lnTo>
                  <a:lnTo>
                    <a:pt x="8054" y="15774"/>
                  </a:lnTo>
                  <a:lnTo>
                    <a:pt x="8054" y="15742"/>
                  </a:lnTo>
                  <a:cubicBezTo>
                    <a:pt x="8746" y="16136"/>
                    <a:pt x="9470" y="16377"/>
                    <a:pt x="10286" y="16377"/>
                  </a:cubicBezTo>
                  <a:cubicBezTo>
                    <a:pt x="11099" y="16377"/>
                    <a:pt x="11883" y="16136"/>
                    <a:pt x="12517" y="15742"/>
                  </a:cubicBezTo>
                  <a:lnTo>
                    <a:pt x="12517" y="15774"/>
                  </a:lnTo>
                  <a:lnTo>
                    <a:pt x="18336" y="15774"/>
                  </a:lnTo>
                  <a:lnTo>
                    <a:pt x="18336" y="17101"/>
                  </a:lnTo>
                  <a:lnTo>
                    <a:pt x="16739" y="17101"/>
                  </a:lnTo>
                  <a:lnTo>
                    <a:pt x="16739" y="17704"/>
                  </a:lnTo>
                  <a:lnTo>
                    <a:pt x="18939" y="17704"/>
                  </a:lnTo>
                  <a:lnTo>
                    <a:pt x="18939" y="12244"/>
                  </a:lnTo>
                  <a:cubicBezTo>
                    <a:pt x="19152" y="12425"/>
                    <a:pt x="19362" y="12517"/>
                    <a:pt x="19634" y="12517"/>
                  </a:cubicBezTo>
                  <a:cubicBezTo>
                    <a:pt x="20146" y="12517"/>
                    <a:pt x="20599" y="12095"/>
                    <a:pt x="20599" y="11581"/>
                  </a:cubicBezTo>
                  <a:lnTo>
                    <a:pt x="2059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67"/>
            <p:cNvSpPr/>
            <p:nvPr/>
          </p:nvSpPr>
          <p:spPr>
            <a:xfrm>
              <a:off x="4151945" y="1413436"/>
              <a:ext cx="137424" cy="137424"/>
            </a:xfrm>
            <a:custGeom>
              <a:avLst/>
              <a:gdLst/>
              <a:ahLst/>
              <a:cxnLst/>
              <a:rect l="l" t="t" r="r" b="b"/>
              <a:pathLst>
                <a:path w="5762" h="5762" extrusionOk="0">
                  <a:moveTo>
                    <a:pt x="2896" y="603"/>
                  </a:moveTo>
                  <a:cubicBezTo>
                    <a:pt x="4133" y="603"/>
                    <a:pt x="5159" y="1629"/>
                    <a:pt x="5159" y="2866"/>
                  </a:cubicBezTo>
                  <a:cubicBezTo>
                    <a:pt x="5159" y="4133"/>
                    <a:pt x="4133" y="5158"/>
                    <a:pt x="2896" y="5158"/>
                  </a:cubicBezTo>
                  <a:cubicBezTo>
                    <a:pt x="1629" y="5158"/>
                    <a:pt x="604" y="4133"/>
                    <a:pt x="604" y="2866"/>
                  </a:cubicBezTo>
                  <a:cubicBezTo>
                    <a:pt x="604" y="1629"/>
                    <a:pt x="1629" y="603"/>
                    <a:pt x="2896" y="603"/>
                  </a:cubicBezTo>
                  <a:close/>
                  <a:moveTo>
                    <a:pt x="2896" y="0"/>
                  </a:moveTo>
                  <a:cubicBezTo>
                    <a:pt x="1298" y="0"/>
                    <a:pt x="1" y="1298"/>
                    <a:pt x="1" y="2866"/>
                  </a:cubicBezTo>
                  <a:cubicBezTo>
                    <a:pt x="1" y="4463"/>
                    <a:pt x="1298" y="5761"/>
                    <a:pt x="2896" y="5761"/>
                  </a:cubicBezTo>
                  <a:cubicBezTo>
                    <a:pt x="4464" y="5761"/>
                    <a:pt x="5762" y="4463"/>
                    <a:pt x="5762" y="2866"/>
                  </a:cubicBezTo>
                  <a:cubicBezTo>
                    <a:pt x="5762" y="1298"/>
                    <a:pt x="4464" y="0"/>
                    <a:pt x="2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67"/>
            <p:cNvSpPr/>
            <p:nvPr/>
          </p:nvSpPr>
          <p:spPr>
            <a:xfrm>
              <a:off x="4351212" y="1451572"/>
              <a:ext cx="14405" cy="15097"/>
            </a:xfrm>
            <a:custGeom>
              <a:avLst/>
              <a:gdLst/>
              <a:ahLst/>
              <a:cxnLst/>
              <a:rect l="l" t="t" r="r" b="b"/>
              <a:pathLst>
                <a:path w="604" h="633" extrusionOk="0">
                  <a:moveTo>
                    <a:pt x="0" y="1"/>
                  </a:moveTo>
                  <a:lnTo>
                    <a:pt x="0" y="633"/>
                  </a:lnTo>
                  <a:lnTo>
                    <a:pt x="603" y="633"/>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67"/>
            <p:cNvSpPr/>
            <p:nvPr/>
          </p:nvSpPr>
          <p:spPr>
            <a:xfrm>
              <a:off x="4351212" y="1497602"/>
              <a:ext cx="14405" cy="15097"/>
            </a:xfrm>
            <a:custGeom>
              <a:avLst/>
              <a:gdLst/>
              <a:ahLst/>
              <a:cxnLst/>
              <a:rect l="l" t="t" r="r" b="b"/>
              <a:pathLst>
                <a:path w="604" h="633" extrusionOk="0">
                  <a:moveTo>
                    <a:pt x="0" y="1"/>
                  </a:moveTo>
                  <a:lnTo>
                    <a:pt x="0" y="633"/>
                  </a:lnTo>
                  <a:lnTo>
                    <a:pt x="603" y="633"/>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67"/>
            <p:cNvSpPr/>
            <p:nvPr/>
          </p:nvSpPr>
          <p:spPr>
            <a:xfrm>
              <a:off x="4059884" y="1573851"/>
              <a:ext cx="14405" cy="15836"/>
            </a:xfrm>
            <a:custGeom>
              <a:avLst/>
              <a:gdLst/>
              <a:ahLst/>
              <a:cxnLst/>
              <a:rect l="l" t="t" r="r" b="b"/>
              <a:pathLst>
                <a:path w="604" h="664" extrusionOk="0">
                  <a:moveTo>
                    <a:pt x="0" y="0"/>
                  </a:moveTo>
                  <a:lnTo>
                    <a:pt x="0" y="664"/>
                  </a:lnTo>
                  <a:lnTo>
                    <a:pt x="604" y="664"/>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67"/>
            <p:cNvSpPr/>
            <p:nvPr/>
          </p:nvSpPr>
          <p:spPr>
            <a:xfrm>
              <a:off x="4190773" y="1451572"/>
              <a:ext cx="60460" cy="60436"/>
            </a:xfrm>
            <a:custGeom>
              <a:avLst/>
              <a:gdLst/>
              <a:ahLst/>
              <a:cxnLst/>
              <a:rect l="l" t="t" r="r" b="b"/>
              <a:pathLst>
                <a:path w="2535" h="2534" extrusionOk="0">
                  <a:moveTo>
                    <a:pt x="1268" y="604"/>
                  </a:moveTo>
                  <a:cubicBezTo>
                    <a:pt x="1629" y="604"/>
                    <a:pt x="1931" y="905"/>
                    <a:pt x="1931" y="1267"/>
                  </a:cubicBezTo>
                  <a:cubicBezTo>
                    <a:pt x="1931" y="1629"/>
                    <a:pt x="1629" y="1931"/>
                    <a:pt x="1268" y="1931"/>
                  </a:cubicBezTo>
                  <a:cubicBezTo>
                    <a:pt x="877" y="1931"/>
                    <a:pt x="604" y="1629"/>
                    <a:pt x="604" y="1267"/>
                  </a:cubicBezTo>
                  <a:cubicBezTo>
                    <a:pt x="604" y="905"/>
                    <a:pt x="877" y="604"/>
                    <a:pt x="1268" y="604"/>
                  </a:cubicBezTo>
                  <a:close/>
                  <a:moveTo>
                    <a:pt x="1268" y="1"/>
                  </a:moveTo>
                  <a:cubicBezTo>
                    <a:pt x="544" y="1"/>
                    <a:pt x="1" y="572"/>
                    <a:pt x="1" y="1267"/>
                  </a:cubicBezTo>
                  <a:cubicBezTo>
                    <a:pt x="1" y="1960"/>
                    <a:pt x="544" y="2534"/>
                    <a:pt x="1268" y="2534"/>
                  </a:cubicBezTo>
                  <a:cubicBezTo>
                    <a:pt x="1962" y="2534"/>
                    <a:pt x="2534" y="1960"/>
                    <a:pt x="2534" y="1267"/>
                  </a:cubicBezTo>
                  <a:cubicBezTo>
                    <a:pt x="2534" y="572"/>
                    <a:pt x="1962" y="1"/>
                    <a:pt x="1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 name="Google Shape;1025;p67"/>
          <p:cNvGrpSpPr/>
          <p:nvPr/>
        </p:nvGrpSpPr>
        <p:grpSpPr>
          <a:xfrm>
            <a:off x="4677742" y="1356545"/>
            <a:ext cx="490547" cy="430874"/>
            <a:chOff x="4677742" y="1186145"/>
            <a:chExt cx="490547" cy="430874"/>
          </a:xfrm>
        </p:grpSpPr>
        <p:sp>
          <p:nvSpPr>
            <p:cNvPr id="1026" name="Google Shape;1026;p67"/>
            <p:cNvSpPr/>
            <p:nvPr/>
          </p:nvSpPr>
          <p:spPr>
            <a:xfrm>
              <a:off x="4876937" y="1541439"/>
              <a:ext cx="15169" cy="14429"/>
            </a:xfrm>
            <a:custGeom>
              <a:avLst/>
              <a:gdLst/>
              <a:ahLst/>
              <a:cxnLst/>
              <a:rect l="l" t="t" r="r" b="b"/>
              <a:pathLst>
                <a:path w="636" h="605"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67"/>
            <p:cNvSpPr/>
            <p:nvPr/>
          </p:nvSpPr>
          <p:spPr>
            <a:xfrm>
              <a:off x="4677742" y="1186145"/>
              <a:ext cx="490547" cy="430874"/>
            </a:xfrm>
            <a:custGeom>
              <a:avLst/>
              <a:gdLst/>
              <a:ahLst/>
              <a:cxnLst/>
              <a:rect l="l" t="t" r="r" b="b"/>
              <a:pathLst>
                <a:path w="20568" h="18066" extrusionOk="0">
                  <a:moveTo>
                    <a:pt x="10283" y="2715"/>
                  </a:moveTo>
                  <a:lnTo>
                    <a:pt x="11882" y="3952"/>
                  </a:lnTo>
                  <a:lnTo>
                    <a:pt x="8715" y="3952"/>
                  </a:lnTo>
                  <a:lnTo>
                    <a:pt x="10283" y="2715"/>
                  </a:lnTo>
                  <a:close/>
                  <a:moveTo>
                    <a:pt x="12635" y="4555"/>
                  </a:moveTo>
                  <a:lnTo>
                    <a:pt x="14324" y="5882"/>
                  </a:lnTo>
                  <a:lnTo>
                    <a:pt x="11520" y="5882"/>
                  </a:lnTo>
                  <a:cubicBezTo>
                    <a:pt x="11368" y="5308"/>
                    <a:pt x="10886" y="4917"/>
                    <a:pt x="10283" y="4917"/>
                  </a:cubicBezTo>
                  <a:cubicBezTo>
                    <a:pt x="9680" y="4917"/>
                    <a:pt x="9197" y="5308"/>
                    <a:pt x="9047" y="5882"/>
                  </a:cubicBezTo>
                  <a:lnTo>
                    <a:pt x="6242" y="5882"/>
                  </a:lnTo>
                  <a:lnTo>
                    <a:pt x="7930" y="4555"/>
                  </a:lnTo>
                  <a:close/>
                  <a:moveTo>
                    <a:pt x="10283" y="5489"/>
                  </a:moveTo>
                  <a:cubicBezTo>
                    <a:pt x="10645" y="5489"/>
                    <a:pt x="10946" y="5791"/>
                    <a:pt x="10946" y="6153"/>
                  </a:cubicBezTo>
                  <a:cubicBezTo>
                    <a:pt x="10946" y="6514"/>
                    <a:pt x="10645" y="6816"/>
                    <a:pt x="10283" y="6816"/>
                  </a:cubicBezTo>
                  <a:cubicBezTo>
                    <a:pt x="9921" y="6816"/>
                    <a:pt x="9619" y="6514"/>
                    <a:pt x="9619" y="6153"/>
                  </a:cubicBezTo>
                  <a:cubicBezTo>
                    <a:pt x="9619" y="5791"/>
                    <a:pt x="9921" y="5489"/>
                    <a:pt x="10283" y="5489"/>
                  </a:cubicBezTo>
                  <a:close/>
                  <a:moveTo>
                    <a:pt x="15108" y="6485"/>
                  </a:moveTo>
                  <a:lnTo>
                    <a:pt x="16797" y="7812"/>
                  </a:lnTo>
                  <a:cubicBezTo>
                    <a:pt x="16782" y="7827"/>
                    <a:pt x="16767" y="7827"/>
                    <a:pt x="16752" y="7827"/>
                  </a:cubicBezTo>
                  <a:cubicBezTo>
                    <a:pt x="16737" y="7827"/>
                    <a:pt x="16722" y="7827"/>
                    <a:pt x="16707" y="7841"/>
                  </a:cubicBezTo>
                  <a:lnTo>
                    <a:pt x="16707" y="7812"/>
                  </a:lnTo>
                  <a:lnTo>
                    <a:pt x="3860" y="7812"/>
                  </a:lnTo>
                  <a:lnTo>
                    <a:pt x="3860" y="7841"/>
                  </a:lnTo>
                  <a:cubicBezTo>
                    <a:pt x="3845" y="7827"/>
                    <a:pt x="3830" y="7827"/>
                    <a:pt x="3815" y="7827"/>
                  </a:cubicBezTo>
                  <a:cubicBezTo>
                    <a:pt x="3800" y="7827"/>
                    <a:pt x="3784" y="7827"/>
                    <a:pt x="3769" y="7812"/>
                  </a:cubicBezTo>
                  <a:lnTo>
                    <a:pt x="5489" y="6485"/>
                  </a:lnTo>
                  <a:lnTo>
                    <a:pt x="9047" y="6485"/>
                  </a:lnTo>
                  <a:cubicBezTo>
                    <a:pt x="9197" y="6997"/>
                    <a:pt x="9680" y="7450"/>
                    <a:pt x="10283" y="7450"/>
                  </a:cubicBezTo>
                  <a:cubicBezTo>
                    <a:pt x="10886" y="7450"/>
                    <a:pt x="11368" y="6997"/>
                    <a:pt x="11520" y="6485"/>
                  </a:cubicBezTo>
                  <a:close/>
                  <a:moveTo>
                    <a:pt x="9952" y="997"/>
                  </a:moveTo>
                  <a:lnTo>
                    <a:pt x="9952" y="2143"/>
                  </a:lnTo>
                  <a:lnTo>
                    <a:pt x="1569" y="8746"/>
                  </a:lnTo>
                  <a:lnTo>
                    <a:pt x="1569" y="7600"/>
                  </a:lnTo>
                  <a:lnTo>
                    <a:pt x="9952" y="997"/>
                  </a:lnTo>
                  <a:close/>
                  <a:moveTo>
                    <a:pt x="10555" y="997"/>
                  </a:moveTo>
                  <a:lnTo>
                    <a:pt x="18968" y="7600"/>
                  </a:lnTo>
                  <a:lnTo>
                    <a:pt x="18968" y="8746"/>
                  </a:lnTo>
                  <a:lnTo>
                    <a:pt x="10555" y="2143"/>
                  </a:lnTo>
                  <a:lnTo>
                    <a:pt x="10555" y="997"/>
                  </a:lnTo>
                  <a:close/>
                  <a:moveTo>
                    <a:pt x="3528" y="8384"/>
                  </a:moveTo>
                  <a:cubicBezTo>
                    <a:pt x="3889" y="8384"/>
                    <a:pt x="4191" y="8686"/>
                    <a:pt x="4191" y="9048"/>
                  </a:cubicBezTo>
                  <a:cubicBezTo>
                    <a:pt x="4191" y="9409"/>
                    <a:pt x="3889" y="9711"/>
                    <a:pt x="3528" y="9711"/>
                  </a:cubicBezTo>
                  <a:cubicBezTo>
                    <a:pt x="3166" y="9711"/>
                    <a:pt x="2864" y="9409"/>
                    <a:pt x="2864" y="9048"/>
                  </a:cubicBezTo>
                  <a:cubicBezTo>
                    <a:pt x="2864" y="8686"/>
                    <a:pt x="3166" y="8384"/>
                    <a:pt x="3528" y="8384"/>
                  </a:cubicBezTo>
                  <a:close/>
                  <a:moveTo>
                    <a:pt x="17038" y="8384"/>
                  </a:moveTo>
                  <a:cubicBezTo>
                    <a:pt x="17400" y="8384"/>
                    <a:pt x="17701" y="8686"/>
                    <a:pt x="17701" y="9048"/>
                  </a:cubicBezTo>
                  <a:cubicBezTo>
                    <a:pt x="17701" y="9409"/>
                    <a:pt x="17400" y="9711"/>
                    <a:pt x="17038" y="9711"/>
                  </a:cubicBezTo>
                  <a:cubicBezTo>
                    <a:pt x="16676" y="9711"/>
                    <a:pt x="16374" y="9409"/>
                    <a:pt x="16374" y="9048"/>
                  </a:cubicBezTo>
                  <a:cubicBezTo>
                    <a:pt x="16374" y="8686"/>
                    <a:pt x="16676" y="8384"/>
                    <a:pt x="17038" y="8384"/>
                  </a:cubicBezTo>
                  <a:close/>
                  <a:moveTo>
                    <a:pt x="3528" y="10314"/>
                  </a:moveTo>
                  <a:cubicBezTo>
                    <a:pt x="3889" y="10314"/>
                    <a:pt x="4191" y="10616"/>
                    <a:pt x="4191" y="10978"/>
                  </a:cubicBezTo>
                  <a:cubicBezTo>
                    <a:pt x="4191" y="11340"/>
                    <a:pt x="3889" y="11641"/>
                    <a:pt x="3528" y="11641"/>
                  </a:cubicBezTo>
                  <a:cubicBezTo>
                    <a:pt x="3166" y="11641"/>
                    <a:pt x="2864" y="11340"/>
                    <a:pt x="2864" y="10978"/>
                  </a:cubicBezTo>
                  <a:cubicBezTo>
                    <a:pt x="2864" y="10616"/>
                    <a:pt x="3166" y="10314"/>
                    <a:pt x="3528" y="10314"/>
                  </a:cubicBezTo>
                  <a:close/>
                  <a:moveTo>
                    <a:pt x="17038" y="10314"/>
                  </a:moveTo>
                  <a:cubicBezTo>
                    <a:pt x="17400" y="10314"/>
                    <a:pt x="17701" y="10616"/>
                    <a:pt x="17701" y="10978"/>
                  </a:cubicBezTo>
                  <a:cubicBezTo>
                    <a:pt x="17701" y="11340"/>
                    <a:pt x="17400" y="11641"/>
                    <a:pt x="17038" y="11641"/>
                  </a:cubicBezTo>
                  <a:cubicBezTo>
                    <a:pt x="16676" y="11641"/>
                    <a:pt x="16374" y="11340"/>
                    <a:pt x="16374" y="10978"/>
                  </a:cubicBezTo>
                  <a:cubicBezTo>
                    <a:pt x="16374" y="10616"/>
                    <a:pt x="16676" y="10314"/>
                    <a:pt x="17038" y="10314"/>
                  </a:cubicBezTo>
                  <a:close/>
                  <a:moveTo>
                    <a:pt x="15952" y="8416"/>
                  </a:moveTo>
                  <a:cubicBezTo>
                    <a:pt x="15832" y="8565"/>
                    <a:pt x="15771" y="8838"/>
                    <a:pt x="15771" y="9079"/>
                  </a:cubicBezTo>
                  <a:cubicBezTo>
                    <a:pt x="15771" y="9320"/>
                    <a:pt x="15832" y="9530"/>
                    <a:pt x="15952" y="9742"/>
                  </a:cubicBezTo>
                  <a:lnTo>
                    <a:pt x="7057" y="9742"/>
                  </a:lnTo>
                  <a:lnTo>
                    <a:pt x="7057" y="10346"/>
                  </a:lnTo>
                  <a:lnTo>
                    <a:pt x="15952" y="10346"/>
                  </a:lnTo>
                  <a:cubicBezTo>
                    <a:pt x="15832" y="10495"/>
                    <a:pt x="15771" y="10768"/>
                    <a:pt x="15771" y="11009"/>
                  </a:cubicBezTo>
                  <a:cubicBezTo>
                    <a:pt x="15771" y="11250"/>
                    <a:pt x="15832" y="11460"/>
                    <a:pt x="15952" y="11672"/>
                  </a:cubicBezTo>
                  <a:lnTo>
                    <a:pt x="4613" y="11672"/>
                  </a:lnTo>
                  <a:cubicBezTo>
                    <a:pt x="4734" y="11460"/>
                    <a:pt x="4794" y="11250"/>
                    <a:pt x="4794" y="11009"/>
                  </a:cubicBezTo>
                  <a:cubicBezTo>
                    <a:pt x="4794" y="10768"/>
                    <a:pt x="4734" y="10495"/>
                    <a:pt x="4613" y="10346"/>
                  </a:cubicBezTo>
                  <a:lnTo>
                    <a:pt x="5791" y="10346"/>
                  </a:lnTo>
                  <a:lnTo>
                    <a:pt x="5791" y="9742"/>
                  </a:lnTo>
                  <a:lnTo>
                    <a:pt x="4613" y="9742"/>
                  </a:lnTo>
                  <a:cubicBezTo>
                    <a:pt x="4734" y="9530"/>
                    <a:pt x="4794" y="9320"/>
                    <a:pt x="4794" y="9079"/>
                  </a:cubicBezTo>
                  <a:cubicBezTo>
                    <a:pt x="4794" y="8838"/>
                    <a:pt x="4734" y="8565"/>
                    <a:pt x="4613" y="8416"/>
                  </a:cubicBezTo>
                  <a:close/>
                  <a:moveTo>
                    <a:pt x="3528" y="12244"/>
                  </a:moveTo>
                  <a:cubicBezTo>
                    <a:pt x="3889" y="12244"/>
                    <a:pt x="4191" y="12546"/>
                    <a:pt x="4191" y="12908"/>
                  </a:cubicBezTo>
                  <a:cubicBezTo>
                    <a:pt x="4191" y="13270"/>
                    <a:pt x="3889" y="13571"/>
                    <a:pt x="3528" y="13571"/>
                  </a:cubicBezTo>
                  <a:cubicBezTo>
                    <a:pt x="3166" y="13571"/>
                    <a:pt x="2864" y="13270"/>
                    <a:pt x="2864" y="12908"/>
                  </a:cubicBezTo>
                  <a:cubicBezTo>
                    <a:pt x="2864" y="12546"/>
                    <a:pt x="3166" y="12244"/>
                    <a:pt x="3528" y="12244"/>
                  </a:cubicBezTo>
                  <a:close/>
                  <a:moveTo>
                    <a:pt x="17038" y="12244"/>
                  </a:moveTo>
                  <a:cubicBezTo>
                    <a:pt x="17400" y="12244"/>
                    <a:pt x="17701" y="12546"/>
                    <a:pt x="17701" y="12908"/>
                  </a:cubicBezTo>
                  <a:cubicBezTo>
                    <a:pt x="17701" y="13270"/>
                    <a:pt x="17400" y="13571"/>
                    <a:pt x="17038" y="13571"/>
                  </a:cubicBezTo>
                  <a:cubicBezTo>
                    <a:pt x="16676" y="13571"/>
                    <a:pt x="16374" y="13270"/>
                    <a:pt x="16374" y="12908"/>
                  </a:cubicBezTo>
                  <a:cubicBezTo>
                    <a:pt x="16374" y="12546"/>
                    <a:pt x="16676" y="12244"/>
                    <a:pt x="17038" y="12244"/>
                  </a:cubicBezTo>
                  <a:close/>
                  <a:moveTo>
                    <a:pt x="5458" y="12276"/>
                  </a:moveTo>
                  <a:lnTo>
                    <a:pt x="5458" y="13602"/>
                  </a:lnTo>
                  <a:lnTo>
                    <a:pt x="4613" y="13602"/>
                  </a:lnTo>
                  <a:cubicBezTo>
                    <a:pt x="4734" y="13390"/>
                    <a:pt x="4794" y="13180"/>
                    <a:pt x="4794" y="12939"/>
                  </a:cubicBezTo>
                  <a:cubicBezTo>
                    <a:pt x="4794" y="12698"/>
                    <a:pt x="4734" y="12425"/>
                    <a:pt x="4613" y="12276"/>
                  </a:cubicBezTo>
                  <a:close/>
                  <a:moveTo>
                    <a:pt x="10616" y="12276"/>
                  </a:moveTo>
                  <a:lnTo>
                    <a:pt x="10616" y="13602"/>
                  </a:lnTo>
                  <a:lnTo>
                    <a:pt x="9921" y="13602"/>
                  </a:lnTo>
                  <a:lnTo>
                    <a:pt x="9921" y="12276"/>
                  </a:lnTo>
                  <a:close/>
                  <a:moveTo>
                    <a:pt x="15952" y="12276"/>
                  </a:moveTo>
                  <a:cubicBezTo>
                    <a:pt x="15832" y="12425"/>
                    <a:pt x="15771" y="12698"/>
                    <a:pt x="15771" y="12939"/>
                  </a:cubicBezTo>
                  <a:cubicBezTo>
                    <a:pt x="15771" y="13180"/>
                    <a:pt x="15832" y="13390"/>
                    <a:pt x="15952" y="13602"/>
                  </a:cubicBezTo>
                  <a:lnTo>
                    <a:pt x="15079" y="13602"/>
                  </a:lnTo>
                  <a:lnTo>
                    <a:pt x="15079" y="12276"/>
                  </a:lnTo>
                  <a:close/>
                  <a:moveTo>
                    <a:pt x="12546" y="12276"/>
                  </a:moveTo>
                  <a:lnTo>
                    <a:pt x="12546" y="14235"/>
                  </a:lnTo>
                  <a:lnTo>
                    <a:pt x="11219" y="14235"/>
                  </a:lnTo>
                  <a:lnTo>
                    <a:pt x="11219" y="12276"/>
                  </a:lnTo>
                  <a:close/>
                  <a:moveTo>
                    <a:pt x="14476" y="12276"/>
                  </a:moveTo>
                  <a:lnTo>
                    <a:pt x="14476" y="14235"/>
                  </a:lnTo>
                  <a:lnTo>
                    <a:pt x="13149" y="14235"/>
                  </a:lnTo>
                  <a:lnTo>
                    <a:pt x="13149" y="12276"/>
                  </a:lnTo>
                  <a:close/>
                  <a:moveTo>
                    <a:pt x="3528" y="14174"/>
                  </a:moveTo>
                  <a:cubicBezTo>
                    <a:pt x="3889" y="14174"/>
                    <a:pt x="4191" y="14476"/>
                    <a:pt x="4191" y="14838"/>
                  </a:cubicBezTo>
                  <a:cubicBezTo>
                    <a:pt x="4191" y="15200"/>
                    <a:pt x="3889" y="15501"/>
                    <a:pt x="3528" y="15501"/>
                  </a:cubicBezTo>
                  <a:cubicBezTo>
                    <a:pt x="3166" y="15501"/>
                    <a:pt x="2864" y="15200"/>
                    <a:pt x="2864" y="14838"/>
                  </a:cubicBezTo>
                  <a:cubicBezTo>
                    <a:pt x="2864" y="14476"/>
                    <a:pt x="3166" y="14174"/>
                    <a:pt x="3528" y="14174"/>
                  </a:cubicBezTo>
                  <a:close/>
                  <a:moveTo>
                    <a:pt x="17038" y="14174"/>
                  </a:moveTo>
                  <a:cubicBezTo>
                    <a:pt x="17400" y="14174"/>
                    <a:pt x="17701" y="14476"/>
                    <a:pt x="17701" y="14838"/>
                  </a:cubicBezTo>
                  <a:cubicBezTo>
                    <a:pt x="17701" y="15200"/>
                    <a:pt x="17400" y="15501"/>
                    <a:pt x="17038" y="15501"/>
                  </a:cubicBezTo>
                  <a:cubicBezTo>
                    <a:pt x="16676" y="15501"/>
                    <a:pt x="16374" y="15200"/>
                    <a:pt x="16374" y="14838"/>
                  </a:cubicBezTo>
                  <a:cubicBezTo>
                    <a:pt x="16374" y="14476"/>
                    <a:pt x="16676" y="14174"/>
                    <a:pt x="17038" y="14174"/>
                  </a:cubicBezTo>
                  <a:close/>
                  <a:moveTo>
                    <a:pt x="5458" y="14206"/>
                  </a:moveTo>
                  <a:lnTo>
                    <a:pt x="5458" y="15532"/>
                  </a:lnTo>
                  <a:lnTo>
                    <a:pt x="4613" y="15532"/>
                  </a:lnTo>
                  <a:cubicBezTo>
                    <a:pt x="4734" y="15320"/>
                    <a:pt x="4794" y="15110"/>
                    <a:pt x="4794" y="14869"/>
                  </a:cubicBezTo>
                  <a:cubicBezTo>
                    <a:pt x="4794" y="14628"/>
                    <a:pt x="4734" y="14355"/>
                    <a:pt x="4613" y="14206"/>
                  </a:cubicBezTo>
                  <a:close/>
                  <a:moveTo>
                    <a:pt x="3528" y="16104"/>
                  </a:moveTo>
                  <a:cubicBezTo>
                    <a:pt x="3889" y="16104"/>
                    <a:pt x="4191" y="16406"/>
                    <a:pt x="4191" y="16768"/>
                  </a:cubicBezTo>
                  <a:cubicBezTo>
                    <a:pt x="4191" y="17130"/>
                    <a:pt x="3889" y="17431"/>
                    <a:pt x="3528" y="17431"/>
                  </a:cubicBezTo>
                  <a:cubicBezTo>
                    <a:pt x="3166" y="17431"/>
                    <a:pt x="2864" y="17130"/>
                    <a:pt x="2864" y="16768"/>
                  </a:cubicBezTo>
                  <a:cubicBezTo>
                    <a:pt x="2864" y="16406"/>
                    <a:pt x="3166" y="16104"/>
                    <a:pt x="3528" y="16104"/>
                  </a:cubicBezTo>
                  <a:close/>
                  <a:moveTo>
                    <a:pt x="17038" y="16104"/>
                  </a:moveTo>
                  <a:cubicBezTo>
                    <a:pt x="17400" y="16104"/>
                    <a:pt x="17701" y="16406"/>
                    <a:pt x="17701" y="16768"/>
                  </a:cubicBezTo>
                  <a:cubicBezTo>
                    <a:pt x="17701" y="17130"/>
                    <a:pt x="17400" y="17431"/>
                    <a:pt x="17038" y="17431"/>
                  </a:cubicBezTo>
                  <a:cubicBezTo>
                    <a:pt x="16676" y="17431"/>
                    <a:pt x="16374" y="17130"/>
                    <a:pt x="16374" y="16768"/>
                  </a:cubicBezTo>
                  <a:cubicBezTo>
                    <a:pt x="16374" y="16406"/>
                    <a:pt x="16676" y="16104"/>
                    <a:pt x="17038" y="16104"/>
                  </a:cubicBezTo>
                  <a:close/>
                  <a:moveTo>
                    <a:pt x="5458" y="16136"/>
                  </a:moveTo>
                  <a:lnTo>
                    <a:pt x="5458" y="17463"/>
                  </a:lnTo>
                  <a:lnTo>
                    <a:pt x="4613" y="17463"/>
                  </a:lnTo>
                  <a:cubicBezTo>
                    <a:pt x="4734" y="17250"/>
                    <a:pt x="4794" y="17040"/>
                    <a:pt x="4794" y="16799"/>
                  </a:cubicBezTo>
                  <a:cubicBezTo>
                    <a:pt x="4794" y="16558"/>
                    <a:pt x="4734" y="16285"/>
                    <a:pt x="4613" y="16136"/>
                  </a:cubicBezTo>
                  <a:close/>
                  <a:moveTo>
                    <a:pt x="9318" y="12276"/>
                  </a:moveTo>
                  <a:lnTo>
                    <a:pt x="9318" y="17463"/>
                  </a:lnTo>
                  <a:lnTo>
                    <a:pt x="6061" y="17463"/>
                  </a:lnTo>
                  <a:lnTo>
                    <a:pt x="6061" y="12276"/>
                  </a:lnTo>
                  <a:close/>
                  <a:moveTo>
                    <a:pt x="15952" y="14206"/>
                  </a:moveTo>
                  <a:cubicBezTo>
                    <a:pt x="15832" y="14355"/>
                    <a:pt x="15771" y="14628"/>
                    <a:pt x="15771" y="14869"/>
                  </a:cubicBezTo>
                  <a:cubicBezTo>
                    <a:pt x="15771" y="15231"/>
                    <a:pt x="15952" y="15593"/>
                    <a:pt x="16225" y="15803"/>
                  </a:cubicBezTo>
                  <a:cubicBezTo>
                    <a:pt x="15952" y="16044"/>
                    <a:pt x="15771" y="16406"/>
                    <a:pt x="15771" y="16799"/>
                  </a:cubicBezTo>
                  <a:cubicBezTo>
                    <a:pt x="15771" y="17040"/>
                    <a:pt x="15832" y="17250"/>
                    <a:pt x="15952" y="17463"/>
                  </a:cubicBezTo>
                  <a:lnTo>
                    <a:pt x="9921" y="17463"/>
                  </a:lnTo>
                  <a:lnTo>
                    <a:pt x="9921" y="16136"/>
                  </a:lnTo>
                  <a:lnTo>
                    <a:pt x="14777" y="16136"/>
                  </a:lnTo>
                  <a:lnTo>
                    <a:pt x="14777" y="15532"/>
                  </a:lnTo>
                  <a:lnTo>
                    <a:pt x="9921" y="15532"/>
                  </a:lnTo>
                  <a:lnTo>
                    <a:pt x="9921" y="14206"/>
                  </a:lnTo>
                  <a:lnTo>
                    <a:pt x="10616" y="14206"/>
                  </a:lnTo>
                  <a:lnTo>
                    <a:pt x="10616" y="14838"/>
                  </a:lnTo>
                  <a:lnTo>
                    <a:pt x="15079" y="14838"/>
                  </a:lnTo>
                  <a:lnTo>
                    <a:pt x="15079" y="14206"/>
                  </a:lnTo>
                  <a:close/>
                  <a:moveTo>
                    <a:pt x="10254" y="1"/>
                  </a:moveTo>
                  <a:lnTo>
                    <a:pt x="965" y="7299"/>
                  </a:lnTo>
                  <a:lnTo>
                    <a:pt x="965" y="10013"/>
                  </a:lnTo>
                  <a:lnTo>
                    <a:pt x="2261" y="8987"/>
                  </a:lnTo>
                  <a:lnTo>
                    <a:pt x="2261" y="9048"/>
                  </a:lnTo>
                  <a:cubicBezTo>
                    <a:pt x="2261" y="9441"/>
                    <a:pt x="2442" y="9803"/>
                    <a:pt x="2715" y="10013"/>
                  </a:cubicBezTo>
                  <a:cubicBezTo>
                    <a:pt x="2442" y="10254"/>
                    <a:pt x="2261" y="10616"/>
                    <a:pt x="2261" y="10978"/>
                  </a:cubicBezTo>
                  <a:cubicBezTo>
                    <a:pt x="2261" y="11371"/>
                    <a:pt x="2442" y="11733"/>
                    <a:pt x="2715" y="11943"/>
                  </a:cubicBezTo>
                  <a:cubicBezTo>
                    <a:pt x="2442" y="12184"/>
                    <a:pt x="2261" y="12546"/>
                    <a:pt x="2261" y="12908"/>
                  </a:cubicBezTo>
                  <a:cubicBezTo>
                    <a:pt x="2261" y="13301"/>
                    <a:pt x="2442" y="13663"/>
                    <a:pt x="2715" y="13873"/>
                  </a:cubicBezTo>
                  <a:cubicBezTo>
                    <a:pt x="2442" y="14114"/>
                    <a:pt x="2261" y="14476"/>
                    <a:pt x="2261" y="14838"/>
                  </a:cubicBezTo>
                  <a:cubicBezTo>
                    <a:pt x="2261" y="15231"/>
                    <a:pt x="2442" y="15593"/>
                    <a:pt x="2715" y="15803"/>
                  </a:cubicBezTo>
                  <a:cubicBezTo>
                    <a:pt x="2442" y="16044"/>
                    <a:pt x="2261" y="16406"/>
                    <a:pt x="2261" y="16799"/>
                  </a:cubicBezTo>
                  <a:cubicBezTo>
                    <a:pt x="2261" y="17040"/>
                    <a:pt x="2321" y="17250"/>
                    <a:pt x="2442" y="17463"/>
                  </a:cubicBezTo>
                  <a:lnTo>
                    <a:pt x="0" y="17463"/>
                  </a:lnTo>
                  <a:lnTo>
                    <a:pt x="0" y="18066"/>
                  </a:lnTo>
                  <a:lnTo>
                    <a:pt x="20567" y="18066"/>
                  </a:lnTo>
                  <a:lnTo>
                    <a:pt x="20567" y="17463"/>
                  </a:lnTo>
                  <a:lnTo>
                    <a:pt x="18124" y="17463"/>
                  </a:lnTo>
                  <a:cubicBezTo>
                    <a:pt x="18244" y="17250"/>
                    <a:pt x="18304" y="17040"/>
                    <a:pt x="18304" y="16799"/>
                  </a:cubicBezTo>
                  <a:cubicBezTo>
                    <a:pt x="18304" y="16406"/>
                    <a:pt x="18124" y="16044"/>
                    <a:pt x="17853" y="15803"/>
                  </a:cubicBezTo>
                  <a:cubicBezTo>
                    <a:pt x="18124" y="15593"/>
                    <a:pt x="18304" y="15231"/>
                    <a:pt x="18304" y="14838"/>
                  </a:cubicBezTo>
                  <a:cubicBezTo>
                    <a:pt x="18304" y="14476"/>
                    <a:pt x="18124" y="14114"/>
                    <a:pt x="17853" y="13873"/>
                  </a:cubicBezTo>
                  <a:cubicBezTo>
                    <a:pt x="18124" y="13663"/>
                    <a:pt x="18304" y="13301"/>
                    <a:pt x="18304" y="12908"/>
                  </a:cubicBezTo>
                  <a:cubicBezTo>
                    <a:pt x="18304" y="12546"/>
                    <a:pt x="18124" y="12184"/>
                    <a:pt x="17853" y="11943"/>
                  </a:cubicBezTo>
                  <a:cubicBezTo>
                    <a:pt x="18124" y="11733"/>
                    <a:pt x="18304" y="11371"/>
                    <a:pt x="18304" y="10978"/>
                  </a:cubicBezTo>
                  <a:cubicBezTo>
                    <a:pt x="18304" y="10616"/>
                    <a:pt x="18124" y="10254"/>
                    <a:pt x="17853" y="10013"/>
                  </a:cubicBezTo>
                  <a:cubicBezTo>
                    <a:pt x="18124" y="9803"/>
                    <a:pt x="18304" y="9441"/>
                    <a:pt x="18304" y="9048"/>
                  </a:cubicBezTo>
                  <a:lnTo>
                    <a:pt x="18304" y="8987"/>
                  </a:lnTo>
                  <a:lnTo>
                    <a:pt x="19571" y="10013"/>
                  </a:lnTo>
                  <a:lnTo>
                    <a:pt x="19571" y="7299"/>
                  </a:lnTo>
                  <a:lnTo>
                    <a:pt x="1025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67"/>
            <p:cNvSpPr/>
            <p:nvPr/>
          </p:nvSpPr>
          <p:spPr>
            <a:xfrm>
              <a:off x="5015029" y="1395477"/>
              <a:ext cx="15169" cy="14405"/>
            </a:xfrm>
            <a:custGeom>
              <a:avLst/>
              <a:gdLst/>
              <a:ahLst/>
              <a:cxnLst/>
              <a:rect l="l" t="t" r="r" b="b"/>
              <a:pathLst>
                <a:path w="636" h="604" extrusionOk="0">
                  <a:moveTo>
                    <a:pt x="1" y="0"/>
                  </a:moveTo>
                  <a:lnTo>
                    <a:pt x="1" y="604"/>
                  </a:lnTo>
                  <a:lnTo>
                    <a:pt x="635" y="60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 name="Google Shape;1029;p67"/>
          <p:cNvGrpSpPr/>
          <p:nvPr/>
        </p:nvGrpSpPr>
        <p:grpSpPr>
          <a:xfrm>
            <a:off x="5379719" y="1396136"/>
            <a:ext cx="491238" cy="351692"/>
            <a:chOff x="5379719" y="1225736"/>
            <a:chExt cx="491238" cy="351692"/>
          </a:xfrm>
        </p:grpSpPr>
        <p:sp>
          <p:nvSpPr>
            <p:cNvPr id="1030" name="Google Shape;1030;p67"/>
            <p:cNvSpPr/>
            <p:nvPr/>
          </p:nvSpPr>
          <p:spPr>
            <a:xfrm>
              <a:off x="5395555" y="1225736"/>
              <a:ext cx="475402" cy="351692"/>
            </a:xfrm>
            <a:custGeom>
              <a:avLst/>
              <a:gdLst/>
              <a:ahLst/>
              <a:cxnLst/>
              <a:rect l="l" t="t" r="r" b="b"/>
              <a:pathLst>
                <a:path w="19933" h="14746" extrusionOk="0">
                  <a:moveTo>
                    <a:pt x="12244" y="604"/>
                  </a:moveTo>
                  <a:lnTo>
                    <a:pt x="12244" y="1930"/>
                  </a:lnTo>
                  <a:lnTo>
                    <a:pt x="7057" y="1930"/>
                  </a:lnTo>
                  <a:lnTo>
                    <a:pt x="7057" y="604"/>
                  </a:lnTo>
                  <a:close/>
                  <a:moveTo>
                    <a:pt x="14174" y="1236"/>
                  </a:moveTo>
                  <a:lnTo>
                    <a:pt x="14174" y="1930"/>
                  </a:lnTo>
                  <a:lnTo>
                    <a:pt x="12847" y="1930"/>
                  </a:lnTo>
                  <a:lnTo>
                    <a:pt x="12847" y="1236"/>
                  </a:lnTo>
                  <a:close/>
                  <a:moveTo>
                    <a:pt x="14174" y="2534"/>
                  </a:moveTo>
                  <a:lnTo>
                    <a:pt x="14174" y="3197"/>
                  </a:lnTo>
                  <a:lnTo>
                    <a:pt x="12847" y="3197"/>
                  </a:lnTo>
                  <a:lnTo>
                    <a:pt x="12847" y="2534"/>
                  </a:lnTo>
                  <a:close/>
                  <a:moveTo>
                    <a:pt x="14174" y="3800"/>
                  </a:moveTo>
                  <a:lnTo>
                    <a:pt x="14174" y="4493"/>
                  </a:lnTo>
                  <a:lnTo>
                    <a:pt x="12847" y="4493"/>
                  </a:lnTo>
                  <a:lnTo>
                    <a:pt x="12847" y="3800"/>
                  </a:lnTo>
                  <a:close/>
                  <a:moveTo>
                    <a:pt x="14174" y="5096"/>
                  </a:moveTo>
                  <a:lnTo>
                    <a:pt x="14174" y="5790"/>
                  </a:lnTo>
                  <a:lnTo>
                    <a:pt x="12847" y="5790"/>
                  </a:lnTo>
                  <a:lnTo>
                    <a:pt x="12847" y="5096"/>
                  </a:lnTo>
                  <a:close/>
                  <a:moveTo>
                    <a:pt x="14174" y="6394"/>
                  </a:moveTo>
                  <a:lnTo>
                    <a:pt x="14174" y="7057"/>
                  </a:lnTo>
                  <a:lnTo>
                    <a:pt x="12847" y="7057"/>
                  </a:lnTo>
                  <a:lnTo>
                    <a:pt x="12847" y="6394"/>
                  </a:lnTo>
                  <a:close/>
                  <a:moveTo>
                    <a:pt x="7057" y="9590"/>
                  </a:moveTo>
                  <a:cubicBezTo>
                    <a:pt x="8444" y="9740"/>
                    <a:pt x="9530" y="10857"/>
                    <a:pt x="9650" y="12213"/>
                  </a:cubicBezTo>
                  <a:lnTo>
                    <a:pt x="7057" y="12213"/>
                  </a:lnTo>
                  <a:lnTo>
                    <a:pt x="7057" y="9590"/>
                  </a:lnTo>
                  <a:close/>
                  <a:moveTo>
                    <a:pt x="6454" y="0"/>
                  </a:moveTo>
                  <a:lnTo>
                    <a:pt x="6454" y="3197"/>
                  </a:lnTo>
                  <a:lnTo>
                    <a:pt x="0" y="3197"/>
                  </a:lnTo>
                  <a:lnTo>
                    <a:pt x="0" y="3800"/>
                  </a:lnTo>
                  <a:lnTo>
                    <a:pt x="6454" y="3800"/>
                  </a:lnTo>
                  <a:lnTo>
                    <a:pt x="6454" y="5127"/>
                  </a:lnTo>
                  <a:lnTo>
                    <a:pt x="3197" y="5127"/>
                  </a:lnTo>
                  <a:lnTo>
                    <a:pt x="3197" y="5730"/>
                  </a:lnTo>
                  <a:lnTo>
                    <a:pt x="8987" y="5730"/>
                  </a:lnTo>
                  <a:lnTo>
                    <a:pt x="8987" y="5127"/>
                  </a:lnTo>
                  <a:lnTo>
                    <a:pt x="7057" y="5127"/>
                  </a:lnTo>
                  <a:lnTo>
                    <a:pt x="7057" y="3800"/>
                  </a:lnTo>
                  <a:lnTo>
                    <a:pt x="7720" y="3800"/>
                  </a:lnTo>
                  <a:lnTo>
                    <a:pt x="7720" y="3197"/>
                  </a:lnTo>
                  <a:lnTo>
                    <a:pt x="7057" y="3197"/>
                  </a:lnTo>
                  <a:lnTo>
                    <a:pt x="7057" y="2534"/>
                  </a:lnTo>
                  <a:lnTo>
                    <a:pt x="12244" y="2534"/>
                  </a:lnTo>
                  <a:lnTo>
                    <a:pt x="12244" y="7057"/>
                  </a:lnTo>
                  <a:lnTo>
                    <a:pt x="10615" y="7057"/>
                  </a:lnTo>
                  <a:lnTo>
                    <a:pt x="10615" y="7660"/>
                  </a:lnTo>
                  <a:lnTo>
                    <a:pt x="16405" y="7660"/>
                  </a:lnTo>
                  <a:cubicBezTo>
                    <a:pt x="18034" y="7660"/>
                    <a:pt x="19329" y="8956"/>
                    <a:pt x="19329" y="10555"/>
                  </a:cubicBezTo>
                  <a:lnTo>
                    <a:pt x="19329" y="12213"/>
                  </a:lnTo>
                  <a:lnTo>
                    <a:pt x="10282" y="12213"/>
                  </a:lnTo>
                  <a:cubicBezTo>
                    <a:pt x="10133" y="10495"/>
                    <a:pt x="8774" y="9137"/>
                    <a:pt x="7057" y="8987"/>
                  </a:cubicBezTo>
                  <a:lnTo>
                    <a:pt x="7057" y="6695"/>
                  </a:lnTo>
                  <a:lnTo>
                    <a:pt x="6454" y="6695"/>
                  </a:lnTo>
                  <a:lnTo>
                    <a:pt x="6454" y="14746"/>
                  </a:lnTo>
                  <a:lnTo>
                    <a:pt x="10101" y="14746"/>
                  </a:lnTo>
                  <a:lnTo>
                    <a:pt x="10736" y="14114"/>
                  </a:lnTo>
                  <a:lnTo>
                    <a:pt x="11158" y="14114"/>
                  </a:lnTo>
                  <a:lnTo>
                    <a:pt x="11790" y="14746"/>
                  </a:lnTo>
                  <a:lnTo>
                    <a:pt x="16707" y="14746"/>
                  </a:lnTo>
                  <a:lnTo>
                    <a:pt x="16707" y="14143"/>
                  </a:lnTo>
                  <a:lnTo>
                    <a:pt x="12031" y="14143"/>
                  </a:lnTo>
                  <a:lnTo>
                    <a:pt x="11399" y="13511"/>
                  </a:lnTo>
                  <a:lnTo>
                    <a:pt x="10495" y="13511"/>
                  </a:lnTo>
                  <a:lnTo>
                    <a:pt x="9860" y="14143"/>
                  </a:lnTo>
                  <a:lnTo>
                    <a:pt x="7057" y="14143"/>
                  </a:lnTo>
                  <a:lnTo>
                    <a:pt x="7057" y="12816"/>
                  </a:lnTo>
                  <a:lnTo>
                    <a:pt x="19329" y="12816"/>
                  </a:lnTo>
                  <a:lnTo>
                    <a:pt x="19329" y="14143"/>
                  </a:lnTo>
                  <a:lnTo>
                    <a:pt x="18002" y="14143"/>
                  </a:lnTo>
                  <a:lnTo>
                    <a:pt x="18002" y="14746"/>
                  </a:lnTo>
                  <a:lnTo>
                    <a:pt x="19933" y="14746"/>
                  </a:lnTo>
                  <a:lnTo>
                    <a:pt x="19933" y="10555"/>
                  </a:lnTo>
                  <a:cubicBezTo>
                    <a:pt x="19933" y="8625"/>
                    <a:pt x="18364" y="7057"/>
                    <a:pt x="16405" y="7057"/>
                  </a:cubicBezTo>
                  <a:lnTo>
                    <a:pt x="14777" y="7057"/>
                  </a:lnTo>
                  <a:lnTo>
                    <a:pt x="14777" y="632"/>
                  </a:lnTo>
                  <a:lnTo>
                    <a:pt x="12847" y="632"/>
                  </a:lnTo>
                  <a:lnTo>
                    <a:pt x="128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67"/>
            <p:cNvSpPr/>
            <p:nvPr/>
          </p:nvSpPr>
          <p:spPr>
            <a:xfrm>
              <a:off x="5425749" y="1348015"/>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67"/>
            <p:cNvSpPr/>
            <p:nvPr/>
          </p:nvSpPr>
          <p:spPr>
            <a:xfrm>
              <a:off x="5379719" y="1394046"/>
              <a:ext cx="15836" cy="14405"/>
            </a:xfrm>
            <a:custGeom>
              <a:avLst/>
              <a:gdLst/>
              <a:ahLst/>
              <a:cxnLst/>
              <a:rect l="l" t="t" r="r" b="b"/>
              <a:pathLst>
                <a:path w="664"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67"/>
            <p:cNvSpPr/>
            <p:nvPr/>
          </p:nvSpPr>
          <p:spPr>
            <a:xfrm>
              <a:off x="5410629" y="1394046"/>
              <a:ext cx="107206" cy="14405"/>
            </a:xfrm>
            <a:custGeom>
              <a:avLst/>
              <a:gdLst/>
              <a:ahLst/>
              <a:cxnLst/>
              <a:rect l="l" t="t" r="r" b="b"/>
              <a:pathLst>
                <a:path w="4495" h="604" extrusionOk="0">
                  <a:moveTo>
                    <a:pt x="0" y="0"/>
                  </a:moveTo>
                  <a:lnTo>
                    <a:pt x="0" y="603"/>
                  </a:lnTo>
                  <a:lnTo>
                    <a:pt x="4495" y="603"/>
                  </a:lnTo>
                  <a:lnTo>
                    <a:pt x="449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67"/>
            <p:cNvSpPr/>
            <p:nvPr/>
          </p:nvSpPr>
          <p:spPr>
            <a:xfrm>
              <a:off x="5609871" y="1394046"/>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67"/>
            <p:cNvSpPr/>
            <p:nvPr/>
          </p:nvSpPr>
          <p:spPr>
            <a:xfrm>
              <a:off x="5579677" y="1248751"/>
              <a:ext cx="15097" cy="14405"/>
            </a:xfrm>
            <a:custGeom>
              <a:avLst/>
              <a:gdLst/>
              <a:ahLst/>
              <a:cxnLst/>
              <a:rect l="l" t="t" r="r" b="b"/>
              <a:pathLst>
                <a:path w="633" h="604" extrusionOk="0">
                  <a:moveTo>
                    <a:pt x="0" y="0"/>
                  </a:moveTo>
                  <a:lnTo>
                    <a:pt x="0" y="604"/>
                  </a:lnTo>
                  <a:lnTo>
                    <a:pt x="632" y="604"/>
                  </a:lnTo>
                  <a:lnTo>
                    <a:pt x="6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 name="Google Shape;1036;p67"/>
          <p:cNvSpPr/>
          <p:nvPr/>
        </p:nvSpPr>
        <p:spPr>
          <a:xfrm>
            <a:off x="6190285" y="1326351"/>
            <a:ext cx="274776" cy="491286"/>
          </a:xfrm>
          <a:custGeom>
            <a:avLst/>
            <a:gdLst/>
            <a:ahLst/>
            <a:cxnLst/>
            <a:rect l="l" t="t" r="r" b="b"/>
            <a:pathLst>
              <a:path w="11521" h="20599" extrusionOk="0">
                <a:moveTo>
                  <a:pt x="10285" y="1628"/>
                </a:moveTo>
                <a:lnTo>
                  <a:pt x="10285" y="4825"/>
                </a:lnTo>
                <a:cubicBezTo>
                  <a:pt x="9561" y="4675"/>
                  <a:pt x="8958" y="4012"/>
                  <a:pt x="8958" y="3228"/>
                </a:cubicBezTo>
                <a:cubicBezTo>
                  <a:pt x="8958" y="2413"/>
                  <a:pt x="9561" y="1749"/>
                  <a:pt x="10285" y="1628"/>
                </a:cubicBezTo>
                <a:close/>
                <a:moveTo>
                  <a:pt x="10285" y="5489"/>
                </a:moveTo>
                <a:lnTo>
                  <a:pt x="10285" y="8685"/>
                </a:lnTo>
                <a:cubicBezTo>
                  <a:pt x="9561" y="8536"/>
                  <a:pt x="8958" y="7872"/>
                  <a:pt x="8958" y="7088"/>
                </a:cubicBezTo>
                <a:cubicBezTo>
                  <a:pt x="8958" y="6273"/>
                  <a:pt x="9561" y="5609"/>
                  <a:pt x="10285" y="5489"/>
                </a:cubicBezTo>
                <a:close/>
                <a:moveTo>
                  <a:pt x="1600" y="10615"/>
                </a:moveTo>
                <a:cubicBezTo>
                  <a:pt x="2022" y="10615"/>
                  <a:pt x="2413" y="10888"/>
                  <a:pt x="2533" y="11310"/>
                </a:cubicBezTo>
                <a:lnTo>
                  <a:pt x="664" y="11310"/>
                </a:lnTo>
                <a:cubicBezTo>
                  <a:pt x="784" y="10888"/>
                  <a:pt x="1146" y="10615"/>
                  <a:pt x="1600" y="10615"/>
                </a:cubicBezTo>
                <a:close/>
                <a:moveTo>
                  <a:pt x="10285" y="9349"/>
                </a:moveTo>
                <a:lnTo>
                  <a:pt x="10285" y="11942"/>
                </a:lnTo>
                <a:lnTo>
                  <a:pt x="9590" y="11942"/>
                </a:lnTo>
                <a:lnTo>
                  <a:pt x="9590" y="11913"/>
                </a:lnTo>
                <a:cubicBezTo>
                  <a:pt x="9590" y="11431"/>
                  <a:pt x="9349" y="11008"/>
                  <a:pt x="8958" y="10796"/>
                </a:cubicBezTo>
                <a:cubicBezTo>
                  <a:pt x="9018" y="10072"/>
                  <a:pt x="9590" y="9469"/>
                  <a:pt x="10285" y="9349"/>
                </a:cubicBezTo>
                <a:close/>
                <a:moveTo>
                  <a:pt x="2533" y="11913"/>
                </a:moveTo>
                <a:cubicBezTo>
                  <a:pt x="2413" y="12275"/>
                  <a:pt x="2022" y="12577"/>
                  <a:pt x="1600" y="12577"/>
                </a:cubicBezTo>
                <a:cubicBezTo>
                  <a:pt x="1146" y="12577"/>
                  <a:pt x="784" y="12275"/>
                  <a:pt x="664" y="11913"/>
                </a:cubicBezTo>
                <a:close/>
                <a:moveTo>
                  <a:pt x="10285" y="12545"/>
                </a:moveTo>
                <a:lnTo>
                  <a:pt x="10285" y="13240"/>
                </a:lnTo>
                <a:lnTo>
                  <a:pt x="9590" y="13240"/>
                </a:lnTo>
                <a:lnTo>
                  <a:pt x="9590" y="12545"/>
                </a:lnTo>
                <a:close/>
                <a:moveTo>
                  <a:pt x="1600" y="13180"/>
                </a:moveTo>
                <a:cubicBezTo>
                  <a:pt x="1781" y="13180"/>
                  <a:pt x="1930" y="13329"/>
                  <a:pt x="1930" y="13510"/>
                </a:cubicBezTo>
                <a:cubicBezTo>
                  <a:pt x="1930" y="13691"/>
                  <a:pt x="1781" y="13843"/>
                  <a:pt x="1600" y="13843"/>
                </a:cubicBezTo>
                <a:cubicBezTo>
                  <a:pt x="1419" y="13843"/>
                  <a:pt x="1267" y="13691"/>
                  <a:pt x="1267" y="13510"/>
                </a:cubicBezTo>
                <a:cubicBezTo>
                  <a:pt x="1267" y="13329"/>
                  <a:pt x="1419" y="13180"/>
                  <a:pt x="1600" y="13180"/>
                </a:cubicBezTo>
                <a:close/>
                <a:moveTo>
                  <a:pt x="7390" y="13812"/>
                </a:moveTo>
                <a:cubicBezTo>
                  <a:pt x="7752" y="13812"/>
                  <a:pt x="8053" y="14113"/>
                  <a:pt x="8053" y="14475"/>
                </a:cubicBezTo>
                <a:cubicBezTo>
                  <a:pt x="8053" y="14837"/>
                  <a:pt x="7752" y="15139"/>
                  <a:pt x="7390" y="15139"/>
                </a:cubicBezTo>
                <a:cubicBezTo>
                  <a:pt x="7028" y="15139"/>
                  <a:pt x="6726" y="14837"/>
                  <a:pt x="6726" y="14475"/>
                </a:cubicBezTo>
                <a:cubicBezTo>
                  <a:pt x="6726" y="14113"/>
                  <a:pt x="7028" y="13812"/>
                  <a:pt x="7390" y="13812"/>
                </a:cubicBezTo>
                <a:close/>
                <a:moveTo>
                  <a:pt x="10917" y="15773"/>
                </a:moveTo>
                <a:lnTo>
                  <a:pt x="10917" y="19633"/>
                </a:lnTo>
                <a:cubicBezTo>
                  <a:pt x="10917" y="19843"/>
                  <a:pt x="10767" y="19995"/>
                  <a:pt x="10586" y="19995"/>
                </a:cubicBezTo>
                <a:cubicBezTo>
                  <a:pt x="10406" y="19995"/>
                  <a:pt x="10254" y="19843"/>
                  <a:pt x="10254" y="19633"/>
                </a:cubicBezTo>
                <a:lnTo>
                  <a:pt x="10254" y="15773"/>
                </a:lnTo>
                <a:close/>
                <a:moveTo>
                  <a:pt x="10285" y="0"/>
                </a:moveTo>
                <a:lnTo>
                  <a:pt x="10285" y="996"/>
                </a:lnTo>
                <a:cubicBezTo>
                  <a:pt x="7901" y="1057"/>
                  <a:pt x="5701" y="2022"/>
                  <a:pt x="4012" y="3710"/>
                </a:cubicBezTo>
                <a:cubicBezTo>
                  <a:pt x="2323" y="5399"/>
                  <a:pt x="1358" y="7631"/>
                  <a:pt x="1298" y="10012"/>
                </a:cubicBezTo>
                <a:cubicBezTo>
                  <a:pt x="574" y="10164"/>
                  <a:pt x="0" y="10796"/>
                  <a:pt x="0" y="11580"/>
                </a:cubicBezTo>
                <a:cubicBezTo>
                  <a:pt x="0" y="12183"/>
                  <a:pt x="333" y="12697"/>
                  <a:pt x="816" y="12967"/>
                </a:cubicBezTo>
                <a:cubicBezTo>
                  <a:pt x="724" y="13119"/>
                  <a:pt x="664" y="13300"/>
                  <a:pt x="664" y="13510"/>
                </a:cubicBezTo>
                <a:cubicBezTo>
                  <a:pt x="664" y="14024"/>
                  <a:pt x="1086" y="14446"/>
                  <a:pt x="1600" y="14446"/>
                </a:cubicBezTo>
                <a:cubicBezTo>
                  <a:pt x="1781" y="14446"/>
                  <a:pt x="1930" y="14596"/>
                  <a:pt x="1930" y="14808"/>
                </a:cubicBezTo>
                <a:cubicBezTo>
                  <a:pt x="1930" y="14989"/>
                  <a:pt x="1781" y="15139"/>
                  <a:pt x="1600" y="15139"/>
                </a:cubicBezTo>
                <a:cubicBezTo>
                  <a:pt x="1419" y="15139"/>
                  <a:pt x="1267" y="14989"/>
                  <a:pt x="1267" y="14808"/>
                </a:cubicBezTo>
                <a:lnTo>
                  <a:pt x="664" y="14808"/>
                </a:lnTo>
                <a:cubicBezTo>
                  <a:pt x="664" y="15320"/>
                  <a:pt x="1086" y="15742"/>
                  <a:pt x="1600" y="15742"/>
                </a:cubicBezTo>
                <a:cubicBezTo>
                  <a:pt x="2111" y="15742"/>
                  <a:pt x="2533" y="15320"/>
                  <a:pt x="2533" y="14808"/>
                </a:cubicBezTo>
                <a:cubicBezTo>
                  <a:pt x="2533" y="14536"/>
                  <a:pt x="2444" y="14326"/>
                  <a:pt x="2292" y="14145"/>
                </a:cubicBezTo>
                <a:cubicBezTo>
                  <a:pt x="2444" y="13993"/>
                  <a:pt x="2533" y="13751"/>
                  <a:pt x="2533" y="13510"/>
                </a:cubicBezTo>
                <a:cubicBezTo>
                  <a:pt x="2533" y="13300"/>
                  <a:pt x="2473" y="13119"/>
                  <a:pt x="2384" y="12967"/>
                </a:cubicBezTo>
                <a:cubicBezTo>
                  <a:pt x="2866" y="12697"/>
                  <a:pt x="3197" y="12183"/>
                  <a:pt x="3197" y="11580"/>
                </a:cubicBezTo>
                <a:cubicBezTo>
                  <a:pt x="3197" y="10796"/>
                  <a:pt x="2625" y="10164"/>
                  <a:pt x="1901" y="10012"/>
                </a:cubicBezTo>
                <a:cubicBezTo>
                  <a:pt x="1962" y="7812"/>
                  <a:pt x="2866" y="5730"/>
                  <a:pt x="4434" y="4133"/>
                </a:cubicBezTo>
                <a:cubicBezTo>
                  <a:pt x="5701" y="2895"/>
                  <a:pt x="7238" y="2082"/>
                  <a:pt x="8927" y="1749"/>
                </a:cubicBezTo>
                <a:lnTo>
                  <a:pt x="8927" y="1749"/>
                </a:lnTo>
                <a:cubicBezTo>
                  <a:pt x="8596" y="2142"/>
                  <a:pt x="8384" y="2654"/>
                  <a:pt x="8384" y="3228"/>
                </a:cubicBezTo>
                <a:cubicBezTo>
                  <a:pt x="8384" y="4041"/>
                  <a:pt x="8806" y="4765"/>
                  <a:pt x="9501" y="5158"/>
                </a:cubicBezTo>
                <a:cubicBezTo>
                  <a:pt x="8806" y="5520"/>
                  <a:pt x="8384" y="6244"/>
                  <a:pt x="8384" y="7088"/>
                </a:cubicBezTo>
                <a:cubicBezTo>
                  <a:pt x="8384" y="7901"/>
                  <a:pt x="8806" y="8625"/>
                  <a:pt x="9501" y="9018"/>
                </a:cubicBezTo>
                <a:cubicBezTo>
                  <a:pt x="8898" y="9349"/>
                  <a:pt x="8475" y="9952"/>
                  <a:pt x="8384" y="10647"/>
                </a:cubicBezTo>
                <a:lnTo>
                  <a:pt x="8355" y="10647"/>
                </a:lnTo>
                <a:cubicBezTo>
                  <a:pt x="7631" y="10647"/>
                  <a:pt x="7057" y="11189"/>
                  <a:pt x="7057" y="11913"/>
                </a:cubicBezTo>
                <a:lnTo>
                  <a:pt x="7057" y="12878"/>
                </a:lnTo>
                <a:lnTo>
                  <a:pt x="7660" y="12878"/>
                </a:lnTo>
                <a:lnTo>
                  <a:pt x="7660" y="11913"/>
                </a:lnTo>
                <a:cubicBezTo>
                  <a:pt x="7660" y="11551"/>
                  <a:pt x="7962" y="11250"/>
                  <a:pt x="8323" y="11250"/>
                </a:cubicBezTo>
                <a:cubicBezTo>
                  <a:pt x="8685" y="11250"/>
                  <a:pt x="8987" y="11551"/>
                  <a:pt x="8987" y="11913"/>
                </a:cubicBezTo>
                <a:lnTo>
                  <a:pt x="8987" y="13843"/>
                </a:lnTo>
                <a:cubicBezTo>
                  <a:pt x="8987" y="14084"/>
                  <a:pt x="8866" y="14326"/>
                  <a:pt x="8656" y="14415"/>
                </a:cubicBezTo>
                <a:cubicBezTo>
                  <a:pt x="8625" y="13751"/>
                  <a:pt x="8053" y="13209"/>
                  <a:pt x="7390" y="13209"/>
                </a:cubicBezTo>
                <a:cubicBezTo>
                  <a:pt x="6695" y="13209"/>
                  <a:pt x="6123" y="13783"/>
                  <a:pt x="6123" y="14475"/>
                </a:cubicBezTo>
                <a:cubicBezTo>
                  <a:pt x="6123" y="15170"/>
                  <a:pt x="6695" y="15742"/>
                  <a:pt x="7390" y="15742"/>
                </a:cubicBezTo>
                <a:cubicBezTo>
                  <a:pt x="7872" y="15742"/>
                  <a:pt x="8263" y="15472"/>
                  <a:pt x="8475" y="15078"/>
                </a:cubicBezTo>
                <a:cubicBezTo>
                  <a:pt x="9108" y="15018"/>
                  <a:pt x="9590" y="14475"/>
                  <a:pt x="9590" y="13843"/>
                </a:cubicBezTo>
                <a:lnTo>
                  <a:pt x="10285" y="13843"/>
                </a:lnTo>
                <a:lnTo>
                  <a:pt x="10285" y="15170"/>
                </a:lnTo>
                <a:lnTo>
                  <a:pt x="9650" y="15170"/>
                </a:lnTo>
                <a:lnTo>
                  <a:pt x="9650" y="19633"/>
                </a:lnTo>
                <a:cubicBezTo>
                  <a:pt x="9650" y="20176"/>
                  <a:pt x="10073" y="20598"/>
                  <a:pt x="10586" y="20598"/>
                </a:cubicBezTo>
                <a:cubicBezTo>
                  <a:pt x="11098" y="20598"/>
                  <a:pt x="11520" y="20176"/>
                  <a:pt x="11520" y="19633"/>
                </a:cubicBezTo>
                <a:lnTo>
                  <a:pt x="11520" y="15170"/>
                </a:lnTo>
                <a:lnTo>
                  <a:pt x="10888" y="15170"/>
                </a:lnTo>
                <a:lnTo>
                  <a:pt x="108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 name="Google Shape;1037;p67"/>
          <p:cNvGrpSpPr/>
          <p:nvPr/>
        </p:nvGrpSpPr>
        <p:grpSpPr>
          <a:xfrm>
            <a:off x="6784365" y="1396136"/>
            <a:ext cx="491310" cy="351692"/>
            <a:chOff x="6784365" y="1225736"/>
            <a:chExt cx="491310" cy="351692"/>
          </a:xfrm>
        </p:grpSpPr>
        <p:sp>
          <p:nvSpPr>
            <p:cNvPr id="1038" name="Google Shape;1038;p67"/>
            <p:cNvSpPr/>
            <p:nvPr/>
          </p:nvSpPr>
          <p:spPr>
            <a:xfrm>
              <a:off x="6961308" y="1385412"/>
              <a:ext cx="136684" cy="137352"/>
            </a:xfrm>
            <a:custGeom>
              <a:avLst/>
              <a:gdLst/>
              <a:ahLst/>
              <a:cxnLst/>
              <a:rect l="l" t="t" r="r" b="b"/>
              <a:pathLst>
                <a:path w="5731" h="5759" extrusionOk="0">
                  <a:moveTo>
                    <a:pt x="3197" y="603"/>
                  </a:moveTo>
                  <a:lnTo>
                    <a:pt x="3197" y="2533"/>
                  </a:lnTo>
                  <a:lnTo>
                    <a:pt x="5127" y="2533"/>
                  </a:lnTo>
                  <a:lnTo>
                    <a:pt x="5127" y="3226"/>
                  </a:lnTo>
                  <a:lnTo>
                    <a:pt x="3197" y="3226"/>
                  </a:lnTo>
                  <a:lnTo>
                    <a:pt x="3197" y="5156"/>
                  </a:lnTo>
                  <a:lnTo>
                    <a:pt x="2534" y="5156"/>
                  </a:lnTo>
                  <a:lnTo>
                    <a:pt x="2534" y="3226"/>
                  </a:lnTo>
                  <a:lnTo>
                    <a:pt x="604" y="3226"/>
                  </a:lnTo>
                  <a:lnTo>
                    <a:pt x="604" y="2533"/>
                  </a:lnTo>
                  <a:lnTo>
                    <a:pt x="2534" y="2533"/>
                  </a:lnTo>
                  <a:lnTo>
                    <a:pt x="2534" y="603"/>
                  </a:lnTo>
                  <a:close/>
                  <a:moveTo>
                    <a:pt x="1930" y="0"/>
                  </a:moveTo>
                  <a:lnTo>
                    <a:pt x="1930" y="1930"/>
                  </a:lnTo>
                  <a:lnTo>
                    <a:pt x="0" y="1930"/>
                  </a:lnTo>
                  <a:lnTo>
                    <a:pt x="0" y="3829"/>
                  </a:lnTo>
                  <a:lnTo>
                    <a:pt x="1930" y="3829"/>
                  </a:lnTo>
                  <a:lnTo>
                    <a:pt x="1930" y="5759"/>
                  </a:lnTo>
                  <a:lnTo>
                    <a:pt x="3800" y="5759"/>
                  </a:lnTo>
                  <a:lnTo>
                    <a:pt x="3800" y="3829"/>
                  </a:lnTo>
                  <a:lnTo>
                    <a:pt x="5730" y="3829"/>
                  </a:lnTo>
                  <a:lnTo>
                    <a:pt x="5730" y="1930"/>
                  </a:lnTo>
                  <a:lnTo>
                    <a:pt x="3800" y="1930"/>
                  </a:lnTo>
                  <a:lnTo>
                    <a:pt x="38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67"/>
            <p:cNvSpPr/>
            <p:nvPr/>
          </p:nvSpPr>
          <p:spPr>
            <a:xfrm>
              <a:off x="6784365" y="1225736"/>
              <a:ext cx="491310" cy="351692"/>
            </a:xfrm>
            <a:custGeom>
              <a:avLst/>
              <a:gdLst/>
              <a:ahLst/>
              <a:cxnLst/>
              <a:rect l="l" t="t" r="r" b="b"/>
              <a:pathLst>
                <a:path w="20600" h="14746" extrusionOk="0">
                  <a:moveTo>
                    <a:pt x="12546" y="604"/>
                  </a:moveTo>
                  <a:lnTo>
                    <a:pt x="12546" y="1267"/>
                  </a:lnTo>
                  <a:lnTo>
                    <a:pt x="8023" y="1267"/>
                  </a:lnTo>
                  <a:lnTo>
                    <a:pt x="8023" y="604"/>
                  </a:lnTo>
                  <a:close/>
                  <a:moveTo>
                    <a:pt x="19996" y="3800"/>
                  </a:moveTo>
                  <a:lnTo>
                    <a:pt x="19996" y="5127"/>
                  </a:lnTo>
                  <a:lnTo>
                    <a:pt x="17009" y="5127"/>
                  </a:lnTo>
                  <a:lnTo>
                    <a:pt x="17009" y="4493"/>
                  </a:lnTo>
                  <a:lnTo>
                    <a:pt x="15140" y="4493"/>
                  </a:lnTo>
                  <a:lnTo>
                    <a:pt x="15140" y="5127"/>
                  </a:lnTo>
                  <a:lnTo>
                    <a:pt x="5429" y="5127"/>
                  </a:lnTo>
                  <a:lnTo>
                    <a:pt x="5429" y="4493"/>
                  </a:lnTo>
                  <a:lnTo>
                    <a:pt x="3559" y="4493"/>
                  </a:lnTo>
                  <a:lnTo>
                    <a:pt x="3559" y="5127"/>
                  </a:lnTo>
                  <a:lnTo>
                    <a:pt x="604" y="5127"/>
                  </a:lnTo>
                  <a:lnTo>
                    <a:pt x="604" y="3800"/>
                  </a:lnTo>
                  <a:close/>
                  <a:moveTo>
                    <a:pt x="4826" y="5096"/>
                  </a:moveTo>
                  <a:lnTo>
                    <a:pt x="4826" y="6423"/>
                  </a:lnTo>
                  <a:lnTo>
                    <a:pt x="4162" y="6423"/>
                  </a:lnTo>
                  <a:lnTo>
                    <a:pt x="4162" y="5096"/>
                  </a:lnTo>
                  <a:close/>
                  <a:moveTo>
                    <a:pt x="16406" y="5096"/>
                  </a:moveTo>
                  <a:lnTo>
                    <a:pt x="16406" y="6423"/>
                  </a:lnTo>
                  <a:lnTo>
                    <a:pt x="15743" y="6423"/>
                  </a:lnTo>
                  <a:lnTo>
                    <a:pt x="15743" y="5096"/>
                  </a:lnTo>
                  <a:close/>
                  <a:moveTo>
                    <a:pt x="4826" y="7026"/>
                  </a:moveTo>
                  <a:lnTo>
                    <a:pt x="4826" y="7721"/>
                  </a:lnTo>
                  <a:lnTo>
                    <a:pt x="4162" y="7721"/>
                  </a:lnTo>
                  <a:lnTo>
                    <a:pt x="4162" y="7026"/>
                  </a:lnTo>
                  <a:close/>
                  <a:moveTo>
                    <a:pt x="16406" y="7026"/>
                  </a:moveTo>
                  <a:lnTo>
                    <a:pt x="16406" y="7721"/>
                  </a:lnTo>
                  <a:lnTo>
                    <a:pt x="15743" y="7721"/>
                  </a:lnTo>
                  <a:lnTo>
                    <a:pt x="15743" y="7026"/>
                  </a:lnTo>
                  <a:close/>
                  <a:moveTo>
                    <a:pt x="7419" y="0"/>
                  </a:moveTo>
                  <a:lnTo>
                    <a:pt x="7419" y="3197"/>
                  </a:lnTo>
                  <a:lnTo>
                    <a:pt x="1" y="3197"/>
                  </a:lnTo>
                  <a:lnTo>
                    <a:pt x="1" y="5730"/>
                  </a:lnTo>
                  <a:lnTo>
                    <a:pt x="966" y="5730"/>
                  </a:lnTo>
                  <a:lnTo>
                    <a:pt x="966" y="7359"/>
                  </a:lnTo>
                  <a:lnTo>
                    <a:pt x="1569" y="7359"/>
                  </a:lnTo>
                  <a:lnTo>
                    <a:pt x="1569" y="5730"/>
                  </a:lnTo>
                  <a:lnTo>
                    <a:pt x="3559" y="5730"/>
                  </a:lnTo>
                  <a:lnTo>
                    <a:pt x="3559" y="8324"/>
                  </a:lnTo>
                  <a:lnTo>
                    <a:pt x="5429" y="8324"/>
                  </a:lnTo>
                  <a:lnTo>
                    <a:pt x="5429" y="5730"/>
                  </a:lnTo>
                  <a:lnTo>
                    <a:pt x="15140" y="5730"/>
                  </a:lnTo>
                  <a:lnTo>
                    <a:pt x="15140" y="8324"/>
                  </a:lnTo>
                  <a:lnTo>
                    <a:pt x="17009" y="8324"/>
                  </a:lnTo>
                  <a:lnTo>
                    <a:pt x="17009" y="5730"/>
                  </a:lnTo>
                  <a:lnTo>
                    <a:pt x="19000" y="5730"/>
                  </a:lnTo>
                  <a:lnTo>
                    <a:pt x="19000" y="14143"/>
                  </a:lnTo>
                  <a:lnTo>
                    <a:pt x="1569" y="14143"/>
                  </a:lnTo>
                  <a:lnTo>
                    <a:pt x="1569" y="8625"/>
                  </a:lnTo>
                  <a:lnTo>
                    <a:pt x="966" y="8625"/>
                  </a:lnTo>
                  <a:lnTo>
                    <a:pt x="966" y="14746"/>
                  </a:lnTo>
                  <a:lnTo>
                    <a:pt x="19603" y="14746"/>
                  </a:lnTo>
                  <a:lnTo>
                    <a:pt x="19603" y="5730"/>
                  </a:lnTo>
                  <a:lnTo>
                    <a:pt x="20599" y="5730"/>
                  </a:lnTo>
                  <a:lnTo>
                    <a:pt x="20599" y="3197"/>
                  </a:lnTo>
                  <a:lnTo>
                    <a:pt x="8023" y="3197"/>
                  </a:lnTo>
                  <a:lnTo>
                    <a:pt x="8023" y="1870"/>
                  </a:lnTo>
                  <a:lnTo>
                    <a:pt x="12546" y="1870"/>
                  </a:lnTo>
                  <a:lnTo>
                    <a:pt x="12546" y="2835"/>
                  </a:lnTo>
                  <a:lnTo>
                    <a:pt x="13149" y="2835"/>
                  </a:lnTo>
                  <a:lnTo>
                    <a:pt x="13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67"/>
            <p:cNvSpPr/>
            <p:nvPr/>
          </p:nvSpPr>
          <p:spPr>
            <a:xfrm>
              <a:off x="6823216" y="1324237"/>
              <a:ext cx="14405" cy="15169"/>
            </a:xfrm>
            <a:custGeom>
              <a:avLst/>
              <a:gdLst/>
              <a:ahLst/>
              <a:cxnLst/>
              <a:rect l="l" t="t" r="r" b="b"/>
              <a:pathLst>
                <a:path w="604" h="636" extrusionOk="0">
                  <a:moveTo>
                    <a:pt x="0" y="1"/>
                  </a:moveTo>
                  <a:lnTo>
                    <a:pt x="0" y="635"/>
                  </a:lnTo>
                  <a:lnTo>
                    <a:pt x="603" y="635"/>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67"/>
            <p:cNvSpPr/>
            <p:nvPr/>
          </p:nvSpPr>
          <p:spPr>
            <a:xfrm>
              <a:off x="7221678" y="1324237"/>
              <a:ext cx="14405" cy="15169"/>
            </a:xfrm>
            <a:custGeom>
              <a:avLst/>
              <a:gdLst/>
              <a:ahLst/>
              <a:cxnLst/>
              <a:rect l="l" t="t" r="r" b="b"/>
              <a:pathLst>
                <a:path w="604" h="636" extrusionOk="0">
                  <a:moveTo>
                    <a:pt x="0" y="1"/>
                  </a:moveTo>
                  <a:lnTo>
                    <a:pt x="0" y="635"/>
                  </a:lnTo>
                  <a:lnTo>
                    <a:pt x="603" y="635"/>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67"/>
            <p:cNvSpPr/>
            <p:nvPr/>
          </p:nvSpPr>
          <p:spPr>
            <a:xfrm>
              <a:off x="6922456" y="1539316"/>
              <a:ext cx="230200" cy="14405"/>
            </a:xfrm>
            <a:custGeom>
              <a:avLst/>
              <a:gdLst/>
              <a:ahLst/>
              <a:cxnLst/>
              <a:rect l="l" t="t" r="r" b="b"/>
              <a:pathLst>
                <a:path w="9652" h="604" extrusionOk="0">
                  <a:moveTo>
                    <a:pt x="1" y="1"/>
                  </a:moveTo>
                  <a:lnTo>
                    <a:pt x="1" y="604"/>
                  </a:lnTo>
                  <a:lnTo>
                    <a:pt x="9651" y="604"/>
                  </a:lnTo>
                  <a:lnTo>
                    <a:pt x="96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 name="Google Shape;1043;p67"/>
          <p:cNvGrpSpPr/>
          <p:nvPr/>
        </p:nvGrpSpPr>
        <p:grpSpPr>
          <a:xfrm>
            <a:off x="7606498" y="1326351"/>
            <a:ext cx="252452" cy="491286"/>
            <a:chOff x="7606498" y="1155951"/>
            <a:chExt cx="252452" cy="491286"/>
          </a:xfrm>
        </p:grpSpPr>
        <p:sp>
          <p:nvSpPr>
            <p:cNvPr id="1044" name="Google Shape;1044;p67"/>
            <p:cNvSpPr/>
            <p:nvPr/>
          </p:nvSpPr>
          <p:spPr>
            <a:xfrm>
              <a:off x="7660399" y="1301985"/>
              <a:ext cx="168333" cy="168309"/>
            </a:xfrm>
            <a:custGeom>
              <a:avLst/>
              <a:gdLst/>
              <a:ahLst/>
              <a:cxnLst/>
              <a:rect l="l" t="t" r="r" b="b"/>
              <a:pathLst>
                <a:path w="7058" h="7057" extrusionOk="0">
                  <a:moveTo>
                    <a:pt x="3530" y="632"/>
                  </a:moveTo>
                  <a:cubicBezTo>
                    <a:pt x="4254" y="632"/>
                    <a:pt x="4886" y="873"/>
                    <a:pt x="5400" y="1327"/>
                  </a:cubicBezTo>
                  <a:lnTo>
                    <a:pt x="1661" y="1327"/>
                  </a:lnTo>
                  <a:cubicBezTo>
                    <a:pt x="2172" y="873"/>
                    <a:pt x="2807" y="632"/>
                    <a:pt x="3530" y="632"/>
                  </a:cubicBezTo>
                  <a:close/>
                  <a:moveTo>
                    <a:pt x="5943" y="1930"/>
                  </a:moveTo>
                  <a:cubicBezTo>
                    <a:pt x="6093" y="2111"/>
                    <a:pt x="6213" y="2321"/>
                    <a:pt x="6274" y="2593"/>
                  </a:cubicBezTo>
                  <a:lnTo>
                    <a:pt x="785" y="2593"/>
                  </a:lnTo>
                  <a:cubicBezTo>
                    <a:pt x="845" y="2321"/>
                    <a:pt x="966" y="2111"/>
                    <a:pt x="1118" y="1930"/>
                  </a:cubicBezTo>
                  <a:close/>
                  <a:moveTo>
                    <a:pt x="6426" y="3197"/>
                  </a:moveTo>
                  <a:cubicBezTo>
                    <a:pt x="6426" y="3286"/>
                    <a:pt x="6455" y="3438"/>
                    <a:pt x="6455" y="3559"/>
                  </a:cubicBezTo>
                  <a:cubicBezTo>
                    <a:pt x="6455" y="3648"/>
                    <a:pt x="6426" y="3768"/>
                    <a:pt x="6426" y="3889"/>
                  </a:cubicBezTo>
                  <a:lnTo>
                    <a:pt x="635" y="3889"/>
                  </a:lnTo>
                  <a:cubicBezTo>
                    <a:pt x="635" y="3768"/>
                    <a:pt x="604" y="3648"/>
                    <a:pt x="604" y="3559"/>
                  </a:cubicBezTo>
                  <a:cubicBezTo>
                    <a:pt x="604" y="3438"/>
                    <a:pt x="635" y="3286"/>
                    <a:pt x="635" y="3197"/>
                  </a:cubicBezTo>
                  <a:close/>
                  <a:moveTo>
                    <a:pt x="6274" y="4492"/>
                  </a:moveTo>
                  <a:cubicBezTo>
                    <a:pt x="6213" y="4733"/>
                    <a:pt x="6093" y="4946"/>
                    <a:pt x="5943" y="5187"/>
                  </a:cubicBezTo>
                  <a:lnTo>
                    <a:pt x="1118" y="5187"/>
                  </a:lnTo>
                  <a:cubicBezTo>
                    <a:pt x="966" y="4946"/>
                    <a:pt x="845" y="4733"/>
                    <a:pt x="785" y="4492"/>
                  </a:cubicBezTo>
                  <a:close/>
                  <a:moveTo>
                    <a:pt x="5400" y="5790"/>
                  </a:moveTo>
                  <a:cubicBezTo>
                    <a:pt x="4886" y="6181"/>
                    <a:pt x="4254" y="6454"/>
                    <a:pt x="3530" y="6454"/>
                  </a:cubicBezTo>
                  <a:cubicBezTo>
                    <a:pt x="2807" y="6454"/>
                    <a:pt x="2172" y="6181"/>
                    <a:pt x="1661" y="5790"/>
                  </a:cubicBezTo>
                  <a:close/>
                  <a:moveTo>
                    <a:pt x="3530" y="0"/>
                  </a:moveTo>
                  <a:cubicBezTo>
                    <a:pt x="1600" y="0"/>
                    <a:pt x="1" y="1597"/>
                    <a:pt x="1" y="3527"/>
                  </a:cubicBezTo>
                  <a:cubicBezTo>
                    <a:pt x="1" y="5457"/>
                    <a:pt x="1600" y="7057"/>
                    <a:pt x="3530" y="7057"/>
                  </a:cubicBezTo>
                  <a:cubicBezTo>
                    <a:pt x="5461" y="7057"/>
                    <a:pt x="7058" y="5457"/>
                    <a:pt x="7058" y="3527"/>
                  </a:cubicBezTo>
                  <a:cubicBezTo>
                    <a:pt x="7058" y="1597"/>
                    <a:pt x="5461" y="0"/>
                    <a:pt x="3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67"/>
            <p:cNvSpPr/>
            <p:nvPr/>
          </p:nvSpPr>
          <p:spPr>
            <a:xfrm>
              <a:off x="7606498" y="1155951"/>
              <a:ext cx="252452" cy="491286"/>
            </a:xfrm>
            <a:custGeom>
              <a:avLst/>
              <a:gdLst/>
              <a:ahLst/>
              <a:cxnLst/>
              <a:rect l="l" t="t" r="r" b="b"/>
              <a:pathLst>
                <a:path w="10585" h="20599" extrusionOk="0">
                  <a:moveTo>
                    <a:pt x="2562" y="4162"/>
                  </a:moveTo>
                  <a:cubicBezTo>
                    <a:pt x="2743" y="4162"/>
                    <a:pt x="2895" y="4314"/>
                    <a:pt x="2895" y="4495"/>
                  </a:cubicBezTo>
                  <a:lnTo>
                    <a:pt x="2895" y="4856"/>
                  </a:lnTo>
                  <a:lnTo>
                    <a:pt x="2201" y="4856"/>
                  </a:lnTo>
                  <a:lnTo>
                    <a:pt x="2201" y="4495"/>
                  </a:lnTo>
                  <a:cubicBezTo>
                    <a:pt x="2201" y="4314"/>
                    <a:pt x="2353" y="4162"/>
                    <a:pt x="2562" y="4162"/>
                  </a:cubicBezTo>
                  <a:close/>
                  <a:moveTo>
                    <a:pt x="5127" y="4162"/>
                  </a:moveTo>
                  <a:cubicBezTo>
                    <a:pt x="5308" y="4162"/>
                    <a:pt x="5458" y="4314"/>
                    <a:pt x="5458" y="4495"/>
                  </a:cubicBezTo>
                  <a:lnTo>
                    <a:pt x="5458" y="4856"/>
                  </a:lnTo>
                  <a:lnTo>
                    <a:pt x="4794" y="4856"/>
                  </a:lnTo>
                  <a:lnTo>
                    <a:pt x="4794" y="4495"/>
                  </a:lnTo>
                  <a:cubicBezTo>
                    <a:pt x="4794" y="4314"/>
                    <a:pt x="4946" y="4162"/>
                    <a:pt x="5127" y="4162"/>
                  </a:cubicBezTo>
                  <a:close/>
                  <a:moveTo>
                    <a:pt x="965" y="7390"/>
                  </a:moveTo>
                  <a:lnTo>
                    <a:pt x="965" y="10647"/>
                  </a:lnTo>
                  <a:lnTo>
                    <a:pt x="603" y="10647"/>
                  </a:lnTo>
                  <a:lnTo>
                    <a:pt x="603" y="7390"/>
                  </a:lnTo>
                  <a:close/>
                  <a:moveTo>
                    <a:pt x="9981" y="5460"/>
                  </a:moveTo>
                  <a:lnTo>
                    <a:pt x="9981" y="13872"/>
                  </a:lnTo>
                  <a:lnTo>
                    <a:pt x="9016" y="13872"/>
                  </a:lnTo>
                  <a:lnTo>
                    <a:pt x="9016" y="14475"/>
                  </a:lnTo>
                  <a:lnTo>
                    <a:pt x="9981" y="14475"/>
                  </a:lnTo>
                  <a:lnTo>
                    <a:pt x="9981" y="19995"/>
                  </a:lnTo>
                  <a:lnTo>
                    <a:pt x="1569" y="19995"/>
                  </a:lnTo>
                  <a:lnTo>
                    <a:pt x="1569" y="14475"/>
                  </a:lnTo>
                  <a:lnTo>
                    <a:pt x="7721" y="14475"/>
                  </a:lnTo>
                  <a:lnTo>
                    <a:pt x="7721" y="13872"/>
                  </a:lnTo>
                  <a:lnTo>
                    <a:pt x="1569" y="13872"/>
                  </a:lnTo>
                  <a:lnTo>
                    <a:pt x="1569" y="5460"/>
                  </a:lnTo>
                  <a:close/>
                  <a:moveTo>
                    <a:pt x="8987" y="0"/>
                  </a:moveTo>
                  <a:cubicBezTo>
                    <a:pt x="8473" y="0"/>
                    <a:pt x="8051" y="422"/>
                    <a:pt x="8051" y="936"/>
                  </a:cubicBezTo>
                  <a:lnTo>
                    <a:pt x="8051" y="4495"/>
                  </a:lnTo>
                  <a:lnTo>
                    <a:pt x="8654" y="4495"/>
                  </a:lnTo>
                  <a:lnTo>
                    <a:pt x="8654" y="936"/>
                  </a:lnTo>
                  <a:cubicBezTo>
                    <a:pt x="8654" y="755"/>
                    <a:pt x="8806" y="603"/>
                    <a:pt x="8987" y="603"/>
                  </a:cubicBezTo>
                  <a:cubicBezTo>
                    <a:pt x="9168" y="603"/>
                    <a:pt x="9318" y="755"/>
                    <a:pt x="9318" y="936"/>
                  </a:cubicBezTo>
                  <a:lnTo>
                    <a:pt x="9318" y="4856"/>
                  </a:lnTo>
                  <a:lnTo>
                    <a:pt x="6061" y="4856"/>
                  </a:lnTo>
                  <a:lnTo>
                    <a:pt x="6061" y="4495"/>
                  </a:lnTo>
                  <a:cubicBezTo>
                    <a:pt x="6061" y="3981"/>
                    <a:pt x="5638" y="3558"/>
                    <a:pt x="5127" y="3558"/>
                  </a:cubicBezTo>
                  <a:cubicBezTo>
                    <a:pt x="4613" y="3558"/>
                    <a:pt x="4191" y="3981"/>
                    <a:pt x="4191" y="4495"/>
                  </a:cubicBezTo>
                  <a:lnTo>
                    <a:pt x="4191" y="4856"/>
                  </a:lnTo>
                  <a:lnTo>
                    <a:pt x="3499" y="4856"/>
                  </a:lnTo>
                  <a:lnTo>
                    <a:pt x="3499" y="4495"/>
                  </a:lnTo>
                  <a:cubicBezTo>
                    <a:pt x="3499" y="3981"/>
                    <a:pt x="3076" y="3558"/>
                    <a:pt x="2562" y="3558"/>
                  </a:cubicBezTo>
                  <a:cubicBezTo>
                    <a:pt x="2020" y="3558"/>
                    <a:pt x="1597" y="3981"/>
                    <a:pt x="1597" y="4495"/>
                  </a:cubicBezTo>
                  <a:lnTo>
                    <a:pt x="1597" y="4856"/>
                  </a:lnTo>
                  <a:lnTo>
                    <a:pt x="965" y="4856"/>
                  </a:lnTo>
                  <a:lnTo>
                    <a:pt x="965" y="6786"/>
                  </a:lnTo>
                  <a:lnTo>
                    <a:pt x="0" y="6786"/>
                  </a:lnTo>
                  <a:lnTo>
                    <a:pt x="0" y="11250"/>
                  </a:lnTo>
                  <a:lnTo>
                    <a:pt x="965" y="11250"/>
                  </a:lnTo>
                  <a:lnTo>
                    <a:pt x="965" y="20598"/>
                  </a:lnTo>
                  <a:lnTo>
                    <a:pt x="10584" y="20598"/>
                  </a:lnTo>
                  <a:lnTo>
                    <a:pt x="10584" y="4856"/>
                  </a:lnTo>
                  <a:lnTo>
                    <a:pt x="9921" y="4856"/>
                  </a:lnTo>
                  <a:lnTo>
                    <a:pt x="9921" y="936"/>
                  </a:lnTo>
                  <a:cubicBezTo>
                    <a:pt x="9921" y="422"/>
                    <a:pt x="9499" y="0"/>
                    <a:pt x="89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67"/>
            <p:cNvSpPr/>
            <p:nvPr/>
          </p:nvSpPr>
          <p:spPr>
            <a:xfrm>
              <a:off x="7668341" y="1532137"/>
              <a:ext cx="60460" cy="60436"/>
            </a:xfrm>
            <a:custGeom>
              <a:avLst/>
              <a:gdLst/>
              <a:ahLst/>
              <a:cxnLst/>
              <a:rect l="l" t="t" r="r" b="b"/>
              <a:pathLst>
                <a:path w="2535" h="2534" extrusionOk="0">
                  <a:moveTo>
                    <a:pt x="1267" y="603"/>
                  </a:moveTo>
                  <a:cubicBezTo>
                    <a:pt x="1629" y="603"/>
                    <a:pt x="1931" y="905"/>
                    <a:pt x="1931" y="1267"/>
                  </a:cubicBezTo>
                  <a:cubicBezTo>
                    <a:pt x="1931" y="1629"/>
                    <a:pt x="1629" y="1930"/>
                    <a:pt x="1267" y="1930"/>
                  </a:cubicBezTo>
                  <a:cubicBezTo>
                    <a:pt x="906" y="1930"/>
                    <a:pt x="604" y="1629"/>
                    <a:pt x="604" y="1267"/>
                  </a:cubicBezTo>
                  <a:cubicBezTo>
                    <a:pt x="604" y="905"/>
                    <a:pt x="906" y="603"/>
                    <a:pt x="1267" y="603"/>
                  </a:cubicBezTo>
                  <a:close/>
                  <a:moveTo>
                    <a:pt x="1267" y="0"/>
                  </a:moveTo>
                  <a:cubicBezTo>
                    <a:pt x="573" y="0"/>
                    <a:pt x="1" y="572"/>
                    <a:pt x="1" y="1267"/>
                  </a:cubicBezTo>
                  <a:cubicBezTo>
                    <a:pt x="1" y="1959"/>
                    <a:pt x="573" y="2533"/>
                    <a:pt x="1267" y="2533"/>
                  </a:cubicBezTo>
                  <a:cubicBezTo>
                    <a:pt x="1960" y="2533"/>
                    <a:pt x="2534" y="1959"/>
                    <a:pt x="2534" y="1267"/>
                  </a:cubicBezTo>
                  <a:cubicBezTo>
                    <a:pt x="2534" y="572"/>
                    <a:pt x="1960" y="0"/>
                    <a:pt x="12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67"/>
            <p:cNvSpPr/>
            <p:nvPr/>
          </p:nvSpPr>
          <p:spPr>
            <a:xfrm>
              <a:off x="7760402" y="1532137"/>
              <a:ext cx="60460" cy="60436"/>
            </a:xfrm>
            <a:custGeom>
              <a:avLst/>
              <a:gdLst/>
              <a:ahLst/>
              <a:cxnLst/>
              <a:rect l="l" t="t" r="r" b="b"/>
              <a:pathLst>
                <a:path w="2535" h="2534" extrusionOk="0">
                  <a:moveTo>
                    <a:pt x="1268" y="603"/>
                  </a:moveTo>
                  <a:cubicBezTo>
                    <a:pt x="1629" y="603"/>
                    <a:pt x="1931" y="905"/>
                    <a:pt x="1931" y="1267"/>
                  </a:cubicBezTo>
                  <a:cubicBezTo>
                    <a:pt x="1931" y="1629"/>
                    <a:pt x="1629" y="1930"/>
                    <a:pt x="1268" y="1930"/>
                  </a:cubicBezTo>
                  <a:cubicBezTo>
                    <a:pt x="906" y="1930"/>
                    <a:pt x="604" y="1629"/>
                    <a:pt x="604" y="1267"/>
                  </a:cubicBezTo>
                  <a:cubicBezTo>
                    <a:pt x="604" y="905"/>
                    <a:pt x="906" y="603"/>
                    <a:pt x="1268" y="603"/>
                  </a:cubicBezTo>
                  <a:close/>
                  <a:moveTo>
                    <a:pt x="1268" y="0"/>
                  </a:moveTo>
                  <a:cubicBezTo>
                    <a:pt x="573" y="0"/>
                    <a:pt x="1" y="572"/>
                    <a:pt x="1" y="1267"/>
                  </a:cubicBezTo>
                  <a:cubicBezTo>
                    <a:pt x="1" y="1959"/>
                    <a:pt x="573" y="2533"/>
                    <a:pt x="1268" y="2533"/>
                  </a:cubicBezTo>
                  <a:cubicBezTo>
                    <a:pt x="1960" y="2533"/>
                    <a:pt x="2534" y="1959"/>
                    <a:pt x="2534" y="1267"/>
                  </a:cubicBezTo>
                  <a:cubicBezTo>
                    <a:pt x="2534" y="572"/>
                    <a:pt x="1960" y="0"/>
                    <a:pt x="1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67"/>
            <p:cNvSpPr/>
            <p:nvPr/>
          </p:nvSpPr>
          <p:spPr>
            <a:xfrm>
              <a:off x="7660399" y="1294042"/>
              <a:ext cx="14429" cy="15145"/>
            </a:xfrm>
            <a:custGeom>
              <a:avLst/>
              <a:gdLst/>
              <a:ahLst/>
              <a:cxnLst/>
              <a:rect l="l" t="t" r="r" b="b"/>
              <a:pathLst>
                <a:path w="605" h="635" extrusionOk="0">
                  <a:moveTo>
                    <a:pt x="1" y="0"/>
                  </a:moveTo>
                  <a:lnTo>
                    <a:pt x="1" y="635"/>
                  </a:lnTo>
                  <a:lnTo>
                    <a:pt x="604" y="635"/>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67"/>
            <p:cNvSpPr/>
            <p:nvPr/>
          </p:nvSpPr>
          <p:spPr>
            <a:xfrm>
              <a:off x="7813635" y="1601183"/>
              <a:ext cx="14405" cy="15097"/>
            </a:xfrm>
            <a:custGeom>
              <a:avLst/>
              <a:gdLst/>
              <a:ahLst/>
              <a:cxnLst/>
              <a:rect l="l" t="t" r="r" b="b"/>
              <a:pathLst>
                <a:path w="604" h="633" extrusionOk="0">
                  <a:moveTo>
                    <a:pt x="1" y="0"/>
                  </a:moveTo>
                  <a:lnTo>
                    <a:pt x="1" y="632"/>
                  </a:lnTo>
                  <a:lnTo>
                    <a:pt x="604" y="632"/>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 name="Google Shape;1050;p67"/>
          <p:cNvGrpSpPr/>
          <p:nvPr/>
        </p:nvGrpSpPr>
        <p:grpSpPr>
          <a:xfrm>
            <a:off x="1165662" y="2043497"/>
            <a:ext cx="491286" cy="382649"/>
            <a:chOff x="1165662" y="1949297"/>
            <a:chExt cx="491286" cy="382649"/>
          </a:xfrm>
        </p:grpSpPr>
        <p:sp>
          <p:nvSpPr>
            <p:cNvPr id="1051" name="Google Shape;1051;p67"/>
            <p:cNvSpPr/>
            <p:nvPr/>
          </p:nvSpPr>
          <p:spPr>
            <a:xfrm>
              <a:off x="1165662" y="1949297"/>
              <a:ext cx="491286" cy="382649"/>
            </a:xfrm>
            <a:custGeom>
              <a:avLst/>
              <a:gdLst/>
              <a:ahLst/>
              <a:cxnLst/>
              <a:rect l="l" t="t" r="r" b="b"/>
              <a:pathLst>
                <a:path w="20599" h="16044" extrusionOk="0">
                  <a:moveTo>
                    <a:pt x="965" y="10615"/>
                  </a:moveTo>
                  <a:lnTo>
                    <a:pt x="965" y="12574"/>
                  </a:lnTo>
                  <a:lnTo>
                    <a:pt x="603" y="12574"/>
                  </a:lnTo>
                  <a:lnTo>
                    <a:pt x="603" y="10615"/>
                  </a:lnTo>
                  <a:close/>
                  <a:moveTo>
                    <a:pt x="19995" y="10615"/>
                  </a:moveTo>
                  <a:lnTo>
                    <a:pt x="19995" y="12574"/>
                  </a:lnTo>
                  <a:lnTo>
                    <a:pt x="19573" y="12574"/>
                  </a:lnTo>
                  <a:lnTo>
                    <a:pt x="19573" y="10615"/>
                  </a:lnTo>
                  <a:close/>
                  <a:moveTo>
                    <a:pt x="4584" y="15107"/>
                  </a:moveTo>
                  <a:lnTo>
                    <a:pt x="4343" y="15440"/>
                  </a:lnTo>
                  <a:lnTo>
                    <a:pt x="3378" y="15440"/>
                  </a:lnTo>
                  <a:lnTo>
                    <a:pt x="3136" y="15107"/>
                  </a:lnTo>
                  <a:close/>
                  <a:moveTo>
                    <a:pt x="17431" y="15107"/>
                  </a:moveTo>
                  <a:lnTo>
                    <a:pt x="17221" y="15440"/>
                  </a:lnTo>
                  <a:lnTo>
                    <a:pt x="16256" y="15440"/>
                  </a:lnTo>
                  <a:lnTo>
                    <a:pt x="16015" y="15107"/>
                  </a:lnTo>
                  <a:close/>
                  <a:moveTo>
                    <a:pt x="2895" y="0"/>
                  </a:moveTo>
                  <a:lnTo>
                    <a:pt x="2895" y="5518"/>
                  </a:lnTo>
                  <a:lnTo>
                    <a:pt x="2263" y="5518"/>
                  </a:lnTo>
                  <a:lnTo>
                    <a:pt x="2263" y="8082"/>
                  </a:lnTo>
                  <a:lnTo>
                    <a:pt x="965" y="8082"/>
                  </a:lnTo>
                  <a:lnTo>
                    <a:pt x="965" y="10012"/>
                  </a:lnTo>
                  <a:lnTo>
                    <a:pt x="0" y="10012"/>
                  </a:lnTo>
                  <a:lnTo>
                    <a:pt x="0" y="13177"/>
                  </a:lnTo>
                  <a:lnTo>
                    <a:pt x="965" y="13177"/>
                  </a:lnTo>
                  <a:lnTo>
                    <a:pt x="965" y="15107"/>
                  </a:lnTo>
                  <a:lnTo>
                    <a:pt x="2413" y="15107"/>
                  </a:lnTo>
                  <a:lnTo>
                    <a:pt x="3047" y="16043"/>
                  </a:lnTo>
                  <a:lnTo>
                    <a:pt x="4676" y="16043"/>
                  </a:lnTo>
                  <a:lnTo>
                    <a:pt x="5308" y="15107"/>
                  </a:lnTo>
                  <a:lnTo>
                    <a:pt x="12878" y="15107"/>
                  </a:lnTo>
                  <a:lnTo>
                    <a:pt x="12878" y="14504"/>
                  </a:lnTo>
                  <a:lnTo>
                    <a:pt x="1568" y="14504"/>
                  </a:lnTo>
                  <a:lnTo>
                    <a:pt x="1568" y="8685"/>
                  </a:lnTo>
                  <a:lnTo>
                    <a:pt x="18970" y="8685"/>
                  </a:lnTo>
                  <a:lnTo>
                    <a:pt x="18970" y="14504"/>
                  </a:lnTo>
                  <a:lnTo>
                    <a:pt x="14145" y="14504"/>
                  </a:lnTo>
                  <a:lnTo>
                    <a:pt x="14145" y="15107"/>
                  </a:lnTo>
                  <a:lnTo>
                    <a:pt x="15291" y="15107"/>
                  </a:lnTo>
                  <a:lnTo>
                    <a:pt x="15923" y="16043"/>
                  </a:lnTo>
                  <a:lnTo>
                    <a:pt x="17522" y="16043"/>
                  </a:lnTo>
                  <a:lnTo>
                    <a:pt x="18186" y="15107"/>
                  </a:lnTo>
                  <a:lnTo>
                    <a:pt x="19573" y="15107"/>
                  </a:lnTo>
                  <a:lnTo>
                    <a:pt x="19573" y="13177"/>
                  </a:lnTo>
                  <a:lnTo>
                    <a:pt x="20598" y="13177"/>
                  </a:lnTo>
                  <a:lnTo>
                    <a:pt x="20598" y="10012"/>
                  </a:lnTo>
                  <a:lnTo>
                    <a:pt x="19573" y="10012"/>
                  </a:lnTo>
                  <a:lnTo>
                    <a:pt x="19573" y="8082"/>
                  </a:lnTo>
                  <a:lnTo>
                    <a:pt x="2866" y="8082"/>
                  </a:lnTo>
                  <a:lnTo>
                    <a:pt x="2866" y="6121"/>
                  </a:lnTo>
                  <a:lnTo>
                    <a:pt x="3530" y="6121"/>
                  </a:lnTo>
                  <a:lnTo>
                    <a:pt x="3530" y="7720"/>
                  </a:lnTo>
                  <a:lnTo>
                    <a:pt x="4133" y="7720"/>
                  </a:lnTo>
                  <a:lnTo>
                    <a:pt x="4133" y="5518"/>
                  </a:lnTo>
                  <a:lnTo>
                    <a:pt x="3498" y="5518"/>
                  </a:lnTo>
                  <a:lnTo>
                    <a:pt x="34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67"/>
            <p:cNvSpPr/>
            <p:nvPr/>
          </p:nvSpPr>
          <p:spPr>
            <a:xfrm>
              <a:off x="1510891" y="2210336"/>
              <a:ext cx="14405" cy="15169"/>
            </a:xfrm>
            <a:custGeom>
              <a:avLst/>
              <a:gdLst/>
              <a:ahLst/>
              <a:cxnLst/>
              <a:rect l="l" t="t" r="r" b="b"/>
              <a:pathLst>
                <a:path w="604" h="636" extrusionOk="0">
                  <a:moveTo>
                    <a:pt x="0" y="1"/>
                  </a:moveTo>
                  <a:lnTo>
                    <a:pt x="0" y="635"/>
                  </a:lnTo>
                  <a:lnTo>
                    <a:pt x="603" y="635"/>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67"/>
            <p:cNvSpPr/>
            <p:nvPr/>
          </p:nvSpPr>
          <p:spPr>
            <a:xfrm>
              <a:off x="1480673" y="2180142"/>
              <a:ext cx="99288" cy="91393"/>
            </a:xfrm>
            <a:custGeom>
              <a:avLst/>
              <a:gdLst/>
              <a:ahLst/>
              <a:cxnLst/>
              <a:rect l="l" t="t" r="r" b="b"/>
              <a:pathLst>
                <a:path w="4163" h="3832" extrusionOk="0">
                  <a:moveTo>
                    <a:pt x="1902" y="603"/>
                  </a:moveTo>
                  <a:cubicBezTo>
                    <a:pt x="2626" y="603"/>
                    <a:pt x="3229" y="1177"/>
                    <a:pt x="3229" y="1901"/>
                  </a:cubicBezTo>
                  <a:cubicBezTo>
                    <a:pt x="3229" y="2625"/>
                    <a:pt x="2626" y="3197"/>
                    <a:pt x="1902" y="3197"/>
                  </a:cubicBezTo>
                  <a:cubicBezTo>
                    <a:pt x="1178" y="3197"/>
                    <a:pt x="604" y="2625"/>
                    <a:pt x="604" y="1901"/>
                  </a:cubicBezTo>
                  <a:cubicBezTo>
                    <a:pt x="604" y="1177"/>
                    <a:pt x="1178" y="603"/>
                    <a:pt x="1902" y="603"/>
                  </a:cubicBezTo>
                  <a:close/>
                  <a:moveTo>
                    <a:pt x="1902" y="0"/>
                  </a:moveTo>
                  <a:cubicBezTo>
                    <a:pt x="845" y="0"/>
                    <a:pt x="1" y="845"/>
                    <a:pt x="1" y="1901"/>
                  </a:cubicBezTo>
                  <a:cubicBezTo>
                    <a:pt x="1" y="2956"/>
                    <a:pt x="845" y="3831"/>
                    <a:pt x="1902" y="3831"/>
                  </a:cubicBezTo>
                  <a:cubicBezTo>
                    <a:pt x="2867" y="3831"/>
                    <a:pt x="3651" y="3108"/>
                    <a:pt x="3800" y="2232"/>
                  </a:cubicBezTo>
                  <a:lnTo>
                    <a:pt x="4162" y="2232"/>
                  </a:lnTo>
                  <a:lnTo>
                    <a:pt x="4162" y="1629"/>
                  </a:lnTo>
                  <a:lnTo>
                    <a:pt x="3800" y="1629"/>
                  </a:lnTo>
                  <a:cubicBezTo>
                    <a:pt x="3651" y="695"/>
                    <a:pt x="2867" y="0"/>
                    <a:pt x="19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67"/>
            <p:cNvSpPr/>
            <p:nvPr/>
          </p:nvSpPr>
          <p:spPr>
            <a:xfrm>
              <a:off x="1234708" y="2172939"/>
              <a:ext cx="198527" cy="75581"/>
            </a:xfrm>
            <a:custGeom>
              <a:avLst/>
              <a:gdLst/>
              <a:ahLst/>
              <a:cxnLst/>
              <a:rect l="l" t="t" r="r" b="b"/>
              <a:pathLst>
                <a:path w="8324" h="3169" extrusionOk="0">
                  <a:moveTo>
                    <a:pt x="7720" y="604"/>
                  </a:moveTo>
                  <a:lnTo>
                    <a:pt x="7720" y="1267"/>
                  </a:lnTo>
                  <a:lnTo>
                    <a:pt x="603" y="1267"/>
                  </a:lnTo>
                  <a:lnTo>
                    <a:pt x="603" y="604"/>
                  </a:lnTo>
                  <a:close/>
                  <a:moveTo>
                    <a:pt x="7720" y="1870"/>
                  </a:moveTo>
                  <a:lnTo>
                    <a:pt x="7720" y="2565"/>
                  </a:lnTo>
                  <a:lnTo>
                    <a:pt x="7028" y="2565"/>
                  </a:lnTo>
                  <a:lnTo>
                    <a:pt x="7028" y="2203"/>
                  </a:lnTo>
                  <a:lnTo>
                    <a:pt x="6425" y="2203"/>
                  </a:lnTo>
                  <a:lnTo>
                    <a:pt x="6425" y="2565"/>
                  </a:lnTo>
                  <a:lnTo>
                    <a:pt x="5761" y="2565"/>
                  </a:lnTo>
                  <a:lnTo>
                    <a:pt x="5761" y="2203"/>
                  </a:lnTo>
                  <a:lnTo>
                    <a:pt x="5158" y="2203"/>
                  </a:lnTo>
                  <a:lnTo>
                    <a:pt x="5158" y="2565"/>
                  </a:lnTo>
                  <a:lnTo>
                    <a:pt x="4463" y="2565"/>
                  </a:lnTo>
                  <a:lnTo>
                    <a:pt x="4463" y="2203"/>
                  </a:lnTo>
                  <a:lnTo>
                    <a:pt x="3860" y="2203"/>
                  </a:lnTo>
                  <a:lnTo>
                    <a:pt x="3860" y="2565"/>
                  </a:lnTo>
                  <a:lnTo>
                    <a:pt x="3168" y="2565"/>
                  </a:lnTo>
                  <a:lnTo>
                    <a:pt x="3168" y="2203"/>
                  </a:lnTo>
                  <a:lnTo>
                    <a:pt x="2565" y="2203"/>
                  </a:lnTo>
                  <a:lnTo>
                    <a:pt x="2565" y="2565"/>
                  </a:lnTo>
                  <a:lnTo>
                    <a:pt x="1901" y="2565"/>
                  </a:lnTo>
                  <a:lnTo>
                    <a:pt x="1901" y="2203"/>
                  </a:lnTo>
                  <a:lnTo>
                    <a:pt x="1298" y="2203"/>
                  </a:lnTo>
                  <a:lnTo>
                    <a:pt x="1298" y="2565"/>
                  </a:lnTo>
                  <a:lnTo>
                    <a:pt x="603" y="2565"/>
                  </a:lnTo>
                  <a:lnTo>
                    <a:pt x="603" y="1870"/>
                  </a:lnTo>
                  <a:close/>
                  <a:moveTo>
                    <a:pt x="0" y="1"/>
                  </a:moveTo>
                  <a:lnTo>
                    <a:pt x="0" y="3168"/>
                  </a:lnTo>
                  <a:lnTo>
                    <a:pt x="8323" y="3168"/>
                  </a:lnTo>
                  <a:lnTo>
                    <a:pt x="832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67"/>
            <p:cNvSpPr/>
            <p:nvPr/>
          </p:nvSpPr>
          <p:spPr>
            <a:xfrm>
              <a:off x="1242626" y="2265000"/>
              <a:ext cx="184170" cy="14405"/>
            </a:xfrm>
            <a:custGeom>
              <a:avLst/>
              <a:gdLst/>
              <a:ahLst/>
              <a:cxnLst/>
              <a:rect l="l" t="t" r="r" b="b"/>
              <a:pathLst>
                <a:path w="7722" h="604" extrusionOk="0">
                  <a:moveTo>
                    <a:pt x="1" y="1"/>
                  </a:moveTo>
                  <a:lnTo>
                    <a:pt x="1" y="604"/>
                  </a:lnTo>
                  <a:lnTo>
                    <a:pt x="7721" y="604"/>
                  </a:lnTo>
                  <a:lnTo>
                    <a:pt x="77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67"/>
          <p:cNvGrpSpPr/>
          <p:nvPr/>
        </p:nvGrpSpPr>
        <p:grpSpPr>
          <a:xfrm>
            <a:off x="1868379" y="1989525"/>
            <a:ext cx="490547" cy="490523"/>
            <a:chOff x="1868379" y="1895325"/>
            <a:chExt cx="490547" cy="490523"/>
          </a:xfrm>
        </p:grpSpPr>
        <p:sp>
          <p:nvSpPr>
            <p:cNvPr id="1057" name="Google Shape;1057;p67"/>
            <p:cNvSpPr/>
            <p:nvPr/>
          </p:nvSpPr>
          <p:spPr>
            <a:xfrm>
              <a:off x="1868379" y="1895325"/>
              <a:ext cx="490547" cy="490523"/>
            </a:xfrm>
            <a:custGeom>
              <a:avLst/>
              <a:gdLst/>
              <a:ahLst/>
              <a:cxnLst/>
              <a:rect l="l" t="t" r="r" b="b"/>
              <a:pathLst>
                <a:path w="20568" h="20567" extrusionOk="0">
                  <a:moveTo>
                    <a:pt x="10283" y="603"/>
                  </a:moveTo>
                  <a:cubicBezTo>
                    <a:pt x="11007" y="603"/>
                    <a:pt x="11641" y="1086"/>
                    <a:pt x="11822" y="1781"/>
                  </a:cubicBezTo>
                  <a:cubicBezTo>
                    <a:pt x="11308" y="1689"/>
                    <a:pt x="10826" y="1629"/>
                    <a:pt x="10314" y="1629"/>
                  </a:cubicBezTo>
                  <a:cubicBezTo>
                    <a:pt x="9771" y="1629"/>
                    <a:pt x="9257" y="1689"/>
                    <a:pt x="8746" y="1781"/>
                  </a:cubicBezTo>
                  <a:cubicBezTo>
                    <a:pt x="8927" y="1086"/>
                    <a:pt x="9530" y="603"/>
                    <a:pt x="10283" y="603"/>
                  </a:cubicBezTo>
                  <a:close/>
                  <a:moveTo>
                    <a:pt x="10314" y="2232"/>
                  </a:moveTo>
                  <a:cubicBezTo>
                    <a:pt x="12124" y="2232"/>
                    <a:pt x="13873" y="2835"/>
                    <a:pt x="15289" y="3952"/>
                  </a:cubicBezTo>
                  <a:lnTo>
                    <a:pt x="14806" y="4434"/>
                  </a:lnTo>
                  <a:cubicBezTo>
                    <a:pt x="13511" y="3438"/>
                    <a:pt x="11943" y="2895"/>
                    <a:pt x="10314" y="2895"/>
                  </a:cubicBezTo>
                  <a:cubicBezTo>
                    <a:pt x="8654" y="2895"/>
                    <a:pt x="7086" y="3438"/>
                    <a:pt x="5791" y="4434"/>
                  </a:cubicBezTo>
                  <a:lnTo>
                    <a:pt x="5308" y="3952"/>
                  </a:lnTo>
                  <a:cubicBezTo>
                    <a:pt x="6724" y="2835"/>
                    <a:pt x="8473" y="2232"/>
                    <a:pt x="10314" y="2232"/>
                  </a:cubicBezTo>
                  <a:close/>
                  <a:moveTo>
                    <a:pt x="10314" y="3498"/>
                  </a:moveTo>
                  <a:cubicBezTo>
                    <a:pt x="11762" y="3498"/>
                    <a:pt x="13209" y="3981"/>
                    <a:pt x="14384" y="4885"/>
                  </a:cubicBezTo>
                  <a:lnTo>
                    <a:pt x="12968" y="6273"/>
                  </a:lnTo>
                  <a:cubicBezTo>
                    <a:pt x="12168" y="5746"/>
                    <a:pt x="11233" y="5482"/>
                    <a:pt x="10298" y="5482"/>
                  </a:cubicBezTo>
                  <a:cubicBezTo>
                    <a:pt x="9364" y="5482"/>
                    <a:pt x="8429" y="5746"/>
                    <a:pt x="7629" y="6273"/>
                  </a:cubicBezTo>
                  <a:lnTo>
                    <a:pt x="6213" y="4885"/>
                  </a:lnTo>
                  <a:cubicBezTo>
                    <a:pt x="7388" y="3981"/>
                    <a:pt x="8835" y="3498"/>
                    <a:pt x="10314" y="3498"/>
                  </a:cubicBezTo>
                  <a:close/>
                  <a:moveTo>
                    <a:pt x="4372" y="4041"/>
                  </a:moveTo>
                  <a:cubicBezTo>
                    <a:pt x="4464" y="4041"/>
                    <a:pt x="4553" y="4072"/>
                    <a:pt x="4613" y="4133"/>
                  </a:cubicBezTo>
                  <a:lnTo>
                    <a:pt x="7359" y="6847"/>
                  </a:lnTo>
                  <a:cubicBezTo>
                    <a:pt x="7479" y="6996"/>
                    <a:pt x="7479" y="7209"/>
                    <a:pt x="7359" y="7329"/>
                  </a:cubicBezTo>
                  <a:cubicBezTo>
                    <a:pt x="7298" y="7404"/>
                    <a:pt x="7208" y="7442"/>
                    <a:pt x="7118" y="7442"/>
                  </a:cubicBezTo>
                  <a:cubicBezTo>
                    <a:pt x="7027" y="7442"/>
                    <a:pt x="6937" y="7404"/>
                    <a:pt x="6876" y="7329"/>
                  </a:cubicBezTo>
                  <a:lnTo>
                    <a:pt x="4131" y="4615"/>
                  </a:lnTo>
                  <a:cubicBezTo>
                    <a:pt x="4070" y="4555"/>
                    <a:pt x="4042" y="4463"/>
                    <a:pt x="4042" y="4374"/>
                  </a:cubicBezTo>
                  <a:cubicBezTo>
                    <a:pt x="4042" y="4282"/>
                    <a:pt x="4070" y="4193"/>
                    <a:pt x="4131" y="4133"/>
                  </a:cubicBezTo>
                  <a:cubicBezTo>
                    <a:pt x="4222" y="4072"/>
                    <a:pt x="4283" y="4041"/>
                    <a:pt x="4372" y="4041"/>
                  </a:cubicBezTo>
                  <a:close/>
                  <a:moveTo>
                    <a:pt x="16225" y="4041"/>
                  </a:moveTo>
                  <a:cubicBezTo>
                    <a:pt x="16314" y="4041"/>
                    <a:pt x="16375" y="4072"/>
                    <a:pt x="16466" y="4133"/>
                  </a:cubicBezTo>
                  <a:cubicBezTo>
                    <a:pt x="16587" y="4253"/>
                    <a:pt x="16587" y="4495"/>
                    <a:pt x="16466" y="4615"/>
                  </a:cubicBezTo>
                  <a:lnTo>
                    <a:pt x="13721" y="7329"/>
                  </a:lnTo>
                  <a:cubicBezTo>
                    <a:pt x="13660" y="7404"/>
                    <a:pt x="13578" y="7442"/>
                    <a:pt x="13491" y="7442"/>
                  </a:cubicBezTo>
                  <a:cubicBezTo>
                    <a:pt x="13405" y="7442"/>
                    <a:pt x="13314" y="7404"/>
                    <a:pt x="13238" y="7329"/>
                  </a:cubicBezTo>
                  <a:cubicBezTo>
                    <a:pt x="13118" y="7209"/>
                    <a:pt x="13118" y="6996"/>
                    <a:pt x="13238" y="6847"/>
                  </a:cubicBezTo>
                  <a:lnTo>
                    <a:pt x="15984" y="4133"/>
                  </a:lnTo>
                  <a:cubicBezTo>
                    <a:pt x="16044" y="4072"/>
                    <a:pt x="16133" y="4041"/>
                    <a:pt x="16225" y="4041"/>
                  </a:cubicBezTo>
                  <a:close/>
                  <a:moveTo>
                    <a:pt x="18818" y="8746"/>
                  </a:moveTo>
                  <a:lnTo>
                    <a:pt x="18818" y="8746"/>
                  </a:lnTo>
                  <a:cubicBezTo>
                    <a:pt x="19482" y="8958"/>
                    <a:pt x="19964" y="9561"/>
                    <a:pt x="19964" y="10285"/>
                  </a:cubicBezTo>
                  <a:cubicBezTo>
                    <a:pt x="19964" y="11009"/>
                    <a:pt x="19482" y="11612"/>
                    <a:pt x="18818" y="11822"/>
                  </a:cubicBezTo>
                  <a:cubicBezTo>
                    <a:pt x="18908" y="11310"/>
                    <a:pt x="18968" y="10796"/>
                    <a:pt x="18968" y="10285"/>
                  </a:cubicBezTo>
                  <a:cubicBezTo>
                    <a:pt x="18968" y="9771"/>
                    <a:pt x="18908" y="9259"/>
                    <a:pt x="18818" y="8746"/>
                  </a:cubicBezTo>
                  <a:close/>
                  <a:moveTo>
                    <a:pt x="1779" y="8746"/>
                  </a:moveTo>
                  <a:cubicBezTo>
                    <a:pt x="1689" y="9228"/>
                    <a:pt x="1629" y="9771"/>
                    <a:pt x="1629" y="10285"/>
                  </a:cubicBezTo>
                  <a:cubicBezTo>
                    <a:pt x="1629" y="10796"/>
                    <a:pt x="1689" y="11339"/>
                    <a:pt x="1779" y="11853"/>
                  </a:cubicBezTo>
                  <a:cubicBezTo>
                    <a:pt x="1086" y="11641"/>
                    <a:pt x="604" y="11037"/>
                    <a:pt x="604" y="10285"/>
                  </a:cubicBezTo>
                  <a:cubicBezTo>
                    <a:pt x="604" y="9530"/>
                    <a:pt x="1086" y="8926"/>
                    <a:pt x="1779" y="8746"/>
                  </a:cubicBezTo>
                  <a:close/>
                  <a:moveTo>
                    <a:pt x="10298" y="6077"/>
                  </a:moveTo>
                  <a:cubicBezTo>
                    <a:pt x="11105" y="6077"/>
                    <a:pt x="11912" y="6303"/>
                    <a:pt x="12606" y="6755"/>
                  </a:cubicBezTo>
                  <a:cubicBezTo>
                    <a:pt x="12485" y="7117"/>
                    <a:pt x="12546" y="7510"/>
                    <a:pt x="12816" y="7781"/>
                  </a:cubicBezTo>
                  <a:cubicBezTo>
                    <a:pt x="12997" y="7961"/>
                    <a:pt x="13238" y="8053"/>
                    <a:pt x="13479" y="8053"/>
                  </a:cubicBezTo>
                  <a:cubicBezTo>
                    <a:pt x="13600" y="8053"/>
                    <a:pt x="13721" y="8022"/>
                    <a:pt x="13812" y="7993"/>
                  </a:cubicBezTo>
                  <a:cubicBezTo>
                    <a:pt x="14717" y="9380"/>
                    <a:pt x="14717" y="11189"/>
                    <a:pt x="13812" y="12577"/>
                  </a:cubicBezTo>
                  <a:cubicBezTo>
                    <a:pt x="13721" y="12545"/>
                    <a:pt x="13600" y="12516"/>
                    <a:pt x="13479" y="12516"/>
                  </a:cubicBezTo>
                  <a:cubicBezTo>
                    <a:pt x="13238" y="12516"/>
                    <a:pt x="12997" y="12637"/>
                    <a:pt x="12816" y="12787"/>
                  </a:cubicBezTo>
                  <a:cubicBezTo>
                    <a:pt x="12546" y="13059"/>
                    <a:pt x="12485" y="13481"/>
                    <a:pt x="12606" y="13812"/>
                  </a:cubicBezTo>
                  <a:cubicBezTo>
                    <a:pt x="11912" y="14264"/>
                    <a:pt x="11105" y="14490"/>
                    <a:pt x="10298" y="14490"/>
                  </a:cubicBezTo>
                  <a:cubicBezTo>
                    <a:pt x="9491" y="14490"/>
                    <a:pt x="8684" y="14264"/>
                    <a:pt x="7991" y="13812"/>
                  </a:cubicBezTo>
                  <a:cubicBezTo>
                    <a:pt x="8112" y="13481"/>
                    <a:pt x="8051" y="13059"/>
                    <a:pt x="7781" y="12787"/>
                  </a:cubicBezTo>
                  <a:cubicBezTo>
                    <a:pt x="7590" y="12618"/>
                    <a:pt x="7341" y="12523"/>
                    <a:pt x="7095" y="12523"/>
                  </a:cubicBezTo>
                  <a:cubicBezTo>
                    <a:pt x="6989" y="12523"/>
                    <a:pt x="6884" y="12541"/>
                    <a:pt x="6785" y="12577"/>
                  </a:cubicBezTo>
                  <a:cubicBezTo>
                    <a:pt x="6092" y="11551"/>
                    <a:pt x="5911" y="10285"/>
                    <a:pt x="6273" y="9078"/>
                  </a:cubicBezTo>
                  <a:lnTo>
                    <a:pt x="5699" y="8926"/>
                  </a:lnTo>
                  <a:lnTo>
                    <a:pt x="5699" y="8926"/>
                  </a:lnTo>
                  <a:cubicBezTo>
                    <a:pt x="5277" y="10285"/>
                    <a:pt x="5518" y="11761"/>
                    <a:pt x="6302" y="12939"/>
                  </a:cubicBezTo>
                  <a:lnTo>
                    <a:pt x="4886" y="14355"/>
                  </a:lnTo>
                  <a:cubicBezTo>
                    <a:pt x="4010" y="13180"/>
                    <a:pt x="3528" y="11761"/>
                    <a:pt x="3528" y="10285"/>
                  </a:cubicBezTo>
                  <a:cubicBezTo>
                    <a:pt x="3528" y="8806"/>
                    <a:pt x="4010" y="7390"/>
                    <a:pt x="4886" y="6212"/>
                  </a:cubicBezTo>
                  <a:lnTo>
                    <a:pt x="6454" y="7781"/>
                  </a:lnTo>
                  <a:cubicBezTo>
                    <a:pt x="6635" y="7961"/>
                    <a:pt x="6876" y="8053"/>
                    <a:pt x="7118" y="8053"/>
                  </a:cubicBezTo>
                  <a:cubicBezTo>
                    <a:pt x="7359" y="8053"/>
                    <a:pt x="7600" y="7961"/>
                    <a:pt x="7781" y="7781"/>
                  </a:cubicBezTo>
                  <a:cubicBezTo>
                    <a:pt x="8051" y="7510"/>
                    <a:pt x="8112" y="7117"/>
                    <a:pt x="7991" y="6755"/>
                  </a:cubicBezTo>
                  <a:cubicBezTo>
                    <a:pt x="8684" y="6303"/>
                    <a:pt x="9491" y="6077"/>
                    <a:pt x="10298" y="6077"/>
                  </a:cubicBezTo>
                  <a:close/>
                  <a:moveTo>
                    <a:pt x="3981" y="5279"/>
                  </a:moveTo>
                  <a:lnTo>
                    <a:pt x="4464" y="5790"/>
                  </a:lnTo>
                  <a:cubicBezTo>
                    <a:pt x="3467" y="7057"/>
                    <a:pt x="2925" y="8656"/>
                    <a:pt x="2925" y="10285"/>
                  </a:cubicBezTo>
                  <a:cubicBezTo>
                    <a:pt x="2925" y="11913"/>
                    <a:pt x="3467" y="13510"/>
                    <a:pt x="4464" y="14777"/>
                  </a:cubicBezTo>
                  <a:lnTo>
                    <a:pt x="3981" y="15291"/>
                  </a:lnTo>
                  <a:cubicBezTo>
                    <a:pt x="2864" y="13872"/>
                    <a:pt x="2232" y="12094"/>
                    <a:pt x="2232" y="10285"/>
                  </a:cubicBezTo>
                  <a:cubicBezTo>
                    <a:pt x="2232" y="8475"/>
                    <a:pt x="2864" y="6695"/>
                    <a:pt x="3981" y="5279"/>
                  </a:cubicBezTo>
                  <a:close/>
                  <a:moveTo>
                    <a:pt x="16616" y="5279"/>
                  </a:moveTo>
                  <a:cubicBezTo>
                    <a:pt x="17733" y="6695"/>
                    <a:pt x="18365" y="8475"/>
                    <a:pt x="18365" y="10285"/>
                  </a:cubicBezTo>
                  <a:cubicBezTo>
                    <a:pt x="18365" y="12094"/>
                    <a:pt x="17733" y="13872"/>
                    <a:pt x="16616" y="15291"/>
                  </a:cubicBezTo>
                  <a:lnTo>
                    <a:pt x="14295" y="12939"/>
                  </a:lnTo>
                  <a:cubicBezTo>
                    <a:pt x="15381" y="11339"/>
                    <a:pt x="15381" y="9228"/>
                    <a:pt x="14295" y="7631"/>
                  </a:cubicBezTo>
                  <a:lnTo>
                    <a:pt x="15711" y="6212"/>
                  </a:lnTo>
                  <a:cubicBezTo>
                    <a:pt x="16587" y="7390"/>
                    <a:pt x="17069" y="8806"/>
                    <a:pt x="17069" y="10285"/>
                  </a:cubicBezTo>
                  <a:cubicBezTo>
                    <a:pt x="17069" y="11370"/>
                    <a:pt x="16828" y="12396"/>
                    <a:pt x="16346" y="13361"/>
                  </a:cubicBezTo>
                  <a:lnTo>
                    <a:pt x="16857" y="13631"/>
                  </a:lnTo>
                  <a:cubicBezTo>
                    <a:pt x="17400" y="12606"/>
                    <a:pt x="17672" y="11460"/>
                    <a:pt x="17672" y="10285"/>
                  </a:cubicBezTo>
                  <a:cubicBezTo>
                    <a:pt x="17672" y="8656"/>
                    <a:pt x="17130" y="7057"/>
                    <a:pt x="16133" y="5790"/>
                  </a:cubicBezTo>
                  <a:lnTo>
                    <a:pt x="16616" y="5279"/>
                  </a:lnTo>
                  <a:close/>
                  <a:moveTo>
                    <a:pt x="7118" y="13119"/>
                  </a:moveTo>
                  <a:cubicBezTo>
                    <a:pt x="7207" y="13119"/>
                    <a:pt x="7298" y="13148"/>
                    <a:pt x="7359" y="13240"/>
                  </a:cubicBezTo>
                  <a:cubicBezTo>
                    <a:pt x="7479" y="13361"/>
                    <a:pt x="7479" y="13571"/>
                    <a:pt x="7359" y="13723"/>
                  </a:cubicBezTo>
                  <a:lnTo>
                    <a:pt x="4613" y="16437"/>
                  </a:lnTo>
                  <a:cubicBezTo>
                    <a:pt x="4553" y="16497"/>
                    <a:pt x="4464" y="16526"/>
                    <a:pt x="4372" y="16526"/>
                  </a:cubicBezTo>
                  <a:cubicBezTo>
                    <a:pt x="4283" y="16526"/>
                    <a:pt x="4222" y="16497"/>
                    <a:pt x="4131" y="16437"/>
                  </a:cubicBezTo>
                  <a:cubicBezTo>
                    <a:pt x="4010" y="16316"/>
                    <a:pt x="4010" y="16104"/>
                    <a:pt x="4131" y="15954"/>
                  </a:cubicBezTo>
                  <a:lnTo>
                    <a:pt x="6876" y="13240"/>
                  </a:lnTo>
                  <a:cubicBezTo>
                    <a:pt x="6937" y="13148"/>
                    <a:pt x="7026" y="13119"/>
                    <a:pt x="7118" y="13119"/>
                  </a:cubicBezTo>
                  <a:close/>
                  <a:moveTo>
                    <a:pt x="13479" y="13119"/>
                  </a:moveTo>
                  <a:cubicBezTo>
                    <a:pt x="13571" y="13119"/>
                    <a:pt x="13660" y="13180"/>
                    <a:pt x="13721" y="13240"/>
                  </a:cubicBezTo>
                  <a:lnTo>
                    <a:pt x="16466" y="15954"/>
                  </a:lnTo>
                  <a:cubicBezTo>
                    <a:pt x="16526" y="16015"/>
                    <a:pt x="16555" y="16104"/>
                    <a:pt x="16555" y="16195"/>
                  </a:cubicBezTo>
                  <a:cubicBezTo>
                    <a:pt x="16555" y="16285"/>
                    <a:pt x="16526" y="16376"/>
                    <a:pt x="16466" y="16437"/>
                  </a:cubicBezTo>
                  <a:cubicBezTo>
                    <a:pt x="16390" y="16512"/>
                    <a:pt x="16300" y="16549"/>
                    <a:pt x="16213" y="16549"/>
                  </a:cubicBezTo>
                  <a:cubicBezTo>
                    <a:pt x="16127" y="16549"/>
                    <a:pt x="16044" y="16512"/>
                    <a:pt x="15984" y="16437"/>
                  </a:cubicBezTo>
                  <a:lnTo>
                    <a:pt x="13238" y="13723"/>
                  </a:lnTo>
                  <a:cubicBezTo>
                    <a:pt x="13118" y="13571"/>
                    <a:pt x="13118" y="13361"/>
                    <a:pt x="13238" y="13240"/>
                  </a:cubicBezTo>
                  <a:cubicBezTo>
                    <a:pt x="13299" y="13180"/>
                    <a:pt x="13390" y="13119"/>
                    <a:pt x="13479" y="13119"/>
                  </a:cubicBezTo>
                  <a:close/>
                  <a:moveTo>
                    <a:pt x="12968" y="14294"/>
                  </a:moveTo>
                  <a:lnTo>
                    <a:pt x="14384" y="15713"/>
                  </a:lnTo>
                  <a:cubicBezTo>
                    <a:pt x="13209" y="16586"/>
                    <a:pt x="11762" y="17069"/>
                    <a:pt x="10314" y="17069"/>
                  </a:cubicBezTo>
                  <a:cubicBezTo>
                    <a:pt x="8835" y="17069"/>
                    <a:pt x="7388" y="16586"/>
                    <a:pt x="6213" y="15713"/>
                  </a:cubicBezTo>
                  <a:lnTo>
                    <a:pt x="7629" y="14294"/>
                  </a:lnTo>
                  <a:cubicBezTo>
                    <a:pt x="8444" y="14808"/>
                    <a:pt x="9378" y="15078"/>
                    <a:pt x="10314" y="15078"/>
                  </a:cubicBezTo>
                  <a:cubicBezTo>
                    <a:pt x="11219" y="15078"/>
                    <a:pt x="12153" y="14808"/>
                    <a:pt x="12968" y="14294"/>
                  </a:cubicBezTo>
                  <a:close/>
                  <a:moveTo>
                    <a:pt x="14806" y="16135"/>
                  </a:moveTo>
                  <a:lnTo>
                    <a:pt x="15289" y="16618"/>
                  </a:lnTo>
                  <a:cubicBezTo>
                    <a:pt x="13873" y="17732"/>
                    <a:pt x="12124" y="18335"/>
                    <a:pt x="10314" y="18335"/>
                  </a:cubicBezTo>
                  <a:cubicBezTo>
                    <a:pt x="8473" y="18335"/>
                    <a:pt x="6724" y="17732"/>
                    <a:pt x="5308" y="16618"/>
                  </a:cubicBezTo>
                  <a:lnTo>
                    <a:pt x="5791" y="16135"/>
                  </a:lnTo>
                  <a:cubicBezTo>
                    <a:pt x="7086" y="17129"/>
                    <a:pt x="8654" y="17672"/>
                    <a:pt x="10314" y="17672"/>
                  </a:cubicBezTo>
                  <a:cubicBezTo>
                    <a:pt x="11943" y="17672"/>
                    <a:pt x="13511" y="17129"/>
                    <a:pt x="14806" y="16135"/>
                  </a:cubicBezTo>
                  <a:close/>
                  <a:moveTo>
                    <a:pt x="8746" y="18818"/>
                  </a:moveTo>
                  <a:cubicBezTo>
                    <a:pt x="9257" y="18910"/>
                    <a:pt x="9771" y="18939"/>
                    <a:pt x="10314" y="18939"/>
                  </a:cubicBezTo>
                  <a:cubicBezTo>
                    <a:pt x="10826" y="18939"/>
                    <a:pt x="11308" y="18910"/>
                    <a:pt x="11822" y="18818"/>
                  </a:cubicBezTo>
                  <a:lnTo>
                    <a:pt x="11822" y="18818"/>
                  </a:lnTo>
                  <a:cubicBezTo>
                    <a:pt x="11641" y="19481"/>
                    <a:pt x="11007" y="19964"/>
                    <a:pt x="10283" y="19964"/>
                  </a:cubicBezTo>
                  <a:cubicBezTo>
                    <a:pt x="9530" y="19964"/>
                    <a:pt x="8927" y="19481"/>
                    <a:pt x="8746" y="18818"/>
                  </a:cubicBezTo>
                  <a:close/>
                  <a:moveTo>
                    <a:pt x="10283" y="0"/>
                  </a:moveTo>
                  <a:cubicBezTo>
                    <a:pt x="9168" y="0"/>
                    <a:pt x="8232" y="816"/>
                    <a:pt x="8083" y="1901"/>
                  </a:cubicBezTo>
                  <a:cubicBezTo>
                    <a:pt x="6905" y="2232"/>
                    <a:pt x="5791" y="2775"/>
                    <a:pt x="4855" y="3559"/>
                  </a:cubicBezTo>
                  <a:cubicBezTo>
                    <a:pt x="4705" y="3469"/>
                    <a:pt x="4553" y="3438"/>
                    <a:pt x="4372" y="3438"/>
                  </a:cubicBezTo>
                  <a:cubicBezTo>
                    <a:pt x="4131" y="3438"/>
                    <a:pt x="3890" y="3530"/>
                    <a:pt x="3709" y="3711"/>
                  </a:cubicBezTo>
                  <a:cubicBezTo>
                    <a:pt x="3528" y="3892"/>
                    <a:pt x="3438" y="4133"/>
                    <a:pt x="3438" y="4374"/>
                  </a:cubicBezTo>
                  <a:cubicBezTo>
                    <a:pt x="3438" y="4524"/>
                    <a:pt x="3467" y="4705"/>
                    <a:pt x="3559" y="4825"/>
                  </a:cubicBezTo>
                  <a:cubicBezTo>
                    <a:pt x="2775" y="5790"/>
                    <a:pt x="2232" y="6907"/>
                    <a:pt x="1931" y="8082"/>
                  </a:cubicBezTo>
                  <a:cubicBezTo>
                    <a:pt x="814" y="8234"/>
                    <a:pt x="1" y="9168"/>
                    <a:pt x="1" y="10285"/>
                  </a:cubicBezTo>
                  <a:cubicBezTo>
                    <a:pt x="1" y="11399"/>
                    <a:pt x="814" y="12335"/>
                    <a:pt x="1931" y="12485"/>
                  </a:cubicBezTo>
                  <a:cubicBezTo>
                    <a:pt x="2232" y="13662"/>
                    <a:pt x="2775" y="14777"/>
                    <a:pt x="3559" y="15742"/>
                  </a:cubicBezTo>
                  <a:cubicBezTo>
                    <a:pt x="3347" y="16104"/>
                    <a:pt x="3407" y="16557"/>
                    <a:pt x="3709" y="16859"/>
                  </a:cubicBezTo>
                  <a:cubicBezTo>
                    <a:pt x="3890" y="17040"/>
                    <a:pt x="4131" y="17129"/>
                    <a:pt x="4372" y="17129"/>
                  </a:cubicBezTo>
                  <a:cubicBezTo>
                    <a:pt x="4553" y="17129"/>
                    <a:pt x="4705" y="17100"/>
                    <a:pt x="4855" y="17008"/>
                  </a:cubicBezTo>
                  <a:cubicBezTo>
                    <a:pt x="5791" y="17793"/>
                    <a:pt x="6905" y="18367"/>
                    <a:pt x="8083" y="18668"/>
                  </a:cubicBezTo>
                  <a:cubicBezTo>
                    <a:pt x="8232" y="19754"/>
                    <a:pt x="9168" y="20567"/>
                    <a:pt x="10283" y="20567"/>
                  </a:cubicBezTo>
                  <a:cubicBezTo>
                    <a:pt x="11400" y="20567"/>
                    <a:pt x="12305" y="19754"/>
                    <a:pt x="12454" y="18668"/>
                  </a:cubicBezTo>
                  <a:cubicBezTo>
                    <a:pt x="13660" y="18367"/>
                    <a:pt x="14777" y="17793"/>
                    <a:pt x="15742" y="17008"/>
                  </a:cubicBezTo>
                  <a:cubicBezTo>
                    <a:pt x="15892" y="17100"/>
                    <a:pt x="16044" y="17129"/>
                    <a:pt x="16225" y="17129"/>
                  </a:cubicBezTo>
                  <a:cubicBezTo>
                    <a:pt x="16466" y="17129"/>
                    <a:pt x="16707" y="17040"/>
                    <a:pt x="16888" y="16859"/>
                  </a:cubicBezTo>
                  <a:cubicBezTo>
                    <a:pt x="17069" y="16678"/>
                    <a:pt x="17159" y="16466"/>
                    <a:pt x="17159" y="16195"/>
                  </a:cubicBezTo>
                  <a:cubicBezTo>
                    <a:pt x="17159" y="16043"/>
                    <a:pt x="17130" y="15863"/>
                    <a:pt x="17038" y="15742"/>
                  </a:cubicBezTo>
                  <a:cubicBezTo>
                    <a:pt x="17822" y="14777"/>
                    <a:pt x="18365" y="13662"/>
                    <a:pt x="18698" y="12485"/>
                  </a:cubicBezTo>
                  <a:cubicBezTo>
                    <a:pt x="19752" y="12304"/>
                    <a:pt x="20568" y="11399"/>
                    <a:pt x="20568" y="10285"/>
                  </a:cubicBezTo>
                  <a:cubicBezTo>
                    <a:pt x="20568" y="9168"/>
                    <a:pt x="19752" y="8263"/>
                    <a:pt x="18698" y="8113"/>
                  </a:cubicBezTo>
                  <a:cubicBezTo>
                    <a:pt x="18365" y="6907"/>
                    <a:pt x="17822" y="5790"/>
                    <a:pt x="17038" y="4825"/>
                  </a:cubicBezTo>
                  <a:cubicBezTo>
                    <a:pt x="17250" y="4463"/>
                    <a:pt x="17190" y="4012"/>
                    <a:pt x="16888" y="3711"/>
                  </a:cubicBezTo>
                  <a:cubicBezTo>
                    <a:pt x="16706" y="3529"/>
                    <a:pt x="16459" y="3435"/>
                    <a:pt x="16211" y="3435"/>
                  </a:cubicBezTo>
                  <a:cubicBezTo>
                    <a:pt x="16049" y="3435"/>
                    <a:pt x="15886" y="3475"/>
                    <a:pt x="15742" y="3559"/>
                  </a:cubicBezTo>
                  <a:cubicBezTo>
                    <a:pt x="14777" y="2775"/>
                    <a:pt x="13660" y="2203"/>
                    <a:pt x="12454" y="1901"/>
                  </a:cubicBezTo>
                  <a:cubicBezTo>
                    <a:pt x="12305" y="816"/>
                    <a:pt x="11400" y="0"/>
                    <a:pt x="10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67"/>
            <p:cNvSpPr/>
            <p:nvPr/>
          </p:nvSpPr>
          <p:spPr>
            <a:xfrm>
              <a:off x="1968334" y="2125477"/>
              <a:ext cx="14405" cy="15145"/>
            </a:xfrm>
            <a:custGeom>
              <a:avLst/>
              <a:gdLst/>
              <a:ahLst/>
              <a:cxnLst/>
              <a:rect l="l" t="t" r="r" b="b"/>
              <a:pathLst>
                <a:path w="604" h="635" extrusionOk="0">
                  <a:moveTo>
                    <a:pt x="0" y="0"/>
                  </a:moveTo>
                  <a:lnTo>
                    <a:pt x="0" y="635"/>
                  </a:lnTo>
                  <a:lnTo>
                    <a:pt x="603" y="635"/>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67"/>
            <p:cNvSpPr/>
            <p:nvPr/>
          </p:nvSpPr>
          <p:spPr>
            <a:xfrm>
              <a:off x="2244517" y="2125477"/>
              <a:ext cx="14405" cy="15145"/>
            </a:xfrm>
            <a:custGeom>
              <a:avLst/>
              <a:gdLst/>
              <a:ahLst/>
              <a:cxnLst/>
              <a:rect l="l" t="t" r="r" b="b"/>
              <a:pathLst>
                <a:path w="604" h="635" extrusionOk="0">
                  <a:moveTo>
                    <a:pt x="0" y="0"/>
                  </a:moveTo>
                  <a:lnTo>
                    <a:pt x="0" y="635"/>
                  </a:lnTo>
                  <a:lnTo>
                    <a:pt x="604" y="635"/>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 name="Google Shape;1060;p67"/>
          <p:cNvGrpSpPr/>
          <p:nvPr/>
        </p:nvGrpSpPr>
        <p:grpSpPr>
          <a:xfrm>
            <a:off x="2655238" y="1989525"/>
            <a:ext cx="321498" cy="490523"/>
            <a:chOff x="2655238" y="1895325"/>
            <a:chExt cx="321498" cy="490523"/>
          </a:xfrm>
        </p:grpSpPr>
        <p:sp>
          <p:nvSpPr>
            <p:cNvPr id="1061" name="Google Shape;1061;p67"/>
            <p:cNvSpPr/>
            <p:nvPr/>
          </p:nvSpPr>
          <p:spPr>
            <a:xfrm>
              <a:off x="2762372" y="2325412"/>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67"/>
            <p:cNvSpPr/>
            <p:nvPr/>
          </p:nvSpPr>
          <p:spPr>
            <a:xfrm>
              <a:off x="2808403" y="2325412"/>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67"/>
            <p:cNvSpPr/>
            <p:nvPr/>
          </p:nvSpPr>
          <p:spPr>
            <a:xfrm>
              <a:off x="2854433" y="2325412"/>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67"/>
            <p:cNvSpPr/>
            <p:nvPr/>
          </p:nvSpPr>
          <p:spPr>
            <a:xfrm>
              <a:off x="2783957" y="2166499"/>
              <a:ext cx="65492" cy="97093"/>
            </a:xfrm>
            <a:custGeom>
              <a:avLst/>
              <a:gdLst/>
              <a:ahLst/>
              <a:cxnLst/>
              <a:rect l="l" t="t" r="r" b="b"/>
              <a:pathLst>
                <a:path w="2746" h="4071" extrusionOk="0">
                  <a:moveTo>
                    <a:pt x="1358" y="1086"/>
                  </a:moveTo>
                  <a:cubicBezTo>
                    <a:pt x="1901" y="1899"/>
                    <a:pt x="2142" y="2502"/>
                    <a:pt x="2142" y="2683"/>
                  </a:cubicBezTo>
                  <a:cubicBezTo>
                    <a:pt x="2142" y="3105"/>
                    <a:pt x="1781" y="3467"/>
                    <a:pt x="1358" y="3467"/>
                  </a:cubicBezTo>
                  <a:cubicBezTo>
                    <a:pt x="936" y="3467"/>
                    <a:pt x="603" y="3105"/>
                    <a:pt x="603" y="2683"/>
                  </a:cubicBezTo>
                  <a:cubicBezTo>
                    <a:pt x="603" y="2502"/>
                    <a:pt x="844" y="1899"/>
                    <a:pt x="1358" y="1086"/>
                  </a:cubicBezTo>
                  <a:close/>
                  <a:moveTo>
                    <a:pt x="1358" y="0"/>
                  </a:moveTo>
                  <a:lnTo>
                    <a:pt x="1117" y="362"/>
                  </a:lnTo>
                  <a:cubicBezTo>
                    <a:pt x="936" y="632"/>
                    <a:pt x="0" y="2051"/>
                    <a:pt x="0" y="2683"/>
                  </a:cubicBezTo>
                  <a:cubicBezTo>
                    <a:pt x="0" y="3438"/>
                    <a:pt x="603" y="4070"/>
                    <a:pt x="1358" y="4070"/>
                  </a:cubicBezTo>
                  <a:cubicBezTo>
                    <a:pt x="2111" y="4070"/>
                    <a:pt x="2746" y="3438"/>
                    <a:pt x="2746" y="2683"/>
                  </a:cubicBezTo>
                  <a:cubicBezTo>
                    <a:pt x="2746" y="2051"/>
                    <a:pt x="1809" y="632"/>
                    <a:pt x="1600" y="362"/>
                  </a:cubicBezTo>
                  <a:lnTo>
                    <a:pt x="13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67"/>
            <p:cNvSpPr/>
            <p:nvPr/>
          </p:nvSpPr>
          <p:spPr>
            <a:xfrm>
              <a:off x="2655238" y="1895325"/>
              <a:ext cx="14405" cy="230176"/>
            </a:xfrm>
            <a:custGeom>
              <a:avLst/>
              <a:gdLst/>
              <a:ahLst/>
              <a:cxnLst/>
              <a:rect l="l" t="t" r="r" b="b"/>
              <a:pathLst>
                <a:path w="604" h="9651" extrusionOk="0">
                  <a:moveTo>
                    <a:pt x="0" y="0"/>
                  </a:moveTo>
                  <a:lnTo>
                    <a:pt x="0" y="9650"/>
                  </a:lnTo>
                  <a:lnTo>
                    <a:pt x="603" y="9650"/>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67"/>
            <p:cNvSpPr/>
            <p:nvPr/>
          </p:nvSpPr>
          <p:spPr>
            <a:xfrm>
              <a:off x="2655930" y="1895325"/>
              <a:ext cx="320806" cy="490523"/>
            </a:xfrm>
            <a:custGeom>
              <a:avLst/>
              <a:gdLst/>
              <a:ahLst/>
              <a:cxnLst/>
              <a:rect l="l" t="t" r="r" b="b"/>
              <a:pathLst>
                <a:path w="13451" h="20567" extrusionOk="0">
                  <a:moveTo>
                    <a:pt x="8987" y="3559"/>
                  </a:moveTo>
                  <a:lnTo>
                    <a:pt x="8987" y="4524"/>
                  </a:lnTo>
                  <a:lnTo>
                    <a:pt x="4434" y="4524"/>
                  </a:lnTo>
                  <a:lnTo>
                    <a:pt x="4434" y="3559"/>
                  </a:lnTo>
                  <a:lnTo>
                    <a:pt x="5127" y="3559"/>
                  </a:lnTo>
                  <a:lnTo>
                    <a:pt x="5127" y="3892"/>
                  </a:lnTo>
                  <a:lnTo>
                    <a:pt x="5730" y="3892"/>
                  </a:lnTo>
                  <a:lnTo>
                    <a:pt x="5730" y="3559"/>
                  </a:lnTo>
                  <a:lnTo>
                    <a:pt x="6393" y="3559"/>
                  </a:lnTo>
                  <a:lnTo>
                    <a:pt x="6393" y="3892"/>
                  </a:lnTo>
                  <a:lnTo>
                    <a:pt x="6997" y="3892"/>
                  </a:lnTo>
                  <a:lnTo>
                    <a:pt x="6997" y="3559"/>
                  </a:lnTo>
                  <a:lnTo>
                    <a:pt x="7691" y="3559"/>
                  </a:lnTo>
                  <a:lnTo>
                    <a:pt x="7691" y="3892"/>
                  </a:lnTo>
                  <a:lnTo>
                    <a:pt x="8294" y="3892"/>
                  </a:lnTo>
                  <a:lnTo>
                    <a:pt x="8294" y="3559"/>
                  </a:lnTo>
                  <a:close/>
                  <a:moveTo>
                    <a:pt x="7691" y="5127"/>
                  </a:moveTo>
                  <a:lnTo>
                    <a:pt x="7691" y="5822"/>
                  </a:lnTo>
                  <a:lnTo>
                    <a:pt x="5730" y="5822"/>
                  </a:lnTo>
                  <a:lnTo>
                    <a:pt x="5730" y="5127"/>
                  </a:lnTo>
                  <a:close/>
                  <a:moveTo>
                    <a:pt x="11218" y="6425"/>
                  </a:moveTo>
                  <a:cubicBezTo>
                    <a:pt x="11431" y="6425"/>
                    <a:pt x="11551" y="6574"/>
                    <a:pt x="11551" y="6755"/>
                  </a:cubicBezTo>
                  <a:lnTo>
                    <a:pt x="11551" y="9682"/>
                  </a:lnTo>
                  <a:lnTo>
                    <a:pt x="10857" y="9682"/>
                  </a:lnTo>
                  <a:lnTo>
                    <a:pt x="10857" y="8717"/>
                  </a:lnTo>
                  <a:lnTo>
                    <a:pt x="10253" y="8717"/>
                  </a:lnTo>
                  <a:lnTo>
                    <a:pt x="10253" y="9682"/>
                  </a:lnTo>
                  <a:lnTo>
                    <a:pt x="1870" y="9682"/>
                  </a:lnTo>
                  <a:lnTo>
                    <a:pt x="1870" y="6755"/>
                  </a:lnTo>
                  <a:cubicBezTo>
                    <a:pt x="1870" y="6574"/>
                    <a:pt x="2022" y="6425"/>
                    <a:pt x="2232" y="6425"/>
                  </a:cubicBezTo>
                  <a:close/>
                  <a:moveTo>
                    <a:pt x="936" y="10917"/>
                  </a:moveTo>
                  <a:cubicBezTo>
                    <a:pt x="1117" y="10917"/>
                    <a:pt x="1267" y="11069"/>
                    <a:pt x="1267" y="11279"/>
                  </a:cubicBezTo>
                  <a:cubicBezTo>
                    <a:pt x="1267" y="11460"/>
                    <a:pt x="1117" y="11612"/>
                    <a:pt x="936" y="11612"/>
                  </a:cubicBezTo>
                  <a:cubicBezTo>
                    <a:pt x="755" y="11612"/>
                    <a:pt x="603" y="11460"/>
                    <a:pt x="603" y="11279"/>
                  </a:cubicBezTo>
                  <a:cubicBezTo>
                    <a:pt x="603" y="11069"/>
                    <a:pt x="755" y="10917"/>
                    <a:pt x="936" y="10917"/>
                  </a:cubicBezTo>
                  <a:close/>
                  <a:moveTo>
                    <a:pt x="12516" y="10917"/>
                  </a:moveTo>
                  <a:cubicBezTo>
                    <a:pt x="12697" y="10917"/>
                    <a:pt x="12847" y="11069"/>
                    <a:pt x="12847" y="11279"/>
                  </a:cubicBezTo>
                  <a:cubicBezTo>
                    <a:pt x="12847" y="11460"/>
                    <a:pt x="12697" y="11612"/>
                    <a:pt x="12516" y="11612"/>
                  </a:cubicBezTo>
                  <a:cubicBezTo>
                    <a:pt x="12336" y="11612"/>
                    <a:pt x="12184" y="11460"/>
                    <a:pt x="12184" y="11279"/>
                  </a:cubicBezTo>
                  <a:cubicBezTo>
                    <a:pt x="12184" y="11069"/>
                    <a:pt x="12336" y="10917"/>
                    <a:pt x="12516" y="10917"/>
                  </a:cubicBezTo>
                  <a:close/>
                  <a:moveTo>
                    <a:pt x="11551" y="10285"/>
                  </a:moveTo>
                  <a:lnTo>
                    <a:pt x="11551" y="16104"/>
                  </a:lnTo>
                  <a:lnTo>
                    <a:pt x="10857" y="16104"/>
                  </a:lnTo>
                  <a:lnTo>
                    <a:pt x="10857" y="10285"/>
                  </a:lnTo>
                  <a:close/>
                  <a:moveTo>
                    <a:pt x="10253" y="10285"/>
                  </a:moveTo>
                  <a:lnTo>
                    <a:pt x="10253" y="17732"/>
                  </a:lnTo>
                  <a:lnTo>
                    <a:pt x="10857" y="17732"/>
                  </a:lnTo>
                  <a:lnTo>
                    <a:pt x="10857" y="16707"/>
                  </a:lnTo>
                  <a:lnTo>
                    <a:pt x="11551" y="16707"/>
                  </a:lnTo>
                  <a:lnTo>
                    <a:pt x="11551" y="19633"/>
                  </a:lnTo>
                  <a:cubicBezTo>
                    <a:pt x="11551" y="19814"/>
                    <a:pt x="11431" y="19964"/>
                    <a:pt x="11218" y="19964"/>
                  </a:cubicBezTo>
                  <a:lnTo>
                    <a:pt x="2232" y="19964"/>
                  </a:lnTo>
                  <a:cubicBezTo>
                    <a:pt x="2022" y="19964"/>
                    <a:pt x="1870" y="19814"/>
                    <a:pt x="1870" y="19633"/>
                  </a:cubicBezTo>
                  <a:lnTo>
                    <a:pt x="1870" y="16707"/>
                  </a:lnTo>
                  <a:lnTo>
                    <a:pt x="9288" y="16707"/>
                  </a:lnTo>
                  <a:lnTo>
                    <a:pt x="9288" y="16104"/>
                  </a:lnTo>
                  <a:lnTo>
                    <a:pt x="1870" y="16104"/>
                  </a:lnTo>
                  <a:lnTo>
                    <a:pt x="1870" y="10285"/>
                  </a:lnTo>
                  <a:close/>
                  <a:moveTo>
                    <a:pt x="12847" y="0"/>
                  </a:moveTo>
                  <a:lnTo>
                    <a:pt x="12847" y="10405"/>
                  </a:lnTo>
                  <a:cubicBezTo>
                    <a:pt x="12758" y="10345"/>
                    <a:pt x="12606" y="10314"/>
                    <a:pt x="12485" y="10314"/>
                  </a:cubicBezTo>
                  <a:cubicBezTo>
                    <a:pt x="12364" y="10314"/>
                    <a:pt x="12275" y="10345"/>
                    <a:pt x="12155" y="10405"/>
                  </a:cubicBezTo>
                  <a:lnTo>
                    <a:pt x="12155" y="6755"/>
                  </a:lnTo>
                  <a:cubicBezTo>
                    <a:pt x="12155" y="6244"/>
                    <a:pt x="11761" y="5822"/>
                    <a:pt x="11218" y="5822"/>
                  </a:cubicBezTo>
                  <a:lnTo>
                    <a:pt x="8294" y="5822"/>
                  </a:lnTo>
                  <a:lnTo>
                    <a:pt x="8294" y="5127"/>
                  </a:lnTo>
                  <a:lnTo>
                    <a:pt x="9590" y="5127"/>
                  </a:lnTo>
                  <a:lnTo>
                    <a:pt x="9590" y="2955"/>
                  </a:lnTo>
                  <a:lnTo>
                    <a:pt x="3831" y="2955"/>
                  </a:lnTo>
                  <a:lnTo>
                    <a:pt x="3831" y="5127"/>
                  </a:lnTo>
                  <a:lnTo>
                    <a:pt x="5127" y="5127"/>
                  </a:lnTo>
                  <a:lnTo>
                    <a:pt x="5127" y="5822"/>
                  </a:lnTo>
                  <a:lnTo>
                    <a:pt x="2232" y="5822"/>
                  </a:lnTo>
                  <a:cubicBezTo>
                    <a:pt x="1689" y="5822"/>
                    <a:pt x="1267" y="6244"/>
                    <a:pt x="1267" y="6755"/>
                  </a:cubicBezTo>
                  <a:lnTo>
                    <a:pt x="1267" y="10405"/>
                  </a:lnTo>
                  <a:cubicBezTo>
                    <a:pt x="1177" y="10345"/>
                    <a:pt x="1057" y="10314"/>
                    <a:pt x="936" y="10314"/>
                  </a:cubicBezTo>
                  <a:cubicBezTo>
                    <a:pt x="393" y="10314"/>
                    <a:pt x="0" y="10736"/>
                    <a:pt x="0" y="11279"/>
                  </a:cubicBezTo>
                  <a:cubicBezTo>
                    <a:pt x="0" y="11793"/>
                    <a:pt x="393" y="12215"/>
                    <a:pt x="936" y="12215"/>
                  </a:cubicBezTo>
                  <a:cubicBezTo>
                    <a:pt x="1057" y="12215"/>
                    <a:pt x="1177" y="12183"/>
                    <a:pt x="1267" y="12154"/>
                  </a:cubicBezTo>
                  <a:lnTo>
                    <a:pt x="1267" y="19633"/>
                  </a:lnTo>
                  <a:cubicBezTo>
                    <a:pt x="1267" y="20145"/>
                    <a:pt x="1689" y="20567"/>
                    <a:pt x="2232" y="20567"/>
                  </a:cubicBezTo>
                  <a:lnTo>
                    <a:pt x="11218" y="20567"/>
                  </a:lnTo>
                  <a:cubicBezTo>
                    <a:pt x="11761" y="20567"/>
                    <a:pt x="12155" y="20145"/>
                    <a:pt x="12155" y="19633"/>
                  </a:cubicBezTo>
                  <a:lnTo>
                    <a:pt x="12155" y="12154"/>
                  </a:lnTo>
                  <a:cubicBezTo>
                    <a:pt x="12275" y="12183"/>
                    <a:pt x="12364" y="12215"/>
                    <a:pt x="12485" y="12215"/>
                  </a:cubicBezTo>
                  <a:cubicBezTo>
                    <a:pt x="13028" y="12215"/>
                    <a:pt x="13450" y="11793"/>
                    <a:pt x="13450" y="11279"/>
                  </a:cubicBezTo>
                  <a:lnTo>
                    <a:pt x="134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 name="Google Shape;1067;p67"/>
          <p:cNvGrpSpPr/>
          <p:nvPr/>
        </p:nvGrpSpPr>
        <p:grpSpPr>
          <a:xfrm>
            <a:off x="3311876" y="1989525"/>
            <a:ext cx="412867" cy="490523"/>
            <a:chOff x="3311876" y="1895325"/>
            <a:chExt cx="412867" cy="490523"/>
          </a:xfrm>
        </p:grpSpPr>
        <p:sp>
          <p:nvSpPr>
            <p:cNvPr id="1068" name="Google Shape;1068;p67"/>
            <p:cNvSpPr/>
            <p:nvPr/>
          </p:nvSpPr>
          <p:spPr>
            <a:xfrm>
              <a:off x="3380922" y="2103201"/>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67"/>
            <p:cNvSpPr/>
            <p:nvPr/>
          </p:nvSpPr>
          <p:spPr>
            <a:xfrm>
              <a:off x="3426953" y="2103201"/>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67"/>
            <p:cNvSpPr/>
            <p:nvPr/>
          </p:nvSpPr>
          <p:spPr>
            <a:xfrm>
              <a:off x="3311876" y="2049229"/>
              <a:ext cx="412867" cy="336619"/>
            </a:xfrm>
            <a:custGeom>
              <a:avLst/>
              <a:gdLst/>
              <a:ahLst/>
              <a:cxnLst/>
              <a:rect l="l" t="t" r="r" b="b"/>
              <a:pathLst>
                <a:path w="17311" h="14114" extrusionOk="0">
                  <a:moveTo>
                    <a:pt x="15441" y="1569"/>
                  </a:moveTo>
                  <a:cubicBezTo>
                    <a:pt x="15291" y="5159"/>
                    <a:pt x="12304" y="8054"/>
                    <a:pt x="8685" y="8054"/>
                  </a:cubicBezTo>
                  <a:cubicBezTo>
                    <a:pt x="5038" y="8054"/>
                    <a:pt x="2051" y="5159"/>
                    <a:pt x="1901" y="1569"/>
                  </a:cubicBezTo>
                  <a:close/>
                  <a:moveTo>
                    <a:pt x="4222" y="7149"/>
                  </a:moveTo>
                  <a:cubicBezTo>
                    <a:pt x="4403" y="7270"/>
                    <a:pt x="4584" y="7419"/>
                    <a:pt x="4796" y="7540"/>
                  </a:cubicBezTo>
                  <a:lnTo>
                    <a:pt x="3289" y="13511"/>
                  </a:lnTo>
                  <a:lnTo>
                    <a:pt x="2625" y="13511"/>
                  </a:lnTo>
                  <a:lnTo>
                    <a:pt x="4222" y="7149"/>
                  </a:lnTo>
                  <a:close/>
                  <a:moveTo>
                    <a:pt x="13120" y="7149"/>
                  </a:moveTo>
                  <a:lnTo>
                    <a:pt x="14717" y="13511"/>
                  </a:lnTo>
                  <a:lnTo>
                    <a:pt x="14053" y="13511"/>
                  </a:lnTo>
                  <a:lnTo>
                    <a:pt x="12758" y="8264"/>
                  </a:lnTo>
                  <a:lnTo>
                    <a:pt x="12155" y="8416"/>
                  </a:lnTo>
                  <a:lnTo>
                    <a:pt x="12787" y="10949"/>
                  </a:lnTo>
                  <a:lnTo>
                    <a:pt x="4555" y="10949"/>
                  </a:lnTo>
                  <a:lnTo>
                    <a:pt x="5339" y="7841"/>
                  </a:lnTo>
                  <a:cubicBezTo>
                    <a:pt x="6333" y="8355"/>
                    <a:pt x="7479" y="8625"/>
                    <a:pt x="8685" y="8625"/>
                  </a:cubicBezTo>
                  <a:cubicBezTo>
                    <a:pt x="10345" y="8625"/>
                    <a:pt x="11882" y="8083"/>
                    <a:pt x="13120" y="7149"/>
                  </a:cubicBezTo>
                  <a:close/>
                  <a:moveTo>
                    <a:pt x="0" y="1"/>
                  </a:moveTo>
                  <a:lnTo>
                    <a:pt x="0" y="1569"/>
                  </a:lnTo>
                  <a:lnTo>
                    <a:pt x="1298" y="1569"/>
                  </a:lnTo>
                  <a:cubicBezTo>
                    <a:pt x="1387" y="3590"/>
                    <a:pt x="2292" y="5429"/>
                    <a:pt x="3711" y="6727"/>
                  </a:cubicBezTo>
                  <a:lnTo>
                    <a:pt x="1841" y="14114"/>
                  </a:lnTo>
                  <a:lnTo>
                    <a:pt x="3771" y="14114"/>
                  </a:lnTo>
                  <a:lnTo>
                    <a:pt x="4403" y="11552"/>
                  </a:lnTo>
                  <a:lnTo>
                    <a:pt x="12939" y="11552"/>
                  </a:lnTo>
                  <a:lnTo>
                    <a:pt x="13571" y="14114"/>
                  </a:lnTo>
                  <a:lnTo>
                    <a:pt x="15501" y="14114"/>
                  </a:lnTo>
                  <a:lnTo>
                    <a:pt x="13631" y="6727"/>
                  </a:lnTo>
                  <a:cubicBezTo>
                    <a:pt x="15050" y="5429"/>
                    <a:pt x="15954" y="3590"/>
                    <a:pt x="16044" y="1569"/>
                  </a:cubicBezTo>
                  <a:lnTo>
                    <a:pt x="17310" y="1569"/>
                  </a:lnTo>
                  <a:lnTo>
                    <a:pt x="17310" y="1"/>
                  </a:lnTo>
                  <a:lnTo>
                    <a:pt x="4162" y="1"/>
                  </a:lnTo>
                  <a:lnTo>
                    <a:pt x="4162" y="604"/>
                  </a:lnTo>
                  <a:lnTo>
                    <a:pt x="16707" y="604"/>
                  </a:lnTo>
                  <a:lnTo>
                    <a:pt x="16707" y="966"/>
                  </a:lnTo>
                  <a:lnTo>
                    <a:pt x="603" y="966"/>
                  </a:lnTo>
                  <a:lnTo>
                    <a:pt x="603" y="604"/>
                  </a:lnTo>
                  <a:lnTo>
                    <a:pt x="2895" y="604"/>
                  </a:lnTo>
                  <a:lnTo>
                    <a:pt x="289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67"/>
            <p:cNvSpPr/>
            <p:nvPr/>
          </p:nvSpPr>
          <p:spPr>
            <a:xfrm>
              <a:off x="3419750" y="1895325"/>
              <a:ext cx="190657" cy="138115"/>
            </a:xfrm>
            <a:custGeom>
              <a:avLst/>
              <a:gdLst/>
              <a:ahLst/>
              <a:cxnLst/>
              <a:rect l="l" t="t" r="r" b="b"/>
              <a:pathLst>
                <a:path w="7994" h="5791" extrusionOk="0">
                  <a:moveTo>
                    <a:pt x="6727" y="1267"/>
                  </a:moveTo>
                  <a:cubicBezTo>
                    <a:pt x="7089" y="1267"/>
                    <a:pt x="7390" y="1568"/>
                    <a:pt x="7390" y="1930"/>
                  </a:cubicBezTo>
                  <a:cubicBezTo>
                    <a:pt x="7390" y="2323"/>
                    <a:pt x="7089" y="2594"/>
                    <a:pt x="6727" y="2594"/>
                  </a:cubicBezTo>
                  <a:lnTo>
                    <a:pt x="5883" y="2594"/>
                  </a:lnTo>
                  <a:cubicBezTo>
                    <a:pt x="6003" y="2413"/>
                    <a:pt x="6064" y="2171"/>
                    <a:pt x="6064" y="1930"/>
                  </a:cubicBezTo>
                  <a:cubicBezTo>
                    <a:pt x="6064" y="1689"/>
                    <a:pt x="6003" y="1448"/>
                    <a:pt x="5883" y="1267"/>
                  </a:cubicBezTo>
                  <a:close/>
                  <a:moveTo>
                    <a:pt x="2112" y="3197"/>
                  </a:moveTo>
                  <a:cubicBezTo>
                    <a:pt x="1991" y="3378"/>
                    <a:pt x="1931" y="3619"/>
                    <a:pt x="1931" y="3860"/>
                  </a:cubicBezTo>
                  <a:cubicBezTo>
                    <a:pt x="1931" y="4101"/>
                    <a:pt x="1991" y="4343"/>
                    <a:pt x="2112" y="4524"/>
                  </a:cubicBezTo>
                  <a:lnTo>
                    <a:pt x="1267" y="4524"/>
                  </a:lnTo>
                  <a:cubicBezTo>
                    <a:pt x="905" y="4524"/>
                    <a:pt x="604" y="4253"/>
                    <a:pt x="604" y="3860"/>
                  </a:cubicBezTo>
                  <a:cubicBezTo>
                    <a:pt x="604" y="3498"/>
                    <a:pt x="905" y="3197"/>
                    <a:pt x="1267" y="3197"/>
                  </a:cubicBezTo>
                  <a:close/>
                  <a:moveTo>
                    <a:pt x="635" y="0"/>
                  </a:moveTo>
                  <a:cubicBezTo>
                    <a:pt x="635" y="695"/>
                    <a:pt x="1207" y="1267"/>
                    <a:pt x="1902" y="1267"/>
                  </a:cubicBezTo>
                  <a:lnTo>
                    <a:pt x="4797" y="1267"/>
                  </a:lnTo>
                  <a:cubicBezTo>
                    <a:pt x="5159" y="1267"/>
                    <a:pt x="5460" y="1568"/>
                    <a:pt x="5460" y="1930"/>
                  </a:cubicBezTo>
                  <a:cubicBezTo>
                    <a:pt x="5460" y="2323"/>
                    <a:pt x="5159" y="2594"/>
                    <a:pt x="4797" y="2594"/>
                  </a:cubicBezTo>
                  <a:lnTo>
                    <a:pt x="1267" y="2594"/>
                  </a:lnTo>
                  <a:cubicBezTo>
                    <a:pt x="544" y="2594"/>
                    <a:pt x="1" y="3168"/>
                    <a:pt x="1" y="3860"/>
                  </a:cubicBezTo>
                  <a:cubicBezTo>
                    <a:pt x="1" y="4584"/>
                    <a:pt x="544" y="5127"/>
                    <a:pt x="1267" y="5127"/>
                  </a:cubicBezTo>
                  <a:lnTo>
                    <a:pt x="3499" y="5127"/>
                  </a:lnTo>
                  <a:cubicBezTo>
                    <a:pt x="3711" y="5127"/>
                    <a:pt x="3832" y="5279"/>
                    <a:pt x="3832" y="5460"/>
                  </a:cubicBezTo>
                  <a:lnTo>
                    <a:pt x="3832" y="5790"/>
                  </a:lnTo>
                  <a:lnTo>
                    <a:pt x="4435" y="5790"/>
                  </a:lnTo>
                  <a:lnTo>
                    <a:pt x="4435" y="5460"/>
                  </a:lnTo>
                  <a:cubicBezTo>
                    <a:pt x="4435" y="4946"/>
                    <a:pt x="4042" y="4524"/>
                    <a:pt x="3499" y="4524"/>
                  </a:cubicBezTo>
                  <a:lnTo>
                    <a:pt x="3197" y="4524"/>
                  </a:lnTo>
                  <a:cubicBezTo>
                    <a:pt x="2836" y="4524"/>
                    <a:pt x="2534" y="4253"/>
                    <a:pt x="2534" y="3860"/>
                  </a:cubicBezTo>
                  <a:cubicBezTo>
                    <a:pt x="2534" y="3498"/>
                    <a:pt x="2836" y="3197"/>
                    <a:pt x="3197" y="3197"/>
                  </a:cubicBezTo>
                  <a:lnTo>
                    <a:pt x="6727" y="3197"/>
                  </a:lnTo>
                  <a:cubicBezTo>
                    <a:pt x="7419" y="3197"/>
                    <a:pt x="7994" y="2654"/>
                    <a:pt x="7994" y="1930"/>
                  </a:cubicBezTo>
                  <a:cubicBezTo>
                    <a:pt x="7994" y="1238"/>
                    <a:pt x="7419" y="664"/>
                    <a:pt x="6727" y="664"/>
                  </a:cubicBezTo>
                  <a:lnTo>
                    <a:pt x="1902" y="664"/>
                  </a:lnTo>
                  <a:cubicBezTo>
                    <a:pt x="1540" y="664"/>
                    <a:pt x="1238" y="362"/>
                    <a:pt x="12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 name="Google Shape;1072;p67"/>
          <p:cNvGrpSpPr/>
          <p:nvPr/>
        </p:nvGrpSpPr>
        <p:grpSpPr>
          <a:xfrm>
            <a:off x="4059884" y="1989525"/>
            <a:ext cx="321546" cy="490523"/>
            <a:chOff x="4059884" y="1895325"/>
            <a:chExt cx="321546" cy="490523"/>
          </a:xfrm>
        </p:grpSpPr>
        <p:sp>
          <p:nvSpPr>
            <p:cNvPr id="1073" name="Google Shape;1073;p67"/>
            <p:cNvSpPr/>
            <p:nvPr/>
          </p:nvSpPr>
          <p:spPr>
            <a:xfrm>
              <a:off x="4059884" y="1895325"/>
              <a:ext cx="321546" cy="490523"/>
            </a:xfrm>
            <a:custGeom>
              <a:avLst/>
              <a:gdLst/>
              <a:ahLst/>
              <a:cxnLst/>
              <a:rect l="l" t="t" r="r" b="b"/>
              <a:pathLst>
                <a:path w="13482" h="20567" extrusionOk="0">
                  <a:moveTo>
                    <a:pt x="3228" y="603"/>
                  </a:moveTo>
                  <a:lnTo>
                    <a:pt x="3228" y="2955"/>
                  </a:lnTo>
                  <a:cubicBezTo>
                    <a:pt x="3016" y="3107"/>
                    <a:pt x="2775" y="3257"/>
                    <a:pt x="2534" y="3438"/>
                  </a:cubicBezTo>
                  <a:lnTo>
                    <a:pt x="2534" y="2565"/>
                  </a:lnTo>
                  <a:lnTo>
                    <a:pt x="1930" y="2565"/>
                  </a:lnTo>
                  <a:lnTo>
                    <a:pt x="1930" y="3981"/>
                  </a:lnTo>
                  <a:cubicBezTo>
                    <a:pt x="1689" y="4222"/>
                    <a:pt x="1508" y="4495"/>
                    <a:pt x="1267" y="4796"/>
                  </a:cubicBezTo>
                  <a:lnTo>
                    <a:pt x="1267" y="603"/>
                  </a:lnTo>
                  <a:close/>
                  <a:moveTo>
                    <a:pt x="6756" y="2565"/>
                  </a:moveTo>
                  <a:cubicBezTo>
                    <a:pt x="10133" y="2565"/>
                    <a:pt x="12879" y="5308"/>
                    <a:pt x="12879" y="8685"/>
                  </a:cubicBezTo>
                  <a:lnTo>
                    <a:pt x="12879" y="9771"/>
                  </a:lnTo>
                  <a:lnTo>
                    <a:pt x="11552" y="10224"/>
                  </a:lnTo>
                  <a:lnTo>
                    <a:pt x="11552" y="6907"/>
                  </a:lnTo>
                  <a:cubicBezTo>
                    <a:pt x="11552" y="6273"/>
                    <a:pt x="11279" y="5670"/>
                    <a:pt x="10828" y="5247"/>
                  </a:cubicBezTo>
                  <a:lnTo>
                    <a:pt x="10406" y="5701"/>
                  </a:lnTo>
                  <a:cubicBezTo>
                    <a:pt x="10736" y="6002"/>
                    <a:pt x="10949" y="6454"/>
                    <a:pt x="10949" y="6907"/>
                  </a:cubicBezTo>
                  <a:lnTo>
                    <a:pt x="10949" y="17402"/>
                  </a:lnTo>
                  <a:lnTo>
                    <a:pt x="7057" y="17402"/>
                  </a:lnTo>
                  <a:lnTo>
                    <a:pt x="7057" y="14145"/>
                  </a:lnTo>
                  <a:lnTo>
                    <a:pt x="6454" y="14145"/>
                  </a:lnTo>
                  <a:lnTo>
                    <a:pt x="6454" y="17402"/>
                  </a:lnTo>
                  <a:lnTo>
                    <a:pt x="2534" y="17402"/>
                  </a:lnTo>
                  <a:lnTo>
                    <a:pt x="2534" y="16707"/>
                  </a:lnTo>
                  <a:lnTo>
                    <a:pt x="1930" y="16707"/>
                  </a:lnTo>
                  <a:lnTo>
                    <a:pt x="1930" y="17551"/>
                  </a:lnTo>
                  <a:cubicBezTo>
                    <a:pt x="1930" y="17974"/>
                    <a:pt x="1781" y="18396"/>
                    <a:pt x="1479" y="18697"/>
                  </a:cubicBezTo>
                  <a:lnTo>
                    <a:pt x="905" y="19271"/>
                  </a:lnTo>
                  <a:cubicBezTo>
                    <a:pt x="724" y="18999"/>
                    <a:pt x="604" y="18697"/>
                    <a:pt x="604" y="18335"/>
                  </a:cubicBezTo>
                  <a:lnTo>
                    <a:pt x="604" y="10405"/>
                  </a:lnTo>
                  <a:lnTo>
                    <a:pt x="1930" y="10857"/>
                  </a:lnTo>
                  <a:lnTo>
                    <a:pt x="1930" y="15440"/>
                  </a:lnTo>
                  <a:lnTo>
                    <a:pt x="2534" y="15440"/>
                  </a:lnTo>
                  <a:lnTo>
                    <a:pt x="2534" y="6907"/>
                  </a:lnTo>
                  <a:cubicBezTo>
                    <a:pt x="2534" y="6454"/>
                    <a:pt x="2746" y="6002"/>
                    <a:pt x="3108" y="5701"/>
                  </a:cubicBezTo>
                  <a:lnTo>
                    <a:pt x="2686" y="5247"/>
                  </a:lnTo>
                  <a:cubicBezTo>
                    <a:pt x="2203" y="5670"/>
                    <a:pt x="1930" y="6273"/>
                    <a:pt x="1930" y="6907"/>
                  </a:cubicBezTo>
                  <a:lnTo>
                    <a:pt x="1930" y="10224"/>
                  </a:lnTo>
                  <a:lnTo>
                    <a:pt x="604" y="9771"/>
                  </a:lnTo>
                  <a:lnTo>
                    <a:pt x="604" y="8685"/>
                  </a:lnTo>
                  <a:cubicBezTo>
                    <a:pt x="604" y="5308"/>
                    <a:pt x="3349" y="2565"/>
                    <a:pt x="6756" y="2565"/>
                  </a:cubicBezTo>
                  <a:close/>
                  <a:moveTo>
                    <a:pt x="12879" y="10405"/>
                  </a:moveTo>
                  <a:lnTo>
                    <a:pt x="12879" y="18335"/>
                  </a:lnTo>
                  <a:cubicBezTo>
                    <a:pt x="12879" y="18697"/>
                    <a:pt x="12787" y="18999"/>
                    <a:pt x="12606" y="19271"/>
                  </a:cubicBezTo>
                  <a:lnTo>
                    <a:pt x="12034" y="18697"/>
                  </a:lnTo>
                  <a:cubicBezTo>
                    <a:pt x="11733" y="18396"/>
                    <a:pt x="11552" y="17974"/>
                    <a:pt x="11552" y="17551"/>
                  </a:cubicBezTo>
                  <a:lnTo>
                    <a:pt x="11552" y="10857"/>
                  </a:lnTo>
                  <a:lnTo>
                    <a:pt x="12879" y="10405"/>
                  </a:lnTo>
                  <a:close/>
                  <a:moveTo>
                    <a:pt x="11009" y="18005"/>
                  </a:moveTo>
                  <a:cubicBezTo>
                    <a:pt x="11098" y="18427"/>
                    <a:pt x="11310" y="18818"/>
                    <a:pt x="11612" y="19119"/>
                  </a:cubicBezTo>
                  <a:lnTo>
                    <a:pt x="12184" y="19694"/>
                  </a:lnTo>
                  <a:cubicBezTo>
                    <a:pt x="11914" y="19875"/>
                    <a:pt x="11612" y="19964"/>
                    <a:pt x="11279" y="19964"/>
                  </a:cubicBezTo>
                  <a:lnTo>
                    <a:pt x="2263" y="19964"/>
                  </a:lnTo>
                  <a:cubicBezTo>
                    <a:pt x="1930" y="19964"/>
                    <a:pt x="1600" y="19875"/>
                    <a:pt x="1327" y="19694"/>
                  </a:cubicBezTo>
                  <a:lnTo>
                    <a:pt x="1902" y="19119"/>
                  </a:lnTo>
                  <a:cubicBezTo>
                    <a:pt x="2232" y="18818"/>
                    <a:pt x="2413" y="18427"/>
                    <a:pt x="2505" y="18005"/>
                  </a:cubicBezTo>
                  <a:close/>
                  <a:moveTo>
                    <a:pt x="664" y="0"/>
                  </a:moveTo>
                  <a:lnTo>
                    <a:pt x="664" y="5790"/>
                  </a:lnTo>
                  <a:lnTo>
                    <a:pt x="695" y="5790"/>
                  </a:lnTo>
                  <a:cubicBezTo>
                    <a:pt x="273" y="6666"/>
                    <a:pt x="0" y="7660"/>
                    <a:pt x="0" y="8685"/>
                  </a:cubicBezTo>
                  <a:lnTo>
                    <a:pt x="0" y="18335"/>
                  </a:lnTo>
                  <a:cubicBezTo>
                    <a:pt x="0" y="19573"/>
                    <a:pt x="1026" y="20567"/>
                    <a:pt x="2263" y="20567"/>
                  </a:cubicBezTo>
                  <a:lnTo>
                    <a:pt x="11279" y="20567"/>
                  </a:lnTo>
                  <a:cubicBezTo>
                    <a:pt x="12485" y="20567"/>
                    <a:pt x="13482" y="19573"/>
                    <a:pt x="13482" y="18335"/>
                  </a:cubicBezTo>
                  <a:lnTo>
                    <a:pt x="13482" y="8685"/>
                  </a:lnTo>
                  <a:cubicBezTo>
                    <a:pt x="13482" y="6876"/>
                    <a:pt x="12758" y="5187"/>
                    <a:pt x="11552" y="3981"/>
                  </a:cubicBezTo>
                  <a:lnTo>
                    <a:pt x="11552" y="2565"/>
                  </a:lnTo>
                  <a:lnTo>
                    <a:pt x="10949" y="2565"/>
                  </a:lnTo>
                  <a:lnTo>
                    <a:pt x="10949" y="3438"/>
                  </a:lnTo>
                  <a:cubicBezTo>
                    <a:pt x="10736" y="3257"/>
                    <a:pt x="10495" y="3107"/>
                    <a:pt x="10254" y="2955"/>
                  </a:cubicBezTo>
                  <a:lnTo>
                    <a:pt x="10254" y="603"/>
                  </a:lnTo>
                  <a:lnTo>
                    <a:pt x="12244" y="603"/>
                  </a:lnTo>
                  <a:lnTo>
                    <a:pt x="12244" y="4495"/>
                  </a:lnTo>
                  <a:lnTo>
                    <a:pt x="12847" y="4495"/>
                  </a:lnTo>
                  <a:lnTo>
                    <a:pt x="12847" y="0"/>
                  </a:lnTo>
                  <a:lnTo>
                    <a:pt x="9651" y="0"/>
                  </a:lnTo>
                  <a:lnTo>
                    <a:pt x="9651" y="2625"/>
                  </a:lnTo>
                  <a:cubicBezTo>
                    <a:pt x="8806" y="2203"/>
                    <a:pt x="7781" y="1961"/>
                    <a:pt x="6756" y="1961"/>
                  </a:cubicBezTo>
                  <a:cubicBezTo>
                    <a:pt x="5701" y="1961"/>
                    <a:pt x="4705" y="2203"/>
                    <a:pt x="3832" y="2625"/>
                  </a:cubicBezTo>
                  <a:lnTo>
                    <a:pt x="38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67"/>
            <p:cNvSpPr/>
            <p:nvPr/>
          </p:nvSpPr>
          <p:spPr>
            <a:xfrm>
              <a:off x="4159887" y="2057171"/>
              <a:ext cx="122994" cy="22300"/>
            </a:xfrm>
            <a:custGeom>
              <a:avLst/>
              <a:gdLst/>
              <a:ahLst/>
              <a:cxnLst/>
              <a:rect l="l" t="t" r="r" b="b"/>
              <a:pathLst>
                <a:path w="5157" h="935" extrusionOk="0">
                  <a:moveTo>
                    <a:pt x="0" y="1"/>
                  </a:moveTo>
                  <a:lnTo>
                    <a:pt x="0" y="604"/>
                  </a:lnTo>
                  <a:lnTo>
                    <a:pt x="3528" y="604"/>
                  </a:lnTo>
                  <a:lnTo>
                    <a:pt x="3528" y="934"/>
                  </a:lnTo>
                  <a:lnTo>
                    <a:pt x="4131" y="934"/>
                  </a:lnTo>
                  <a:lnTo>
                    <a:pt x="4131" y="604"/>
                  </a:lnTo>
                  <a:lnTo>
                    <a:pt x="5156" y="604"/>
                  </a:lnTo>
                  <a:lnTo>
                    <a:pt x="5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67"/>
            <p:cNvSpPr/>
            <p:nvPr/>
          </p:nvSpPr>
          <p:spPr>
            <a:xfrm>
              <a:off x="4167757" y="1973004"/>
              <a:ext cx="106490" cy="44599"/>
            </a:xfrm>
            <a:custGeom>
              <a:avLst/>
              <a:gdLst/>
              <a:ahLst/>
              <a:cxnLst/>
              <a:rect l="l" t="t" r="r" b="b"/>
              <a:pathLst>
                <a:path w="4465" h="1870" extrusionOk="0">
                  <a:moveTo>
                    <a:pt x="3531" y="603"/>
                  </a:moveTo>
                  <a:cubicBezTo>
                    <a:pt x="3680" y="603"/>
                    <a:pt x="3801" y="695"/>
                    <a:pt x="3861" y="815"/>
                  </a:cubicBezTo>
                  <a:lnTo>
                    <a:pt x="3410" y="1267"/>
                  </a:lnTo>
                  <a:lnTo>
                    <a:pt x="1087" y="1267"/>
                  </a:lnTo>
                  <a:lnTo>
                    <a:pt x="635" y="815"/>
                  </a:lnTo>
                  <a:cubicBezTo>
                    <a:pt x="664" y="695"/>
                    <a:pt x="816" y="603"/>
                    <a:pt x="966" y="603"/>
                  </a:cubicBezTo>
                  <a:close/>
                  <a:moveTo>
                    <a:pt x="966" y="0"/>
                  </a:moveTo>
                  <a:cubicBezTo>
                    <a:pt x="423" y="0"/>
                    <a:pt x="1" y="422"/>
                    <a:pt x="1" y="936"/>
                  </a:cubicBezTo>
                  <a:lnTo>
                    <a:pt x="1" y="1057"/>
                  </a:lnTo>
                  <a:lnTo>
                    <a:pt x="816" y="1870"/>
                  </a:lnTo>
                  <a:lnTo>
                    <a:pt x="3651" y="1870"/>
                  </a:lnTo>
                  <a:lnTo>
                    <a:pt x="4464" y="1057"/>
                  </a:lnTo>
                  <a:lnTo>
                    <a:pt x="4464" y="936"/>
                  </a:lnTo>
                  <a:cubicBezTo>
                    <a:pt x="4464" y="422"/>
                    <a:pt x="4042" y="0"/>
                    <a:pt x="3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67"/>
            <p:cNvSpPr/>
            <p:nvPr/>
          </p:nvSpPr>
          <p:spPr>
            <a:xfrm>
              <a:off x="4136872" y="2140598"/>
              <a:ext cx="14405" cy="15097"/>
            </a:xfrm>
            <a:custGeom>
              <a:avLst/>
              <a:gdLst/>
              <a:ahLst/>
              <a:cxnLst/>
              <a:rect l="l" t="t" r="r" b="b"/>
              <a:pathLst>
                <a:path w="604" h="633" extrusionOk="0">
                  <a:moveTo>
                    <a:pt x="0" y="1"/>
                  </a:moveTo>
                  <a:lnTo>
                    <a:pt x="0"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67"/>
            <p:cNvSpPr/>
            <p:nvPr/>
          </p:nvSpPr>
          <p:spPr>
            <a:xfrm>
              <a:off x="4136872" y="2186629"/>
              <a:ext cx="14405" cy="15097"/>
            </a:xfrm>
            <a:custGeom>
              <a:avLst/>
              <a:gdLst/>
              <a:ahLst/>
              <a:cxnLst/>
              <a:rect l="l" t="t" r="r" b="b"/>
              <a:pathLst>
                <a:path w="604" h="633" extrusionOk="0">
                  <a:moveTo>
                    <a:pt x="0" y="1"/>
                  </a:moveTo>
                  <a:lnTo>
                    <a:pt x="0"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67"/>
            <p:cNvSpPr/>
            <p:nvPr/>
          </p:nvSpPr>
          <p:spPr>
            <a:xfrm>
              <a:off x="4290036" y="2339793"/>
              <a:ext cx="14405" cy="15860"/>
            </a:xfrm>
            <a:custGeom>
              <a:avLst/>
              <a:gdLst/>
              <a:ahLst/>
              <a:cxnLst/>
              <a:rect l="l" t="t" r="r" b="b"/>
              <a:pathLst>
                <a:path w="604" h="665" extrusionOk="0">
                  <a:moveTo>
                    <a:pt x="1" y="1"/>
                  </a:moveTo>
                  <a:lnTo>
                    <a:pt x="1" y="664"/>
                  </a:lnTo>
                  <a:lnTo>
                    <a:pt x="604" y="664"/>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 name="Google Shape;1079;p67"/>
          <p:cNvGrpSpPr/>
          <p:nvPr/>
        </p:nvGrpSpPr>
        <p:grpSpPr>
          <a:xfrm>
            <a:off x="4677742" y="2032669"/>
            <a:ext cx="490547" cy="404234"/>
            <a:chOff x="4677742" y="1938469"/>
            <a:chExt cx="490547" cy="404234"/>
          </a:xfrm>
        </p:grpSpPr>
        <p:sp>
          <p:nvSpPr>
            <p:cNvPr id="1080" name="Google Shape;1080;p67"/>
            <p:cNvSpPr/>
            <p:nvPr/>
          </p:nvSpPr>
          <p:spPr>
            <a:xfrm>
              <a:off x="4677742" y="1938469"/>
              <a:ext cx="490547" cy="404234"/>
            </a:xfrm>
            <a:custGeom>
              <a:avLst/>
              <a:gdLst/>
              <a:ahLst/>
              <a:cxnLst/>
              <a:rect l="l" t="t" r="r" b="b"/>
              <a:pathLst>
                <a:path w="20568" h="16949" extrusionOk="0">
                  <a:moveTo>
                    <a:pt x="12546" y="604"/>
                  </a:moveTo>
                  <a:lnTo>
                    <a:pt x="12546" y="1267"/>
                  </a:lnTo>
                  <a:lnTo>
                    <a:pt x="7991" y="1267"/>
                  </a:lnTo>
                  <a:lnTo>
                    <a:pt x="7991" y="604"/>
                  </a:lnTo>
                  <a:close/>
                  <a:moveTo>
                    <a:pt x="1267" y="3800"/>
                  </a:moveTo>
                  <a:lnTo>
                    <a:pt x="1267" y="8355"/>
                  </a:lnTo>
                  <a:lnTo>
                    <a:pt x="604" y="8355"/>
                  </a:lnTo>
                  <a:lnTo>
                    <a:pt x="604" y="3800"/>
                  </a:lnTo>
                  <a:close/>
                  <a:moveTo>
                    <a:pt x="2895" y="3800"/>
                  </a:moveTo>
                  <a:lnTo>
                    <a:pt x="2895" y="8355"/>
                  </a:lnTo>
                  <a:lnTo>
                    <a:pt x="1870" y="8355"/>
                  </a:lnTo>
                  <a:lnTo>
                    <a:pt x="1870" y="3800"/>
                  </a:lnTo>
                  <a:close/>
                  <a:moveTo>
                    <a:pt x="15742" y="3800"/>
                  </a:moveTo>
                  <a:lnTo>
                    <a:pt x="15742" y="8355"/>
                  </a:lnTo>
                  <a:lnTo>
                    <a:pt x="4765" y="8355"/>
                  </a:lnTo>
                  <a:lnTo>
                    <a:pt x="4765" y="3800"/>
                  </a:lnTo>
                  <a:lnTo>
                    <a:pt x="9952" y="3800"/>
                  </a:lnTo>
                  <a:lnTo>
                    <a:pt x="9952" y="5429"/>
                  </a:lnTo>
                  <a:lnTo>
                    <a:pt x="10555" y="5429"/>
                  </a:lnTo>
                  <a:lnTo>
                    <a:pt x="10555" y="3800"/>
                  </a:lnTo>
                  <a:close/>
                  <a:moveTo>
                    <a:pt x="18698" y="3800"/>
                  </a:moveTo>
                  <a:lnTo>
                    <a:pt x="18698" y="8355"/>
                  </a:lnTo>
                  <a:lnTo>
                    <a:pt x="17641" y="8355"/>
                  </a:lnTo>
                  <a:lnTo>
                    <a:pt x="17641" y="3800"/>
                  </a:lnTo>
                  <a:close/>
                  <a:moveTo>
                    <a:pt x="19964" y="3800"/>
                  </a:moveTo>
                  <a:lnTo>
                    <a:pt x="19964" y="8355"/>
                  </a:lnTo>
                  <a:lnTo>
                    <a:pt x="19301" y="8355"/>
                  </a:lnTo>
                  <a:lnTo>
                    <a:pt x="19301" y="3800"/>
                  </a:lnTo>
                  <a:close/>
                  <a:moveTo>
                    <a:pt x="1267" y="8958"/>
                  </a:moveTo>
                  <a:lnTo>
                    <a:pt x="1267" y="15441"/>
                  </a:lnTo>
                  <a:lnTo>
                    <a:pt x="604" y="15441"/>
                  </a:lnTo>
                  <a:lnTo>
                    <a:pt x="604" y="8958"/>
                  </a:lnTo>
                  <a:close/>
                  <a:moveTo>
                    <a:pt x="2895" y="8958"/>
                  </a:moveTo>
                  <a:lnTo>
                    <a:pt x="2895" y="15441"/>
                  </a:lnTo>
                  <a:lnTo>
                    <a:pt x="1870" y="15441"/>
                  </a:lnTo>
                  <a:lnTo>
                    <a:pt x="1870" y="8958"/>
                  </a:lnTo>
                  <a:close/>
                  <a:moveTo>
                    <a:pt x="4162" y="3800"/>
                  </a:moveTo>
                  <a:lnTo>
                    <a:pt x="4162" y="15441"/>
                  </a:lnTo>
                  <a:lnTo>
                    <a:pt x="3499" y="15441"/>
                  </a:lnTo>
                  <a:lnTo>
                    <a:pt x="3499" y="3800"/>
                  </a:lnTo>
                  <a:close/>
                  <a:moveTo>
                    <a:pt x="15742" y="8958"/>
                  </a:moveTo>
                  <a:lnTo>
                    <a:pt x="15742" y="15441"/>
                  </a:lnTo>
                  <a:lnTo>
                    <a:pt x="4765" y="15441"/>
                  </a:lnTo>
                  <a:lnTo>
                    <a:pt x="4765" y="8958"/>
                  </a:lnTo>
                  <a:close/>
                  <a:moveTo>
                    <a:pt x="17038" y="3800"/>
                  </a:moveTo>
                  <a:lnTo>
                    <a:pt x="17038" y="15441"/>
                  </a:lnTo>
                  <a:lnTo>
                    <a:pt x="16345" y="15441"/>
                  </a:lnTo>
                  <a:lnTo>
                    <a:pt x="16345" y="3800"/>
                  </a:lnTo>
                  <a:close/>
                  <a:moveTo>
                    <a:pt x="19964" y="8958"/>
                  </a:moveTo>
                  <a:lnTo>
                    <a:pt x="19964" y="15441"/>
                  </a:lnTo>
                  <a:lnTo>
                    <a:pt x="17641" y="15441"/>
                  </a:lnTo>
                  <a:lnTo>
                    <a:pt x="17641" y="8958"/>
                  </a:lnTo>
                  <a:lnTo>
                    <a:pt x="18698" y="8958"/>
                  </a:lnTo>
                  <a:lnTo>
                    <a:pt x="18698" y="14415"/>
                  </a:lnTo>
                  <a:lnTo>
                    <a:pt x="19301" y="14415"/>
                  </a:lnTo>
                  <a:lnTo>
                    <a:pt x="19301" y="8958"/>
                  </a:lnTo>
                  <a:close/>
                  <a:moveTo>
                    <a:pt x="4584" y="16044"/>
                  </a:moveTo>
                  <a:lnTo>
                    <a:pt x="4343" y="16345"/>
                  </a:lnTo>
                  <a:lnTo>
                    <a:pt x="3378" y="16345"/>
                  </a:lnTo>
                  <a:lnTo>
                    <a:pt x="3137" y="16044"/>
                  </a:lnTo>
                  <a:close/>
                  <a:moveTo>
                    <a:pt x="17431" y="16044"/>
                  </a:moveTo>
                  <a:lnTo>
                    <a:pt x="17190" y="16345"/>
                  </a:lnTo>
                  <a:lnTo>
                    <a:pt x="16225" y="16345"/>
                  </a:lnTo>
                  <a:lnTo>
                    <a:pt x="16013" y="16044"/>
                  </a:lnTo>
                  <a:close/>
                  <a:moveTo>
                    <a:pt x="7388" y="1"/>
                  </a:moveTo>
                  <a:lnTo>
                    <a:pt x="7388" y="3197"/>
                  </a:lnTo>
                  <a:lnTo>
                    <a:pt x="0" y="3197"/>
                  </a:lnTo>
                  <a:lnTo>
                    <a:pt x="0" y="16044"/>
                  </a:lnTo>
                  <a:lnTo>
                    <a:pt x="2413" y="16044"/>
                  </a:lnTo>
                  <a:lnTo>
                    <a:pt x="3045" y="16949"/>
                  </a:lnTo>
                  <a:lnTo>
                    <a:pt x="4645" y="16949"/>
                  </a:lnTo>
                  <a:lnTo>
                    <a:pt x="5308" y="16044"/>
                  </a:lnTo>
                  <a:lnTo>
                    <a:pt x="15260" y="16044"/>
                  </a:lnTo>
                  <a:lnTo>
                    <a:pt x="15923" y="16949"/>
                  </a:lnTo>
                  <a:lnTo>
                    <a:pt x="17520" y="16949"/>
                  </a:lnTo>
                  <a:lnTo>
                    <a:pt x="18155" y="16044"/>
                  </a:lnTo>
                  <a:lnTo>
                    <a:pt x="20567" y="16044"/>
                  </a:lnTo>
                  <a:lnTo>
                    <a:pt x="20567" y="3197"/>
                  </a:lnTo>
                  <a:lnTo>
                    <a:pt x="7991" y="3197"/>
                  </a:lnTo>
                  <a:lnTo>
                    <a:pt x="7991" y="1870"/>
                  </a:lnTo>
                  <a:lnTo>
                    <a:pt x="12546" y="1870"/>
                  </a:lnTo>
                  <a:lnTo>
                    <a:pt x="12546" y="2835"/>
                  </a:lnTo>
                  <a:lnTo>
                    <a:pt x="13149" y="2835"/>
                  </a:lnTo>
                  <a:lnTo>
                    <a:pt x="13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67"/>
            <p:cNvSpPr/>
            <p:nvPr/>
          </p:nvSpPr>
          <p:spPr>
            <a:xfrm>
              <a:off x="4869067" y="2229797"/>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67"/>
            <p:cNvSpPr/>
            <p:nvPr/>
          </p:nvSpPr>
          <p:spPr>
            <a:xfrm>
              <a:off x="4915097" y="2229797"/>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67"/>
            <p:cNvSpPr/>
            <p:nvPr/>
          </p:nvSpPr>
          <p:spPr>
            <a:xfrm>
              <a:off x="4961128" y="2229797"/>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67"/>
            <p:cNvSpPr/>
            <p:nvPr/>
          </p:nvSpPr>
          <p:spPr>
            <a:xfrm>
              <a:off x="4830907" y="2275828"/>
              <a:ext cx="184146" cy="14405"/>
            </a:xfrm>
            <a:custGeom>
              <a:avLst/>
              <a:gdLst/>
              <a:ahLst/>
              <a:cxnLst/>
              <a:rect l="l" t="t" r="r" b="b"/>
              <a:pathLst>
                <a:path w="7721" h="604" extrusionOk="0">
                  <a:moveTo>
                    <a:pt x="1" y="0"/>
                  </a:moveTo>
                  <a:lnTo>
                    <a:pt x="1" y="603"/>
                  </a:lnTo>
                  <a:lnTo>
                    <a:pt x="7721" y="603"/>
                  </a:lnTo>
                  <a:lnTo>
                    <a:pt x="772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 name="Google Shape;1085;p67"/>
          <p:cNvGrpSpPr/>
          <p:nvPr/>
        </p:nvGrpSpPr>
        <p:grpSpPr>
          <a:xfrm>
            <a:off x="5541517" y="1989525"/>
            <a:ext cx="167642" cy="490523"/>
            <a:chOff x="5541517" y="1895325"/>
            <a:chExt cx="167642" cy="490523"/>
          </a:xfrm>
        </p:grpSpPr>
        <p:sp>
          <p:nvSpPr>
            <p:cNvPr id="1086" name="Google Shape;1086;p67"/>
            <p:cNvSpPr/>
            <p:nvPr/>
          </p:nvSpPr>
          <p:spPr>
            <a:xfrm>
              <a:off x="5541517" y="1957168"/>
              <a:ext cx="167642" cy="428680"/>
            </a:xfrm>
            <a:custGeom>
              <a:avLst/>
              <a:gdLst/>
              <a:ahLst/>
              <a:cxnLst/>
              <a:rect l="l" t="t" r="r" b="b"/>
              <a:pathLst>
                <a:path w="7029" h="17974" extrusionOk="0">
                  <a:moveTo>
                    <a:pt x="1299" y="604"/>
                  </a:moveTo>
                  <a:lnTo>
                    <a:pt x="1299" y="1931"/>
                  </a:lnTo>
                  <a:lnTo>
                    <a:pt x="604" y="1931"/>
                  </a:lnTo>
                  <a:lnTo>
                    <a:pt x="604" y="604"/>
                  </a:lnTo>
                  <a:close/>
                  <a:moveTo>
                    <a:pt x="2565" y="604"/>
                  </a:moveTo>
                  <a:lnTo>
                    <a:pt x="2565" y="1931"/>
                  </a:lnTo>
                  <a:lnTo>
                    <a:pt x="1902" y="1931"/>
                  </a:lnTo>
                  <a:lnTo>
                    <a:pt x="1902" y="604"/>
                  </a:lnTo>
                  <a:close/>
                  <a:moveTo>
                    <a:pt x="3861" y="604"/>
                  </a:moveTo>
                  <a:lnTo>
                    <a:pt x="3861" y="1931"/>
                  </a:lnTo>
                  <a:lnTo>
                    <a:pt x="3168" y="1931"/>
                  </a:lnTo>
                  <a:lnTo>
                    <a:pt x="3168" y="604"/>
                  </a:lnTo>
                  <a:close/>
                  <a:moveTo>
                    <a:pt x="5159" y="604"/>
                  </a:moveTo>
                  <a:lnTo>
                    <a:pt x="5159" y="1931"/>
                  </a:lnTo>
                  <a:lnTo>
                    <a:pt x="4464" y="1931"/>
                  </a:lnTo>
                  <a:lnTo>
                    <a:pt x="4464" y="604"/>
                  </a:lnTo>
                  <a:close/>
                  <a:moveTo>
                    <a:pt x="6425" y="604"/>
                  </a:moveTo>
                  <a:lnTo>
                    <a:pt x="6425" y="1931"/>
                  </a:lnTo>
                  <a:lnTo>
                    <a:pt x="5762" y="1931"/>
                  </a:lnTo>
                  <a:lnTo>
                    <a:pt x="5762" y="604"/>
                  </a:lnTo>
                  <a:close/>
                  <a:moveTo>
                    <a:pt x="6305" y="2534"/>
                  </a:moveTo>
                  <a:lnTo>
                    <a:pt x="6032" y="3229"/>
                  </a:lnTo>
                  <a:lnTo>
                    <a:pt x="2264" y="3229"/>
                  </a:lnTo>
                  <a:lnTo>
                    <a:pt x="2264" y="3832"/>
                  </a:lnTo>
                  <a:lnTo>
                    <a:pt x="5791" y="3832"/>
                  </a:lnTo>
                  <a:lnTo>
                    <a:pt x="5279" y="5159"/>
                  </a:lnTo>
                  <a:lnTo>
                    <a:pt x="1810" y="5159"/>
                  </a:lnTo>
                  <a:lnTo>
                    <a:pt x="756" y="2534"/>
                  </a:lnTo>
                  <a:close/>
                  <a:moveTo>
                    <a:pt x="5159" y="5762"/>
                  </a:moveTo>
                  <a:lnTo>
                    <a:pt x="5159" y="16104"/>
                  </a:lnTo>
                  <a:lnTo>
                    <a:pt x="1902" y="16104"/>
                  </a:lnTo>
                  <a:lnTo>
                    <a:pt x="1902" y="5762"/>
                  </a:lnTo>
                  <a:close/>
                  <a:moveTo>
                    <a:pt x="5159" y="16707"/>
                  </a:moveTo>
                  <a:lnTo>
                    <a:pt x="5159" y="17371"/>
                  </a:lnTo>
                  <a:lnTo>
                    <a:pt x="1902" y="17371"/>
                  </a:lnTo>
                  <a:lnTo>
                    <a:pt x="1902" y="16707"/>
                  </a:lnTo>
                  <a:close/>
                  <a:moveTo>
                    <a:pt x="1" y="1"/>
                  </a:moveTo>
                  <a:lnTo>
                    <a:pt x="1" y="2292"/>
                  </a:lnTo>
                  <a:lnTo>
                    <a:pt x="1299" y="5520"/>
                  </a:lnTo>
                  <a:lnTo>
                    <a:pt x="1299" y="17974"/>
                  </a:lnTo>
                  <a:lnTo>
                    <a:pt x="5762" y="17974"/>
                  </a:lnTo>
                  <a:lnTo>
                    <a:pt x="5762" y="5520"/>
                  </a:lnTo>
                  <a:lnTo>
                    <a:pt x="7028" y="2292"/>
                  </a:lnTo>
                  <a:lnTo>
                    <a:pt x="702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67"/>
            <p:cNvSpPr/>
            <p:nvPr/>
          </p:nvSpPr>
          <p:spPr>
            <a:xfrm>
              <a:off x="5602693" y="2141290"/>
              <a:ext cx="45291" cy="76272"/>
            </a:xfrm>
            <a:custGeom>
              <a:avLst/>
              <a:gdLst/>
              <a:ahLst/>
              <a:cxnLst/>
              <a:rect l="l" t="t" r="r" b="b"/>
              <a:pathLst>
                <a:path w="1899" h="3198" extrusionOk="0">
                  <a:moveTo>
                    <a:pt x="1296" y="604"/>
                  </a:moveTo>
                  <a:lnTo>
                    <a:pt x="1296" y="1299"/>
                  </a:lnTo>
                  <a:lnTo>
                    <a:pt x="603" y="1299"/>
                  </a:lnTo>
                  <a:lnTo>
                    <a:pt x="603" y="604"/>
                  </a:lnTo>
                  <a:close/>
                  <a:moveTo>
                    <a:pt x="1296" y="1902"/>
                  </a:moveTo>
                  <a:lnTo>
                    <a:pt x="1296" y="2594"/>
                  </a:lnTo>
                  <a:lnTo>
                    <a:pt x="603" y="2594"/>
                  </a:lnTo>
                  <a:lnTo>
                    <a:pt x="603" y="1902"/>
                  </a:lnTo>
                  <a:close/>
                  <a:moveTo>
                    <a:pt x="0" y="1"/>
                  </a:moveTo>
                  <a:lnTo>
                    <a:pt x="0" y="3197"/>
                  </a:lnTo>
                  <a:lnTo>
                    <a:pt x="1899" y="3197"/>
                  </a:lnTo>
                  <a:lnTo>
                    <a:pt x="189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67"/>
            <p:cNvSpPr/>
            <p:nvPr/>
          </p:nvSpPr>
          <p:spPr>
            <a:xfrm>
              <a:off x="5572475" y="1910446"/>
              <a:ext cx="14405" cy="30933"/>
            </a:xfrm>
            <a:custGeom>
              <a:avLst/>
              <a:gdLst/>
              <a:ahLst/>
              <a:cxnLst/>
              <a:rect l="l" t="t" r="r" b="b"/>
              <a:pathLst>
                <a:path w="604" h="1297" extrusionOk="0">
                  <a:moveTo>
                    <a:pt x="1" y="1"/>
                  </a:moveTo>
                  <a:lnTo>
                    <a:pt x="1" y="1296"/>
                  </a:lnTo>
                  <a:lnTo>
                    <a:pt x="604" y="1296"/>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67"/>
            <p:cNvSpPr/>
            <p:nvPr/>
          </p:nvSpPr>
          <p:spPr>
            <a:xfrm>
              <a:off x="5664536" y="1910446"/>
              <a:ext cx="14405" cy="30933"/>
            </a:xfrm>
            <a:custGeom>
              <a:avLst/>
              <a:gdLst/>
              <a:ahLst/>
              <a:cxnLst/>
              <a:rect l="l" t="t" r="r" b="b"/>
              <a:pathLst>
                <a:path w="604" h="1297" extrusionOk="0">
                  <a:moveTo>
                    <a:pt x="1" y="1"/>
                  </a:moveTo>
                  <a:lnTo>
                    <a:pt x="1" y="1296"/>
                  </a:lnTo>
                  <a:lnTo>
                    <a:pt x="604" y="1296"/>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7"/>
            <p:cNvSpPr/>
            <p:nvPr/>
          </p:nvSpPr>
          <p:spPr>
            <a:xfrm>
              <a:off x="5618505" y="1895325"/>
              <a:ext cx="14405" cy="46054"/>
            </a:xfrm>
            <a:custGeom>
              <a:avLst/>
              <a:gdLst/>
              <a:ahLst/>
              <a:cxnLst/>
              <a:rect l="l" t="t" r="r" b="b"/>
              <a:pathLst>
                <a:path w="604" h="1931" extrusionOk="0">
                  <a:moveTo>
                    <a:pt x="1" y="0"/>
                  </a:moveTo>
                  <a:lnTo>
                    <a:pt x="1" y="1930"/>
                  </a:lnTo>
                  <a:lnTo>
                    <a:pt x="604" y="1930"/>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67"/>
            <p:cNvSpPr/>
            <p:nvPr/>
          </p:nvSpPr>
          <p:spPr>
            <a:xfrm>
              <a:off x="5618505" y="2226172"/>
              <a:ext cx="15097" cy="14405"/>
            </a:xfrm>
            <a:custGeom>
              <a:avLst/>
              <a:gdLst/>
              <a:ahLst/>
              <a:cxnLst/>
              <a:rect l="l" t="t" r="r" b="b"/>
              <a:pathLst>
                <a:path w="633" h="604" extrusionOk="0">
                  <a:moveTo>
                    <a:pt x="1" y="0"/>
                  </a:moveTo>
                  <a:lnTo>
                    <a:pt x="1" y="603"/>
                  </a:lnTo>
                  <a:lnTo>
                    <a:pt x="633" y="603"/>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67"/>
            <p:cNvSpPr/>
            <p:nvPr/>
          </p:nvSpPr>
          <p:spPr>
            <a:xfrm>
              <a:off x="5618505" y="2118275"/>
              <a:ext cx="15097" cy="14405"/>
            </a:xfrm>
            <a:custGeom>
              <a:avLst/>
              <a:gdLst/>
              <a:ahLst/>
              <a:cxnLst/>
              <a:rect l="l" t="t" r="r" b="b"/>
              <a:pathLst>
                <a:path w="633" h="604" extrusionOk="0">
                  <a:moveTo>
                    <a:pt x="1" y="1"/>
                  </a:moveTo>
                  <a:lnTo>
                    <a:pt x="1"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 name="Google Shape;1093;p67"/>
          <p:cNvGrpSpPr/>
          <p:nvPr/>
        </p:nvGrpSpPr>
        <p:grpSpPr>
          <a:xfrm>
            <a:off x="6082388" y="2003215"/>
            <a:ext cx="491310" cy="463215"/>
            <a:chOff x="6082388" y="1909015"/>
            <a:chExt cx="491310" cy="463215"/>
          </a:xfrm>
        </p:grpSpPr>
        <p:sp>
          <p:nvSpPr>
            <p:cNvPr id="1094" name="Google Shape;1094;p67"/>
            <p:cNvSpPr/>
            <p:nvPr/>
          </p:nvSpPr>
          <p:spPr>
            <a:xfrm>
              <a:off x="6082388" y="1909015"/>
              <a:ext cx="491310" cy="463215"/>
            </a:xfrm>
            <a:custGeom>
              <a:avLst/>
              <a:gdLst/>
              <a:ahLst/>
              <a:cxnLst/>
              <a:rect l="l" t="t" r="r" b="b"/>
              <a:pathLst>
                <a:path w="20600" h="19422" extrusionOk="0">
                  <a:moveTo>
                    <a:pt x="19996" y="874"/>
                  </a:moveTo>
                  <a:lnTo>
                    <a:pt x="19996" y="4734"/>
                  </a:lnTo>
                  <a:lnTo>
                    <a:pt x="15412" y="6454"/>
                  </a:lnTo>
                  <a:lnTo>
                    <a:pt x="15412" y="2594"/>
                  </a:lnTo>
                  <a:lnTo>
                    <a:pt x="19996" y="874"/>
                  </a:lnTo>
                  <a:close/>
                  <a:moveTo>
                    <a:pt x="9019" y="5368"/>
                  </a:moveTo>
                  <a:lnTo>
                    <a:pt x="9019" y="7146"/>
                  </a:lnTo>
                  <a:cubicBezTo>
                    <a:pt x="8717" y="6603"/>
                    <a:pt x="8324" y="6152"/>
                    <a:pt x="7873" y="5759"/>
                  </a:cubicBezTo>
                  <a:lnTo>
                    <a:pt x="9019" y="5368"/>
                  </a:lnTo>
                  <a:close/>
                  <a:moveTo>
                    <a:pt x="19996" y="5368"/>
                  </a:moveTo>
                  <a:lnTo>
                    <a:pt x="19996" y="9228"/>
                  </a:lnTo>
                  <a:lnTo>
                    <a:pt x="15412" y="10946"/>
                  </a:lnTo>
                  <a:lnTo>
                    <a:pt x="15412" y="8172"/>
                  </a:lnTo>
                  <a:lnTo>
                    <a:pt x="14809" y="8172"/>
                  </a:lnTo>
                  <a:lnTo>
                    <a:pt x="14809" y="10946"/>
                  </a:lnTo>
                  <a:lnTo>
                    <a:pt x="9622" y="9228"/>
                  </a:lnTo>
                  <a:lnTo>
                    <a:pt x="9622" y="5368"/>
                  </a:lnTo>
                  <a:lnTo>
                    <a:pt x="15139" y="7207"/>
                  </a:lnTo>
                  <a:lnTo>
                    <a:pt x="19996" y="5368"/>
                  </a:lnTo>
                  <a:close/>
                  <a:moveTo>
                    <a:pt x="4826" y="5248"/>
                  </a:moveTo>
                  <a:cubicBezTo>
                    <a:pt x="5702" y="5248"/>
                    <a:pt x="6486" y="5518"/>
                    <a:pt x="7178" y="5971"/>
                  </a:cubicBezTo>
                  <a:lnTo>
                    <a:pt x="7178" y="6000"/>
                  </a:lnTo>
                  <a:cubicBezTo>
                    <a:pt x="8295" y="6755"/>
                    <a:pt x="9019" y="8022"/>
                    <a:pt x="9019" y="9438"/>
                  </a:cubicBezTo>
                  <a:cubicBezTo>
                    <a:pt x="9019" y="11761"/>
                    <a:pt x="7118" y="13660"/>
                    <a:pt x="4826" y="13660"/>
                  </a:cubicBezTo>
                  <a:cubicBezTo>
                    <a:pt x="2505" y="13660"/>
                    <a:pt x="604" y="11761"/>
                    <a:pt x="604" y="9438"/>
                  </a:cubicBezTo>
                  <a:cubicBezTo>
                    <a:pt x="604" y="7117"/>
                    <a:pt x="2505" y="5248"/>
                    <a:pt x="4826" y="5248"/>
                  </a:cubicBezTo>
                  <a:close/>
                  <a:moveTo>
                    <a:pt x="9622" y="9860"/>
                  </a:moveTo>
                  <a:lnTo>
                    <a:pt x="14809" y="11580"/>
                  </a:lnTo>
                  <a:lnTo>
                    <a:pt x="14809" y="15441"/>
                  </a:lnTo>
                  <a:lnTo>
                    <a:pt x="9622" y="13720"/>
                  </a:lnTo>
                  <a:lnTo>
                    <a:pt x="9622" y="9860"/>
                  </a:lnTo>
                  <a:close/>
                  <a:moveTo>
                    <a:pt x="19996" y="9892"/>
                  </a:moveTo>
                  <a:lnTo>
                    <a:pt x="19996" y="13752"/>
                  </a:lnTo>
                  <a:lnTo>
                    <a:pt x="15412" y="15441"/>
                  </a:lnTo>
                  <a:lnTo>
                    <a:pt x="15412" y="11580"/>
                  </a:lnTo>
                  <a:lnTo>
                    <a:pt x="19996" y="9892"/>
                  </a:lnTo>
                  <a:close/>
                  <a:moveTo>
                    <a:pt x="5460" y="14203"/>
                  </a:moveTo>
                  <a:lnTo>
                    <a:pt x="5460" y="18818"/>
                  </a:lnTo>
                  <a:lnTo>
                    <a:pt x="4162" y="18818"/>
                  </a:lnTo>
                  <a:lnTo>
                    <a:pt x="4162" y="14203"/>
                  </a:lnTo>
                  <a:cubicBezTo>
                    <a:pt x="4404" y="14234"/>
                    <a:pt x="4585" y="14263"/>
                    <a:pt x="4797" y="14263"/>
                  </a:cubicBezTo>
                  <a:cubicBezTo>
                    <a:pt x="5038" y="14263"/>
                    <a:pt x="5279" y="14234"/>
                    <a:pt x="5460" y="14203"/>
                  </a:cubicBezTo>
                  <a:close/>
                  <a:moveTo>
                    <a:pt x="20599" y="0"/>
                  </a:moveTo>
                  <a:lnTo>
                    <a:pt x="15139" y="2051"/>
                  </a:lnTo>
                  <a:lnTo>
                    <a:pt x="9349" y="121"/>
                  </a:lnTo>
                  <a:lnTo>
                    <a:pt x="3258" y="2172"/>
                  </a:lnTo>
                  <a:lnTo>
                    <a:pt x="3258" y="4311"/>
                  </a:lnTo>
                  <a:lnTo>
                    <a:pt x="3861" y="4311"/>
                  </a:lnTo>
                  <a:lnTo>
                    <a:pt x="3861" y="2594"/>
                  </a:lnTo>
                  <a:lnTo>
                    <a:pt x="9019" y="874"/>
                  </a:lnTo>
                  <a:lnTo>
                    <a:pt x="9019" y="3648"/>
                  </a:lnTo>
                  <a:lnTo>
                    <a:pt x="9622" y="3648"/>
                  </a:lnTo>
                  <a:lnTo>
                    <a:pt x="9622" y="845"/>
                  </a:lnTo>
                  <a:lnTo>
                    <a:pt x="14809" y="2594"/>
                  </a:lnTo>
                  <a:lnTo>
                    <a:pt x="14809" y="6454"/>
                  </a:lnTo>
                  <a:lnTo>
                    <a:pt x="9349" y="4613"/>
                  </a:lnTo>
                  <a:lnTo>
                    <a:pt x="7270" y="5337"/>
                  </a:lnTo>
                  <a:cubicBezTo>
                    <a:pt x="6546" y="4886"/>
                    <a:pt x="5702" y="4644"/>
                    <a:pt x="4797" y="4644"/>
                  </a:cubicBezTo>
                  <a:cubicBezTo>
                    <a:pt x="2172" y="4644"/>
                    <a:pt x="1" y="6784"/>
                    <a:pt x="1" y="9438"/>
                  </a:cubicBezTo>
                  <a:cubicBezTo>
                    <a:pt x="1" y="11670"/>
                    <a:pt x="1540" y="13539"/>
                    <a:pt x="3559" y="14082"/>
                  </a:cubicBezTo>
                  <a:lnTo>
                    <a:pt x="3559" y="19421"/>
                  </a:lnTo>
                  <a:lnTo>
                    <a:pt x="6063" y="19421"/>
                  </a:lnTo>
                  <a:lnTo>
                    <a:pt x="6063" y="14082"/>
                  </a:lnTo>
                  <a:cubicBezTo>
                    <a:pt x="7359" y="13720"/>
                    <a:pt x="8416" y="12876"/>
                    <a:pt x="9019" y="11730"/>
                  </a:cubicBezTo>
                  <a:lnTo>
                    <a:pt x="9019" y="13752"/>
                  </a:lnTo>
                  <a:lnTo>
                    <a:pt x="6968" y="14415"/>
                  </a:lnTo>
                  <a:lnTo>
                    <a:pt x="7178" y="14987"/>
                  </a:lnTo>
                  <a:lnTo>
                    <a:pt x="9349" y="14263"/>
                  </a:lnTo>
                  <a:lnTo>
                    <a:pt x="15139" y="16193"/>
                  </a:lnTo>
                  <a:lnTo>
                    <a:pt x="20599" y="14143"/>
                  </a:lnTo>
                  <a:lnTo>
                    <a:pt x="2059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67"/>
            <p:cNvSpPr/>
            <p:nvPr/>
          </p:nvSpPr>
          <p:spPr>
            <a:xfrm>
              <a:off x="6220479" y="1989556"/>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67"/>
            <p:cNvSpPr/>
            <p:nvPr/>
          </p:nvSpPr>
          <p:spPr>
            <a:xfrm>
              <a:off x="6527619" y="2066496"/>
              <a:ext cx="15121" cy="14405"/>
            </a:xfrm>
            <a:custGeom>
              <a:avLst/>
              <a:gdLst/>
              <a:ahLst/>
              <a:cxnLst/>
              <a:rect l="l" t="t" r="r" b="b"/>
              <a:pathLst>
                <a:path w="634" h="604" extrusionOk="0">
                  <a:moveTo>
                    <a:pt x="1" y="0"/>
                  </a:moveTo>
                  <a:lnTo>
                    <a:pt x="1" y="604"/>
                  </a:lnTo>
                  <a:lnTo>
                    <a:pt x="633" y="604"/>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67"/>
            <p:cNvSpPr/>
            <p:nvPr/>
          </p:nvSpPr>
          <p:spPr>
            <a:xfrm>
              <a:off x="6358571" y="2219709"/>
              <a:ext cx="15169" cy="14429"/>
            </a:xfrm>
            <a:custGeom>
              <a:avLst/>
              <a:gdLst/>
              <a:ahLst/>
              <a:cxnLst/>
              <a:rect l="l" t="t" r="r" b="b"/>
              <a:pathLst>
                <a:path w="636" h="605"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67"/>
            <p:cNvSpPr/>
            <p:nvPr/>
          </p:nvSpPr>
          <p:spPr>
            <a:xfrm>
              <a:off x="6113345" y="2050660"/>
              <a:ext cx="167570" cy="167642"/>
            </a:xfrm>
            <a:custGeom>
              <a:avLst/>
              <a:gdLst/>
              <a:ahLst/>
              <a:cxnLst/>
              <a:rect l="l" t="t" r="r" b="b"/>
              <a:pathLst>
                <a:path w="7026" h="7029" extrusionOk="0">
                  <a:moveTo>
                    <a:pt x="3528" y="1"/>
                  </a:moveTo>
                  <a:cubicBezTo>
                    <a:pt x="2594" y="1"/>
                    <a:pt x="1718" y="334"/>
                    <a:pt x="1086" y="966"/>
                  </a:cubicBezTo>
                  <a:lnTo>
                    <a:pt x="1477" y="1420"/>
                  </a:lnTo>
                  <a:cubicBezTo>
                    <a:pt x="2051" y="877"/>
                    <a:pt x="2744" y="604"/>
                    <a:pt x="3528" y="604"/>
                  </a:cubicBezTo>
                  <a:cubicBezTo>
                    <a:pt x="5127" y="604"/>
                    <a:pt x="6423" y="1902"/>
                    <a:pt x="6423" y="3499"/>
                  </a:cubicBezTo>
                  <a:cubicBezTo>
                    <a:pt x="6423" y="5128"/>
                    <a:pt x="5127" y="6426"/>
                    <a:pt x="3528" y="6426"/>
                  </a:cubicBezTo>
                  <a:cubicBezTo>
                    <a:pt x="1899" y="6426"/>
                    <a:pt x="604" y="5128"/>
                    <a:pt x="604" y="3499"/>
                  </a:cubicBezTo>
                  <a:cubicBezTo>
                    <a:pt x="604" y="3108"/>
                    <a:pt x="693" y="2715"/>
                    <a:pt x="845" y="2353"/>
                  </a:cubicBezTo>
                  <a:lnTo>
                    <a:pt x="302" y="2112"/>
                  </a:lnTo>
                  <a:cubicBezTo>
                    <a:pt x="90" y="2534"/>
                    <a:pt x="1" y="3017"/>
                    <a:pt x="1" y="3499"/>
                  </a:cubicBezTo>
                  <a:cubicBezTo>
                    <a:pt x="1" y="5461"/>
                    <a:pt x="1569" y="7029"/>
                    <a:pt x="3528" y="7029"/>
                  </a:cubicBezTo>
                  <a:cubicBezTo>
                    <a:pt x="5458" y="7029"/>
                    <a:pt x="7026" y="5461"/>
                    <a:pt x="7026" y="3499"/>
                  </a:cubicBezTo>
                  <a:cubicBezTo>
                    <a:pt x="7026" y="1569"/>
                    <a:pt x="5458" y="1"/>
                    <a:pt x="35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 name="Google Shape;1099;p67"/>
          <p:cNvGrpSpPr/>
          <p:nvPr/>
        </p:nvGrpSpPr>
        <p:grpSpPr>
          <a:xfrm>
            <a:off x="6784365" y="2074383"/>
            <a:ext cx="491310" cy="320806"/>
            <a:chOff x="6784365" y="1980183"/>
            <a:chExt cx="491310" cy="320806"/>
          </a:xfrm>
        </p:grpSpPr>
        <p:sp>
          <p:nvSpPr>
            <p:cNvPr id="1100" name="Google Shape;1100;p67"/>
            <p:cNvSpPr/>
            <p:nvPr/>
          </p:nvSpPr>
          <p:spPr>
            <a:xfrm>
              <a:off x="6784365" y="1980183"/>
              <a:ext cx="421501" cy="320806"/>
            </a:xfrm>
            <a:custGeom>
              <a:avLst/>
              <a:gdLst/>
              <a:ahLst/>
              <a:cxnLst/>
              <a:rect l="l" t="t" r="r" b="b"/>
              <a:pathLst>
                <a:path w="17673" h="13451" extrusionOk="0">
                  <a:moveTo>
                    <a:pt x="10194" y="604"/>
                  </a:moveTo>
                  <a:lnTo>
                    <a:pt x="12517" y="2927"/>
                  </a:lnTo>
                  <a:lnTo>
                    <a:pt x="11762" y="3258"/>
                  </a:lnTo>
                  <a:lnTo>
                    <a:pt x="9803" y="1267"/>
                  </a:lnTo>
                  <a:lnTo>
                    <a:pt x="2896" y="1267"/>
                  </a:lnTo>
                  <a:lnTo>
                    <a:pt x="2896" y="2835"/>
                  </a:lnTo>
                  <a:lnTo>
                    <a:pt x="3499" y="2835"/>
                  </a:lnTo>
                  <a:lnTo>
                    <a:pt x="3499" y="1870"/>
                  </a:lnTo>
                  <a:lnTo>
                    <a:pt x="9530" y="1870"/>
                  </a:lnTo>
                  <a:lnTo>
                    <a:pt x="11159" y="3499"/>
                  </a:lnTo>
                  <a:lnTo>
                    <a:pt x="10254" y="3861"/>
                  </a:lnTo>
                  <a:lnTo>
                    <a:pt x="2232" y="3861"/>
                  </a:lnTo>
                  <a:lnTo>
                    <a:pt x="2232" y="604"/>
                  </a:lnTo>
                  <a:close/>
                  <a:moveTo>
                    <a:pt x="17070" y="4464"/>
                  </a:moveTo>
                  <a:lnTo>
                    <a:pt x="17070" y="5127"/>
                  </a:lnTo>
                  <a:lnTo>
                    <a:pt x="15441" y="5127"/>
                  </a:lnTo>
                  <a:cubicBezTo>
                    <a:pt x="15260" y="5127"/>
                    <a:pt x="15111" y="4978"/>
                    <a:pt x="15111" y="4797"/>
                  </a:cubicBezTo>
                  <a:cubicBezTo>
                    <a:pt x="15111" y="4616"/>
                    <a:pt x="15260" y="4464"/>
                    <a:pt x="15441" y="4464"/>
                  </a:cubicBezTo>
                  <a:close/>
                  <a:moveTo>
                    <a:pt x="17070" y="7660"/>
                  </a:moveTo>
                  <a:lnTo>
                    <a:pt x="17070" y="8355"/>
                  </a:lnTo>
                  <a:lnTo>
                    <a:pt x="15441" y="8355"/>
                  </a:lnTo>
                  <a:cubicBezTo>
                    <a:pt x="15260" y="8355"/>
                    <a:pt x="15111" y="8203"/>
                    <a:pt x="15111" y="8022"/>
                  </a:cubicBezTo>
                  <a:cubicBezTo>
                    <a:pt x="15111" y="7812"/>
                    <a:pt x="15260" y="7660"/>
                    <a:pt x="15441" y="7660"/>
                  </a:cubicBezTo>
                  <a:close/>
                  <a:moveTo>
                    <a:pt x="17070" y="10888"/>
                  </a:moveTo>
                  <a:lnTo>
                    <a:pt x="17070" y="11581"/>
                  </a:lnTo>
                  <a:lnTo>
                    <a:pt x="15441" y="11581"/>
                  </a:lnTo>
                  <a:cubicBezTo>
                    <a:pt x="15260" y="11581"/>
                    <a:pt x="15111" y="11431"/>
                    <a:pt x="15111" y="11219"/>
                  </a:cubicBezTo>
                  <a:cubicBezTo>
                    <a:pt x="15111" y="11038"/>
                    <a:pt x="15260" y="10888"/>
                    <a:pt x="15441" y="10888"/>
                  </a:cubicBezTo>
                  <a:close/>
                  <a:moveTo>
                    <a:pt x="13210" y="3289"/>
                  </a:moveTo>
                  <a:lnTo>
                    <a:pt x="13210" y="12698"/>
                  </a:lnTo>
                  <a:lnTo>
                    <a:pt x="10375" y="11581"/>
                  </a:lnTo>
                  <a:lnTo>
                    <a:pt x="604" y="11581"/>
                  </a:lnTo>
                  <a:lnTo>
                    <a:pt x="604" y="4464"/>
                  </a:lnTo>
                  <a:lnTo>
                    <a:pt x="9984" y="4464"/>
                  </a:lnTo>
                  <a:lnTo>
                    <a:pt x="9984" y="10555"/>
                  </a:lnTo>
                  <a:lnTo>
                    <a:pt x="10587" y="10555"/>
                  </a:lnTo>
                  <a:lnTo>
                    <a:pt x="10587" y="4343"/>
                  </a:lnTo>
                  <a:lnTo>
                    <a:pt x="13210" y="3289"/>
                  </a:lnTo>
                  <a:close/>
                  <a:moveTo>
                    <a:pt x="17070" y="3168"/>
                  </a:moveTo>
                  <a:lnTo>
                    <a:pt x="17070" y="3861"/>
                  </a:lnTo>
                  <a:lnTo>
                    <a:pt x="15441" y="3861"/>
                  </a:lnTo>
                  <a:cubicBezTo>
                    <a:pt x="14930" y="3861"/>
                    <a:pt x="14507" y="4283"/>
                    <a:pt x="14507" y="4797"/>
                  </a:cubicBezTo>
                  <a:cubicBezTo>
                    <a:pt x="14507" y="5308"/>
                    <a:pt x="14930" y="5730"/>
                    <a:pt x="15441" y="5730"/>
                  </a:cubicBezTo>
                  <a:lnTo>
                    <a:pt x="17070" y="5730"/>
                  </a:lnTo>
                  <a:lnTo>
                    <a:pt x="17070" y="7057"/>
                  </a:lnTo>
                  <a:lnTo>
                    <a:pt x="15441" y="7057"/>
                  </a:lnTo>
                  <a:cubicBezTo>
                    <a:pt x="14930" y="7057"/>
                    <a:pt x="14507" y="7479"/>
                    <a:pt x="14507" y="8022"/>
                  </a:cubicBezTo>
                  <a:cubicBezTo>
                    <a:pt x="14507" y="8536"/>
                    <a:pt x="14930" y="8958"/>
                    <a:pt x="15441" y="8958"/>
                  </a:cubicBezTo>
                  <a:lnTo>
                    <a:pt x="17070" y="8958"/>
                  </a:lnTo>
                  <a:lnTo>
                    <a:pt x="17070" y="10285"/>
                  </a:lnTo>
                  <a:lnTo>
                    <a:pt x="15441" y="10285"/>
                  </a:lnTo>
                  <a:cubicBezTo>
                    <a:pt x="14930" y="10285"/>
                    <a:pt x="14507" y="10707"/>
                    <a:pt x="14507" y="11219"/>
                  </a:cubicBezTo>
                  <a:cubicBezTo>
                    <a:pt x="14507" y="11762"/>
                    <a:pt x="14930" y="12184"/>
                    <a:pt x="15441" y="12184"/>
                  </a:cubicBezTo>
                  <a:lnTo>
                    <a:pt x="17070" y="12184"/>
                  </a:lnTo>
                  <a:lnTo>
                    <a:pt x="17070" y="12847"/>
                  </a:lnTo>
                  <a:lnTo>
                    <a:pt x="13813" y="12847"/>
                  </a:lnTo>
                  <a:lnTo>
                    <a:pt x="13813" y="3168"/>
                  </a:lnTo>
                  <a:close/>
                  <a:moveTo>
                    <a:pt x="1629" y="1"/>
                  </a:moveTo>
                  <a:lnTo>
                    <a:pt x="1629" y="3861"/>
                  </a:lnTo>
                  <a:lnTo>
                    <a:pt x="1" y="3861"/>
                  </a:lnTo>
                  <a:lnTo>
                    <a:pt x="1" y="12184"/>
                  </a:lnTo>
                  <a:lnTo>
                    <a:pt x="10254" y="12184"/>
                  </a:lnTo>
                  <a:lnTo>
                    <a:pt x="13482" y="13450"/>
                  </a:lnTo>
                  <a:lnTo>
                    <a:pt x="17673" y="13450"/>
                  </a:lnTo>
                  <a:lnTo>
                    <a:pt x="17673" y="2565"/>
                  </a:lnTo>
                  <a:lnTo>
                    <a:pt x="13482" y="2565"/>
                  </a:lnTo>
                  <a:lnTo>
                    <a:pt x="13149" y="2686"/>
                  </a:lnTo>
                  <a:lnTo>
                    <a:pt x="104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67"/>
            <p:cNvSpPr/>
            <p:nvPr/>
          </p:nvSpPr>
          <p:spPr>
            <a:xfrm>
              <a:off x="7229620" y="2118275"/>
              <a:ext cx="30910" cy="14405"/>
            </a:xfrm>
            <a:custGeom>
              <a:avLst/>
              <a:gdLst/>
              <a:ahLst/>
              <a:cxnLst/>
              <a:rect l="l" t="t" r="r" b="b"/>
              <a:pathLst>
                <a:path w="1296" h="604" extrusionOk="0">
                  <a:moveTo>
                    <a:pt x="0" y="1"/>
                  </a:moveTo>
                  <a:lnTo>
                    <a:pt x="0" y="604"/>
                  </a:lnTo>
                  <a:lnTo>
                    <a:pt x="1296" y="604"/>
                  </a:lnTo>
                  <a:lnTo>
                    <a:pt x="12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67"/>
            <p:cNvSpPr/>
            <p:nvPr/>
          </p:nvSpPr>
          <p:spPr>
            <a:xfrm>
              <a:off x="7229620" y="2210336"/>
              <a:ext cx="30910" cy="14405"/>
            </a:xfrm>
            <a:custGeom>
              <a:avLst/>
              <a:gdLst/>
              <a:ahLst/>
              <a:cxnLst/>
              <a:rect l="l" t="t" r="r" b="b"/>
              <a:pathLst>
                <a:path w="1296" h="604" extrusionOk="0">
                  <a:moveTo>
                    <a:pt x="0" y="1"/>
                  </a:moveTo>
                  <a:lnTo>
                    <a:pt x="0" y="604"/>
                  </a:lnTo>
                  <a:lnTo>
                    <a:pt x="1296" y="604"/>
                  </a:lnTo>
                  <a:lnTo>
                    <a:pt x="12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67"/>
            <p:cNvSpPr/>
            <p:nvPr/>
          </p:nvSpPr>
          <p:spPr>
            <a:xfrm>
              <a:off x="7229620" y="2164305"/>
              <a:ext cx="46054" cy="14405"/>
            </a:xfrm>
            <a:custGeom>
              <a:avLst/>
              <a:gdLst/>
              <a:ahLst/>
              <a:cxnLst/>
              <a:rect l="l" t="t" r="r" b="b"/>
              <a:pathLst>
                <a:path w="1931" h="604" extrusionOk="0">
                  <a:moveTo>
                    <a:pt x="0" y="1"/>
                  </a:moveTo>
                  <a:lnTo>
                    <a:pt x="0" y="604"/>
                  </a:lnTo>
                  <a:lnTo>
                    <a:pt x="1930" y="604"/>
                  </a:lnTo>
                  <a:lnTo>
                    <a:pt x="19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67"/>
            <p:cNvSpPr/>
            <p:nvPr/>
          </p:nvSpPr>
          <p:spPr>
            <a:xfrm>
              <a:off x="6830395" y="2102462"/>
              <a:ext cx="153952" cy="14405"/>
            </a:xfrm>
            <a:custGeom>
              <a:avLst/>
              <a:gdLst/>
              <a:ahLst/>
              <a:cxnLst/>
              <a:rect l="l" t="t" r="r" b="b"/>
              <a:pathLst>
                <a:path w="6455" h="604" extrusionOk="0">
                  <a:moveTo>
                    <a:pt x="1" y="0"/>
                  </a:moveTo>
                  <a:lnTo>
                    <a:pt x="1" y="603"/>
                  </a:lnTo>
                  <a:lnTo>
                    <a:pt x="6454" y="603"/>
                  </a:lnTo>
                  <a:lnTo>
                    <a:pt x="64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67"/>
            <p:cNvSpPr/>
            <p:nvPr/>
          </p:nvSpPr>
          <p:spPr>
            <a:xfrm>
              <a:off x="6984323" y="2225480"/>
              <a:ext cx="15145" cy="14405"/>
            </a:xfrm>
            <a:custGeom>
              <a:avLst/>
              <a:gdLst/>
              <a:ahLst/>
              <a:cxnLst/>
              <a:rect l="l" t="t" r="r" b="b"/>
              <a:pathLst>
                <a:path w="635" h="604" extrusionOk="0">
                  <a:moveTo>
                    <a:pt x="0" y="0"/>
                  </a:moveTo>
                  <a:lnTo>
                    <a:pt x="0"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67"/>
            <p:cNvSpPr/>
            <p:nvPr/>
          </p:nvSpPr>
          <p:spPr>
            <a:xfrm>
              <a:off x="6984323" y="2179450"/>
              <a:ext cx="15145" cy="14405"/>
            </a:xfrm>
            <a:custGeom>
              <a:avLst/>
              <a:gdLst/>
              <a:ahLst/>
              <a:cxnLst/>
              <a:rect l="l" t="t" r="r" b="b"/>
              <a:pathLst>
                <a:path w="635" h="604" extrusionOk="0">
                  <a:moveTo>
                    <a:pt x="0" y="0"/>
                  </a:moveTo>
                  <a:lnTo>
                    <a:pt x="0"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 name="Google Shape;1107;p67"/>
          <p:cNvGrpSpPr/>
          <p:nvPr/>
        </p:nvGrpSpPr>
        <p:grpSpPr>
          <a:xfrm>
            <a:off x="7525933" y="1989525"/>
            <a:ext cx="413559" cy="490523"/>
            <a:chOff x="7525933" y="1895325"/>
            <a:chExt cx="413559" cy="490523"/>
          </a:xfrm>
        </p:grpSpPr>
        <p:sp>
          <p:nvSpPr>
            <p:cNvPr id="1108" name="Google Shape;1108;p67"/>
            <p:cNvSpPr/>
            <p:nvPr/>
          </p:nvSpPr>
          <p:spPr>
            <a:xfrm>
              <a:off x="7525933" y="2094568"/>
              <a:ext cx="121563" cy="291280"/>
            </a:xfrm>
            <a:custGeom>
              <a:avLst/>
              <a:gdLst/>
              <a:ahLst/>
              <a:cxnLst/>
              <a:rect l="l" t="t" r="r" b="b"/>
              <a:pathLst>
                <a:path w="5097" h="12213" extrusionOk="0">
                  <a:moveTo>
                    <a:pt x="1267" y="2715"/>
                  </a:moveTo>
                  <a:lnTo>
                    <a:pt x="1267" y="5610"/>
                  </a:lnTo>
                  <a:lnTo>
                    <a:pt x="604" y="5277"/>
                  </a:lnTo>
                  <a:lnTo>
                    <a:pt x="604" y="3077"/>
                  </a:lnTo>
                  <a:lnTo>
                    <a:pt x="1267" y="2715"/>
                  </a:lnTo>
                  <a:close/>
                  <a:moveTo>
                    <a:pt x="2563" y="785"/>
                  </a:moveTo>
                  <a:lnTo>
                    <a:pt x="2563" y="7569"/>
                  </a:lnTo>
                  <a:cubicBezTo>
                    <a:pt x="2172" y="7328"/>
                    <a:pt x="1871" y="6905"/>
                    <a:pt x="1871" y="6423"/>
                  </a:cubicBezTo>
                  <a:lnTo>
                    <a:pt x="1871" y="1899"/>
                  </a:lnTo>
                  <a:cubicBezTo>
                    <a:pt x="1871" y="1417"/>
                    <a:pt x="2172" y="995"/>
                    <a:pt x="2563" y="785"/>
                  </a:cubicBezTo>
                  <a:close/>
                  <a:moveTo>
                    <a:pt x="3197" y="604"/>
                  </a:moveTo>
                  <a:cubicBezTo>
                    <a:pt x="3921" y="604"/>
                    <a:pt x="4493" y="1207"/>
                    <a:pt x="4493" y="1899"/>
                  </a:cubicBezTo>
                  <a:lnTo>
                    <a:pt x="4493" y="6423"/>
                  </a:lnTo>
                  <a:cubicBezTo>
                    <a:pt x="4493" y="7147"/>
                    <a:pt x="3921" y="7721"/>
                    <a:pt x="3197" y="7721"/>
                  </a:cubicBezTo>
                  <a:lnTo>
                    <a:pt x="3166" y="7721"/>
                  </a:lnTo>
                  <a:lnTo>
                    <a:pt x="3166" y="604"/>
                  </a:lnTo>
                  <a:close/>
                  <a:moveTo>
                    <a:pt x="3197" y="1"/>
                  </a:moveTo>
                  <a:cubicBezTo>
                    <a:pt x="2141" y="1"/>
                    <a:pt x="1267" y="874"/>
                    <a:pt x="1267" y="1899"/>
                  </a:cubicBezTo>
                  <a:lnTo>
                    <a:pt x="1267" y="2051"/>
                  </a:lnTo>
                  <a:lnTo>
                    <a:pt x="1" y="2683"/>
                  </a:lnTo>
                  <a:lnTo>
                    <a:pt x="1" y="5639"/>
                  </a:lnTo>
                  <a:lnTo>
                    <a:pt x="1267" y="6273"/>
                  </a:lnTo>
                  <a:lnTo>
                    <a:pt x="1267" y="6423"/>
                  </a:lnTo>
                  <a:cubicBezTo>
                    <a:pt x="1267" y="6997"/>
                    <a:pt x="1569" y="7509"/>
                    <a:pt x="1931" y="7841"/>
                  </a:cubicBezTo>
                  <a:lnTo>
                    <a:pt x="1931" y="12213"/>
                  </a:lnTo>
                  <a:lnTo>
                    <a:pt x="2534" y="12213"/>
                  </a:lnTo>
                  <a:lnTo>
                    <a:pt x="2534" y="8203"/>
                  </a:lnTo>
                  <a:cubicBezTo>
                    <a:pt x="2775" y="8293"/>
                    <a:pt x="2956" y="8324"/>
                    <a:pt x="3197" y="8324"/>
                  </a:cubicBezTo>
                  <a:cubicBezTo>
                    <a:pt x="4252" y="8324"/>
                    <a:pt x="5096" y="7480"/>
                    <a:pt x="5096" y="6423"/>
                  </a:cubicBezTo>
                  <a:lnTo>
                    <a:pt x="5096" y="1899"/>
                  </a:lnTo>
                  <a:cubicBezTo>
                    <a:pt x="5096" y="874"/>
                    <a:pt x="4252" y="1"/>
                    <a:pt x="31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67"/>
            <p:cNvSpPr/>
            <p:nvPr/>
          </p:nvSpPr>
          <p:spPr>
            <a:xfrm>
              <a:off x="7817213" y="2094568"/>
              <a:ext cx="121587" cy="291280"/>
            </a:xfrm>
            <a:custGeom>
              <a:avLst/>
              <a:gdLst/>
              <a:ahLst/>
              <a:cxnLst/>
              <a:rect l="l" t="t" r="r" b="b"/>
              <a:pathLst>
                <a:path w="5098" h="12213" extrusionOk="0">
                  <a:moveTo>
                    <a:pt x="3831" y="2715"/>
                  </a:moveTo>
                  <a:lnTo>
                    <a:pt x="4495" y="3077"/>
                  </a:lnTo>
                  <a:lnTo>
                    <a:pt x="4495" y="5277"/>
                  </a:lnTo>
                  <a:lnTo>
                    <a:pt x="3831" y="5610"/>
                  </a:lnTo>
                  <a:lnTo>
                    <a:pt x="3831" y="2715"/>
                  </a:lnTo>
                  <a:close/>
                  <a:moveTo>
                    <a:pt x="2533" y="753"/>
                  </a:moveTo>
                  <a:cubicBezTo>
                    <a:pt x="2987" y="995"/>
                    <a:pt x="3228" y="1417"/>
                    <a:pt x="3228" y="1899"/>
                  </a:cubicBezTo>
                  <a:lnTo>
                    <a:pt x="3228" y="6423"/>
                  </a:lnTo>
                  <a:cubicBezTo>
                    <a:pt x="3228" y="6905"/>
                    <a:pt x="2987" y="7359"/>
                    <a:pt x="2533" y="7569"/>
                  </a:cubicBezTo>
                  <a:lnTo>
                    <a:pt x="2533" y="753"/>
                  </a:lnTo>
                  <a:close/>
                  <a:moveTo>
                    <a:pt x="1930" y="604"/>
                  </a:moveTo>
                  <a:lnTo>
                    <a:pt x="1930" y="7721"/>
                  </a:lnTo>
                  <a:lnTo>
                    <a:pt x="1901" y="7721"/>
                  </a:lnTo>
                  <a:cubicBezTo>
                    <a:pt x="1177" y="7721"/>
                    <a:pt x="603" y="7147"/>
                    <a:pt x="603" y="6423"/>
                  </a:cubicBezTo>
                  <a:lnTo>
                    <a:pt x="603" y="1899"/>
                  </a:lnTo>
                  <a:cubicBezTo>
                    <a:pt x="603" y="1207"/>
                    <a:pt x="1177" y="604"/>
                    <a:pt x="1901" y="604"/>
                  </a:cubicBezTo>
                  <a:close/>
                  <a:moveTo>
                    <a:pt x="1901" y="1"/>
                  </a:moveTo>
                  <a:cubicBezTo>
                    <a:pt x="845" y="1"/>
                    <a:pt x="0" y="874"/>
                    <a:pt x="0" y="1899"/>
                  </a:cubicBezTo>
                  <a:lnTo>
                    <a:pt x="0" y="6423"/>
                  </a:lnTo>
                  <a:cubicBezTo>
                    <a:pt x="0" y="7480"/>
                    <a:pt x="845" y="8324"/>
                    <a:pt x="1901" y="8324"/>
                  </a:cubicBezTo>
                  <a:cubicBezTo>
                    <a:pt x="2142" y="8324"/>
                    <a:pt x="2384" y="8293"/>
                    <a:pt x="2565" y="8203"/>
                  </a:cubicBezTo>
                  <a:lnTo>
                    <a:pt x="2565" y="12213"/>
                  </a:lnTo>
                  <a:lnTo>
                    <a:pt x="3168" y="12213"/>
                  </a:lnTo>
                  <a:lnTo>
                    <a:pt x="3168" y="7841"/>
                  </a:lnTo>
                  <a:cubicBezTo>
                    <a:pt x="3590" y="7509"/>
                    <a:pt x="3831" y="6997"/>
                    <a:pt x="3831" y="6423"/>
                  </a:cubicBezTo>
                  <a:lnTo>
                    <a:pt x="3831" y="6273"/>
                  </a:lnTo>
                  <a:lnTo>
                    <a:pt x="5098" y="5639"/>
                  </a:lnTo>
                  <a:lnTo>
                    <a:pt x="5098" y="2683"/>
                  </a:lnTo>
                  <a:lnTo>
                    <a:pt x="3831" y="2051"/>
                  </a:lnTo>
                  <a:lnTo>
                    <a:pt x="3831" y="1899"/>
                  </a:lnTo>
                  <a:cubicBezTo>
                    <a:pt x="3831" y="874"/>
                    <a:pt x="2956" y="1"/>
                    <a:pt x="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67"/>
            <p:cNvSpPr/>
            <p:nvPr/>
          </p:nvSpPr>
          <p:spPr>
            <a:xfrm>
              <a:off x="7525933" y="1895325"/>
              <a:ext cx="413559" cy="237355"/>
            </a:xfrm>
            <a:custGeom>
              <a:avLst/>
              <a:gdLst/>
              <a:ahLst/>
              <a:cxnLst/>
              <a:rect l="l" t="t" r="r" b="b"/>
              <a:pathLst>
                <a:path w="17340" h="9952" extrusionOk="0">
                  <a:moveTo>
                    <a:pt x="8686" y="603"/>
                  </a:moveTo>
                  <a:cubicBezTo>
                    <a:pt x="10676" y="603"/>
                    <a:pt x="12515" y="1358"/>
                    <a:pt x="13933" y="2775"/>
                  </a:cubicBezTo>
                  <a:cubicBezTo>
                    <a:pt x="14264" y="3107"/>
                    <a:pt x="14536" y="3438"/>
                    <a:pt x="14807" y="3831"/>
                  </a:cubicBezTo>
                  <a:cubicBezTo>
                    <a:pt x="13178" y="2171"/>
                    <a:pt x="10978" y="1267"/>
                    <a:pt x="8686" y="1267"/>
                  </a:cubicBezTo>
                  <a:cubicBezTo>
                    <a:pt x="6394" y="1267"/>
                    <a:pt x="4223" y="2171"/>
                    <a:pt x="2594" y="3771"/>
                  </a:cubicBezTo>
                  <a:cubicBezTo>
                    <a:pt x="2985" y="3197"/>
                    <a:pt x="3468" y="2685"/>
                    <a:pt x="4010" y="2232"/>
                  </a:cubicBezTo>
                  <a:cubicBezTo>
                    <a:pt x="5337" y="1177"/>
                    <a:pt x="6997" y="603"/>
                    <a:pt x="8686" y="603"/>
                  </a:cubicBezTo>
                  <a:close/>
                  <a:moveTo>
                    <a:pt x="8686" y="0"/>
                  </a:moveTo>
                  <a:cubicBezTo>
                    <a:pt x="6845" y="0"/>
                    <a:pt x="5067" y="635"/>
                    <a:pt x="3649" y="1781"/>
                  </a:cubicBezTo>
                  <a:cubicBezTo>
                    <a:pt x="2261" y="2895"/>
                    <a:pt x="1267" y="4463"/>
                    <a:pt x="874" y="6183"/>
                  </a:cubicBezTo>
                  <a:cubicBezTo>
                    <a:pt x="302" y="7329"/>
                    <a:pt x="1" y="8625"/>
                    <a:pt x="1" y="9952"/>
                  </a:cubicBezTo>
                  <a:lnTo>
                    <a:pt x="604" y="9952"/>
                  </a:lnTo>
                  <a:cubicBezTo>
                    <a:pt x="604" y="5489"/>
                    <a:pt x="4223" y="1901"/>
                    <a:pt x="8686" y="1901"/>
                  </a:cubicBezTo>
                  <a:cubicBezTo>
                    <a:pt x="13118" y="1901"/>
                    <a:pt x="16737" y="5489"/>
                    <a:pt x="16737" y="9952"/>
                  </a:cubicBezTo>
                  <a:lnTo>
                    <a:pt x="17340" y="9952"/>
                  </a:lnTo>
                  <a:cubicBezTo>
                    <a:pt x="17340" y="8625"/>
                    <a:pt x="17070" y="7390"/>
                    <a:pt x="16495" y="6244"/>
                  </a:cubicBezTo>
                  <a:cubicBezTo>
                    <a:pt x="16194" y="4765"/>
                    <a:pt x="15441" y="3438"/>
                    <a:pt x="14355" y="2352"/>
                  </a:cubicBezTo>
                  <a:cubicBezTo>
                    <a:pt x="12848" y="816"/>
                    <a:pt x="10826" y="0"/>
                    <a:pt x="8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 name="Google Shape;1111;p67"/>
          <p:cNvGrpSpPr/>
          <p:nvPr/>
        </p:nvGrpSpPr>
        <p:grpSpPr>
          <a:xfrm>
            <a:off x="1292234" y="2652007"/>
            <a:ext cx="238118" cy="491238"/>
            <a:chOff x="1292234" y="2634007"/>
            <a:chExt cx="238118" cy="491238"/>
          </a:xfrm>
        </p:grpSpPr>
        <p:sp>
          <p:nvSpPr>
            <p:cNvPr id="1112" name="Google Shape;1112;p67"/>
            <p:cNvSpPr/>
            <p:nvPr/>
          </p:nvSpPr>
          <p:spPr>
            <a:xfrm>
              <a:off x="1292234" y="2634007"/>
              <a:ext cx="238118" cy="491238"/>
            </a:xfrm>
            <a:custGeom>
              <a:avLst/>
              <a:gdLst/>
              <a:ahLst/>
              <a:cxnLst/>
              <a:rect l="l" t="t" r="r" b="b"/>
              <a:pathLst>
                <a:path w="9984" h="20597" extrusionOk="0">
                  <a:moveTo>
                    <a:pt x="8054" y="603"/>
                  </a:moveTo>
                  <a:cubicBezTo>
                    <a:pt x="8597" y="603"/>
                    <a:pt x="9019" y="1055"/>
                    <a:pt x="9019" y="1597"/>
                  </a:cubicBezTo>
                  <a:lnTo>
                    <a:pt x="9019" y="4886"/>
                  </a:lnTo>
                  <a:lnTo>
                    <a:pt x="1902" y="4886"/>
                  </a:lnTo>
                  <a:lnTo>
                    <a:pt x="1902" y="1597"/>
                  </a:lnTo>
                  <a:cubicBezTo>
                    <a:pt x="1902" y="1055"/>
                    <a:pt x="2353" y="603"/>
                    <a:pt x="2896" y="603"/>
                  </a:cubicBezTo>
                  <a:close/>
                  <a:moveTo>
                    <a:pt x="9019" y="5489"/>
                  </a:moveTo>
                  <a:lnTo>
                    <a:pt x="9019" y="6152"/>
                  </a:lnTo>
                  <a:lnTo>
                    <a:pt x="1902" y="6152"/>
                  </a:lnTo>
                  <a:lnTo>
                    <a:pt x="1902" y="5489"/>
                  </a:lnTo>
                  <a:close/>
                  <a:moveTo>
                    <a:pt x="2565" y="6755"/>
                  </a:moveTo>
                  <a:lnTo>
                    <a:pt x="2565" y="7448"/>
                  </a:lnTo>
                  <a:lnTo>
                    <a:pt x="1902" y="7448"/>
                  </a:lnTo>
                  <a:lnTo>
                    <a:pt x="1902" y="6755"/>
                  </a:lnTo>
                  <a:close/>
                  <a:moveTo>
                    <a:pt x="3861" y="6755"/>
                  </a:moveTo>
                  <a:lnTo>
                    <a:pt x="3861" y="7448"/>
                  </a:lnTo>
                  <a:lnTo>
                    <a:pt x="3168" y="7448"/>
                  </a:lnTo>
                  <a:lnTo>
                    <a:pt x="3168" y="6755"/>
                  </a:lnTo>
                  <a:close/>
                  <a:moveTo>
                    <a:pt x="5159" y="6755"/>
                  </a:moveTo>
                  <a:lnTo>
                    <a:pt x="5159" y="7448"/>
                  </a:lnTo>
                  <a:lnTo>
                    <a:pt x="4464" y="7448"/>
                  </a:lnTo>
                  <a:lnTo>
                    <a:pt x="4464" y="6755"/>
                  </a:lnTo>
                  <a:close/>
                  <a:moveTo>
                    <a:pt x="6425" y="6755"/>
                  </a:moveTo>
                  <a:lnTo>
                    <a:pt x="6425" y="7448"/>
                  </a:lnTo>
                  <a:lnTo>
                    <a:pt x="5762" y="7448"/>
                  </a:lnTo>
                  <a:lnTo>
                    <a:pt x="5762" y="6755"/>
                  </a:lnTo>
                  <a:close/>
                  <a:moveTo>
                    <a:pt x="7721" y="6755"/>
                  </a:moveTo>
                  <a:lnTo>
                    <a:pt x="7721" y="7448"/>
                  </a:lnTo>
                  <a:lnTo>
                    <a:pt x="7028" y="7448"/>
                  </a:lnTo>
                  <a:lnTo>
                    <a:pt x="7028" y="6755"/>
                  </a:lnTo>
                  <a:close/>
                  <a:moveTo>
                    <a:pt x="9019" y="6755"/>
                  </a:moveTo>
                  <a:lnTo>
                    <a:pt x="9019" y="7448"/>
                  </a:lnTo>
                  <a:lnTo>
                    <a:pt x="8324" y="7448"/>
                  </a:lnTo>
                  <a:lnTo>
                    <a:pt x="8324" y="6755"/>
                  </a:lnTo>
                  <a:close/>
                  <a:moveTo>
                    <a:pt x="1299" y="9498"/>
                  </a:moveTo>
                  <a:lnTo>
                    <a:pt x="1299" y="16888"/>
                  </a:lnTo>
                  <a:lnTo>
                    <a:pt x="604" y="16555"/>
                  </a:lnTo>
                  <a:lnTo>
                    <a:pt x="604" y="9860"/>
                  </a:lnTo>
                  <a:lnTo>
                    <a:pt x="1299" y="9498"/>
                  </a:lnTo>
                  <a:close/>
                  <a:moveTo>
                    <a:pt x="9019" y="17069"/>
                  </a:moveTo>
                  <a:lnTo>
                    <a:pt x="9019" y="17732"/>
                  </a:lnTo>
                  <a:lnTo>
                    <a:pt x="1902" y="17732"/>
                  </a:lnTo>
                  <a:lnTo>
                    <a:pt x="1902" y="17069"/>
                  </a:lnTo>
                  <a:close/>
                  <a:moveTo>
                    <a:pt x="9019" y="18336"/>
                  </a:moveTo>
                  <a:lnTo>
                    <a:pt x="9019" y="19993"/>
                  </a:lnTo>
                  <a:lnTo>
                    <a:pt x="1902" y="19993"/>
                  </a:lnTo>
                  <a:lnTo>
                    <a:pt x="1902" y="18336"/>
                  </a:lnTo>
                  <a:close/>
                  <a:moveTo>
                    <a:pt x="2896" y="0"/>
                  </a:moveTo>
                  <a:cubicBezTo>
                    <a:pt x="2022" y="0"/>
                    <a:pt x="1299" y="724"/>
                    <a:pt x="1299" y="1597"/>
                  </a:cubicBezTo>
                  <a:lnTo>
                    <a:pt x="1299" y="4886"/>
                  </a:lnTo>
                  <a:lnTo>
                    <a:pt x="966" y="4886"/>
                  </a:lnTo>
                  <a:lnTo>
                    <a:pt x="966" y="5489"/>
                  </a:lnTo>
                  <a:lnTo>
                    <a:pt x="1299" y="5489"/>
                  </a:lnTo>
                  <a:lnTo>
                    <a:pt x="1299" y="8835"/>
                  </a:lnTo>
                  <a:lnTo>
                    <a:pt x="604" y="9168"/>
                  </a:lnTo>
                  <a:lnTo>
                    <a:pt x="604" y="8384"/>
                  </a:lnTo>
                  <a:lnTo>
                    <a:pt x="1" y="8384"/>
                  </a:lnTo>
                  <a:lnTo>
                    <a:pt x="1" y="18034"/>
                  </a:lnTo>
                  <a:lnTo>
                    <a:pt x="604" y="18034"/>
                  </a:lnTo>
                  <a:lnTo>
                    <a:pt x="604" y="17219"/>
                  </a:lnTo>
                  <a:lnTo>
                    <a:pt x="1299" y="17580"/>
                  </a:lnTo>
                  <a:lnTo>
                    <a:pt x="1299" y="20596"/>
                  </a:lnTo>
                  <a:lnTo>
                    <a:pt x="9622" y="20596"/>
                  </a:lnTo>
                  <a:lnTo>
                    <a:pt x="9622" y="10314"/>
                  </a:lnTo>
                  <a:lnTo>
                    <a:pt x="9019" y="10314"/>
                  </a:lnTo>
                  <a:lnTo>
                    <a:pt x="9019" y="16466"/>
                  </a:lnTo>
                  <a:lnTo>
                    <a:pt x="1902" y="16466"/>
                  </a:lnTo>
                  <a:lnTo>
                    <a:pt x="1902" y="8051"/>
                  </a:lnTo>
                  <a:lnTo>
                    <a:pt x="9019" y="8051"/>
                  </a:lnTo>
                  <a:lnTo>
                    <a:pt x="9019" y="9016"/>
                  </a:lnTo>
                  <a:lnTo>
                    <a:pt x="9622" y="9016"/>
                  </a:lnTo>
                  <a:lnTo>
                    <a:pt x="9622" y="5489"/>
                  </a:lnTo>
                  <a:lnTo>
                    <a:pt x="9984" y="5489"/>
                  </a:lnTo>
                  <a:lnTo>
                    <a:pt x="9984" y="4886"/>
                  </a:lnTo>
                  <a:lnTo>
                    <a:pt x="9622" y="4886"/>
                  </a:lnTo>
                  <a:lnTo>
                    <a:pt x="9622" y="1597"/>
                  </a:lnTo>
                  <a:cubicBezTo>
                    <a:pt x="9622" y="724"/>
                    <a:pt x="8927" y="0"/>
                    <a:pt x="80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67"/>
            <p:cNvSpPr/>
            <p:nvPr/>
          </p:nvSpPr>
          <p:spPr>
            <a:xfrm>
              <a:off x="1362043" y="2664893"/>
              <a:ext cx="121540" cy="23039"/>
            </a:xfrm>
            <a:custGeom>
              <a:avLst/>
              <a:gdLst/>
              <a:ahLst/>
              <a:cxnLst/>
              <a:rect l="l" t="t" r="r" b="b"/>
              <a:pathLst>
                <a:path w="5096" h="966" extrusionOk="0">
                  <a:moveTo>
                    <a:pt x="0" y="1"/>
                  </a:moveTo>
                  <a:cubicBezTo>
                    <a:pt x="0" y="515"/>
                    <a:pt x="422" y="966"/>
                    <a:pt x="934" y="966"/>
                  </a:cubicBezTo>
                  <a:lnTo>
                    <a:pt x="4162" y="966"/>
                  </a:lnTo>
                  <a:cubicBezTo>
                    <a:pt x="4673" y="966"/>
                    <a:pt x="5095" y="515"/>
                    <a:pt x="5095" y="1"/>
                  </a:cubicBezTo>
                  <a:lnTo>
                    <a:pt x="4492" y="1"/>
                  </a:lnTo>
                  <a:cubicBezTo>
                    <a:pt x="4492" y="182"/>
                    <a:pt x="4343" y="363"/>
                    <a:pt x="4162" y="363"/>
                  </a:cubicBezTo>
                  <a:lnTo>
                    <a:pt x="934" y="363"/>
                  </a:lnTo>
                  <a:cubicBezTo>
                    <a:pt x="753" y="363"/>
                    <a:pt x="603" y="182"/>
                    <a:pt x="6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67"/>
            <p:cNvSpPr/>
            <p:nvPr/>
          </p:nvSpPr>
          <p:spPr>
            <a:xfrm>
              <a:off x="1476356" y="2849015"/>
              <a:ext cx="14405" cy="153260"/>
            </a:xfrm>
            <a:custGeom>
              <a:avLst/>
              <a:gdLst/>
              <a:ahLst/>
              <a:cxnLst/>
              <a:rect l="l" t="t" r="r" b="b"/>
              <a:pathLst>
                <a:path w="604" h="6426" extrusionOk="0">
                  <a:moveTo>
                    <a:pt x="1" y="1"/>
                  </a:moveTo>
                  <a:lnTo>
                    <a:pt x="1" y="6425"/>
                  </a:lnTo>
                  <a:lnTo>
                    <a:pt x="604" y="642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67"/>
            <p:cNvSpPr/>
            <p:nvPr/>
          </p:nvSpPr>
          <p:spPr>
            <a:xfrm>
              <a:off x="1361280" y="2842575"/>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67"/>
            <p:cNvSpPr/>
            <p:nvPr/>
          </p:nvSpPr>
          <p:spPr>
            <a:xfrm>
              <a:off x="1361280" y="2888606"/>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 name="Google Shape;1117;p67"/>
          <p:cNvGrpSpPr/>
          <p:nvPr/>
        </p:nvGrpSpPr>
        <p:grpSpPr>
          <a:xfrm>
            <a:off x="1868379" y="2652007"/>
            <a:ext cx="490547" cy="491238"/>
            <a:chOff x="1868379" y="2634007"/>
            <a:chExt cx="490547" cy="491238"/>
          </a:xfrm>
        </p:grpSpPr>
        <p:sp>
          <p:nvSpPr>
            <p:cNvPr id="1118" name="Google Shape;1118;p67"/>
            <p:cNvSpPr/>
            <p:nvPr/>
          </p:nvSpPr>
          <p:spPr>
            <a:xfrm>
              <a:off x="2128749" y="2704484"/>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67"/>
            <p:cNvSpPr/>
            <p:nvPr/>
          </p:nvSpPr>
          <p:spPr>
            <a:xfrm>
              <a:off x="2082719" y="2704484"/>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67"/>
            <p:cNvSpPr/>
            <p:nvPr/>
          </p:nvSpPr>
          <p:spPr>
            <a:xfrm>
              <a:off x="2105734" y="2750514"/>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67"/>
            <p:cNvSpPr/>
            <p:nvPr/>
          </p:nvSpPr>
          <p:spPr>
            <a:xfrm>
              <a:off x="2105734" y="2995740"/>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7"/>
            <p:cNvSpPr/>
            <p:nvPr/>
          </p:nvSpPr>
          <p:spPr>
            <a:xfrm>
              <a:off x="2128749" y="3041770"/>
              <a:ext cx="15836" cy="14429"/>
            </a:xfrm>
            <a:custGeom>
              <a:avLst/>
              <a:gdLst/>
              <a:ahLst/>
              <a:cxnLst/>
              <a:rect l="l" t="t" r="r" b="b"/>
              <a:pathLst>
                <a:path w="664" h="605"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67"/>
            <p:cNvSpPr/>
            <p:nvPr/>
          </p:nvSpPr>
          <p:spPr>
            <a:xfrm>
              <a:off x="2082719" y="3041770"/>
              <a:ext cx="15836" cy="14429"/>
            </a:xfrm>
            <a:custGeom>
              <a:avLst/>
              <a:gdLst/>
              <a:ahLst/>
              <a:cxnLst/>
              <a:rect l="l" t="t" r="r" b="b"/>
              <a:pathLst>
                <a:path w="664" h="605"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67"/>
            <p:cNvSpPr/>
            <p:nvPr/>
          </p:nvSpPr>
          <p:spPr>
            <a:xfrm>
              <a:off x="1868379" y="2634007"/>
              <a:ext cx="490547" cy="491238"/>
            </a:xfrm>
            <a:custGeom>
              <a:avLst/>
              <a:gdLst/>
              <a:ahLst/>
              <a:cxnLst/>
              <a:rect l="l" t="t" r="r" b="b"/>
              <a:pathLst>
                <a:path w="20568" h="20597" extrusionOk="0">
                  <a:moveTo>
                    <a:pt x="17701" y="8051"/>
                  </a:moveTo>
                  <a:cubicBezTo>
                    <a:pt x="18939" y="8051"/>
                    <a:pt x="19964" y="9076"/>
                    <a:pt x="19964" y="10314"/>
                  </a:cubicBezTo>
                  <a:cubicBezTo>
                    <a:pt x="19964" y="11580"/>
                    <a:pt x="18939" y="12606"/>
                    <a:pt x="17701" y="12606"/>
                  </a:cubicBezTo>
                  <a:lnTo>
                    <a:pt x="2864" y="12606"/>
                  </a:lnTo>
                  <a:cubicBezTo>
                    <a:pt x="1598" y="12606"/>
                    <a:pt x="604" y="11580"/>
                    <a:pt x="604" y="10314"/>
                  </a:cubicBezTo>
                  <a:cubicBezTo>
                    <a:pt x="604" y="9076"/>
                    <a:pt x="1598" y="8051"/>
                    <a:pt x="2864" y="8051"/>
                  </a:cubicBezTo>
                  <a:close/>
                  <a:moveTo>
                    <a:pt x="10254" y="0"/>
                  </a:moveTo>
                  <a:cubicBezTo>
                    <a:pt x="8686" y="0"/>
                    <a:pt x="7388" y="1296"/>
                    <a:pt x="7388" y="2895"/>
                  </a:cubicBezTo>
                  <a:lnTo>
                    <a:pt x="7388" y="7448"/>
                  </a:lnTo>
                  <a:lnTo>
                    <a:pt x="2864" y="7448"/>
                  </a:lnTo>
                  <a:cubicBezTo>
                    <a:pt x="1267" y="7448"/>
                    <a:pt x="1" y="8746"/>
                    <a:pt x="1" y="10314"/>
                  </a:cubicBezTo>
                  <a:cubicBezTo>
                    <a:pt x="1" y="11911"/>
                    <a:pt x="1267" y="13209"/>
                    <a:pt x="2864" y="13209"/>
                  </a:cubicBezTo>
                  <a:lnTo>
                    <a:pt x="12546" y="13209"/>
                  </a:lnTo>
                  <a:lnTo>
                    <a:pt x="12546" y="17732"/>
                  </a:lnTo>
                  <a:cubicBezTo>
                    <a:pt x="12546" y="18968"/>
                    <a:pt x="11520" y="19993"/>
                    <a:pt x="10254" y="19993"/>
                  </a:cubicBezTo>
                  <a:cubicBezTo>
                    <a:pt x="9016" y="19993"/>
                    <a:pt x="7991" y="18968"/>
                    <a:pt x="7991" y="17732"/>
                  </a:cubicBezTo>
                  <a:lnTo>
                    <a:pt x="7991" y="14174"/>
                  </a:lnTo>
                  <a:lnTo>
                    <a:pt x="7388" y="14174"/>
                  </a:lnTo>
                  <a:lnTo>
                    <a:pt x="7388" y="17732"/>
                  </a:lnTo>
                  <a:cubicBezTo>
                    <a:pt x="7388" y="19301"/>
                    <a:pt x="8686" y="20596"/>
                    <a:pt x="10254" y="20596"/>
                  </a:cubicBezTo>
                  <a:cubicBezTo>
                    <a:pt x="11851" y="20596"/>
                    <a:pt x="13149" y="19301"/>
                    <a:pt x="13149" y="17732"/>
                  </a:cubicBezTo>
                  <a:lnTo>
                    <a:pt x="13149" y="13209"/>
                  </a:lnTo>
                  <a:lnTo>
                    <a:pt x="17701" y="13209"/>
                  </a:lnTo>
                  <a:cubicBezTo>
                    <a:pt x="19270" y="13209"/>
                    <a:pt x="20568" y="11911"/>
                    <a:pt x="20568" y="10314"/>
                  </a:cubicBezTo>
                  <a:cubicBezTo>
                    <a:pt x="20568" y="8746"/>
                    <a:pt x="19270" y="7448"/>
                    <a:pt x="17701" y="7448"/>
                  </a:cubicBezTo>
                  <a:lnTo>
                    <a:pt x="7991" y="7448"/>
                  </a:lnTo>
                  <a:lnTo>
                    <a:pt x="7991" y="2895"/>
                  </a:lnTo>
                  <a:cubicBezTo>
                    <a:pt x="7991" y="1629"/>
                    <a:pt x="9016" y="603"/>
                    <a:pt x="10254" y="603"/>
                  </a:cubicBezTo>
                  <a:cubicBezTo>
                    <a:pt x="11520" y="603"/>
                    <a:pt x="12546" y="1629"/>
                    <a:pt x="12546" y="2895"/>
                  </a:cubicBezTo>
                  <a:lnTo>
                    <a:pt x="12546" y="6454"/>
                  </a:lnTo>
                  <a:lnTo>
                    <a:pt x="13149" y="6454"/>
                  </a:lnTo>
                  <a:lnTo>
                    <a:pt x="13149" y="2895"/>
                  </a:lnTo>
                  <a:cubicBezTo>
                    <a:pt x="13149" y="1296"/>
                    <a:pt x="11851" y="0"/>
                    <a:pt x="102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67"/>
            <p:cNvSpPr/>
            <p:nvPr/>
          </p:nvSpPr>
          <p:spPr>
            <a:xfrm>
              <a:off x="2059704" y="2842575"/>
              <a:ext cx="106466" cy="75509"/>
            </a:xfrm>
            <a:custGeom>
              <a:avLst/>
              <a:gdLst/>
              <a:ahLst/>
              <a:cxnLst/>
              <a:rect l="l" t="t" r="r" b="b"/>
              <a:pathLst>
                <a:path w="4464" h="3166" extrusionOk="0">
                  <a:moveTo>
                    <a:pt x="3860" y="604"/>
                  </a:moveTo>
                  <a:lnTo>
                    <a:pt x="3860" y="2563"/>
                  </a:lnTo>
                  <a:lnTo>
                    <a:pt x="603" y="2563"/>
                  </a:lnTo>
                  <a:lnTo>
                    <a:pt x="603" y="604"/>
                  </a:lnTo>
                  <a:close/>
                  <a:moveTo>
                    <a:pt x="0" y="1"/>
                  </a:moveTo>
                  <a:lnTo>
                    <a:pt x="0" y="3166"/>
                  </a:lnTo>
                  <a:lnTo>
                    <a:pt x="4463" y="3166"/>
                  </a:lnTo>
                  <a:lnTo>
                    <a:pt x="44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7"/>
            <p:cNvSpPr/>
            <p:nvPr/>
          </p:nvSpPr>
          <p:spPr>
            <a:xfrm>
              <a:off x="1937425" y="2849015"/>
              <a:ext cx="14405" cy="15169"/>
            </a:xfrm>
            <a:custGeom>
              <a:avLst/>
              <a:gdLst/>
              <a:ahLst/>
              <a:cxnLst/>
              <a:rect l="l" t="t" r="r" b="b"/>
              <a:pathLst>
                <a:path w="604"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67"/>
            <p:cNvSpPr/>
            <p:nvPr/>
          </p:nvSpPr>
          <p:spPr>
            <a:xfrm>
              <a:off x="1937425" y="2895045"/>
              <a:ext cx="14405" cy="15169"/>
            </a:xfrm>
            <a:custGeom>
              <a:avLst/>
              <a:gdLst/>
              <a:ahLst/>
              <a:cxnLst/>
              <a:rect l="l" t="t" r="r" b="b"/>
              <a:pathLst>
                <a:path w="604"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67"/>
            <p:cNvSpPr/>
            <p:nvPr/>
          </p:nvSpPr>
          <p:spPr>
            <a:xfrm>
              <a:off x="1983455" y="2872030"/>
              <a:ext cx="14405" cy="15169"/>
            </a:xfrm>
            <a:custGeom>
              <a:avLst/>
              <a:gdLst/>
              <a:ahLst/>
              <a:cxnLst/>
              <a:rect l="l" t="t" r="r" b="b"/>
              <a:pathLst>
                <a:path w="604"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67"/>
            <p:cNvSpPr/>
            <p:nvPr/>
          </p:nvSpPr>
          <p:spPr>
            <a:xfrm>
              <a:off x="2228681" y="2872030"/>
              <a:ext cx="14429" cy="15169"/>
            </a:xfrm>
            <a:custGeom>
              <a:avLst/>
              <a:gdLst/>
              <a:ahLst/>
              <a:cxnLst/>
              <a:rect l="l" t="t" r="r" b="b"/>
              <a:pathLst>
                <a:path w="605"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67"/>
            <p:cNvSpPr/>
            <p:nvPr/>
          </p:nvSpPr>
          <p:spPr>
            <a:xfrm>
              <a:off x="2274711" y="2849015"/>
              <a:ext cx="14429" cy="15169"/>
            </a:xfrm>
            <a:custGeom>
              <a:avLst/>
              <a:gdLst/>
              <a:ahLst/>
              <a:cxnLst/>
              <a:rect l="l" t="t" r="r" b="b"/>
              <a:pathLst>
                <a:path w="605"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67"/>
            <p:cNvSpPr/>
            <p:nvPr/>
          </p:nvSpPr>
          <p:spPr>
            <a:xfrm>
              <a:off x="2274711" y="2895045"/>
              <a:ext cx="14429" cy="15169"/>
            </a:xfrm>
            <a:custGeom>
              <a:avLst/>
              <a:gdLst/>
              <a:ahLst/>
              <a:cxnLst/>
              <a:rect l="l" t="t" r="r" b="b"/>
              <a:pathLst>
                <a:path w="605"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67"/>
            <p:cNvSpPr/>
            <p:nvPr/>
          </p:nvSpPr>
          <p:spPr>
            <a:xfrm>
              <a:off x="2013673" y="2833942"/>
              <a:ext cx="14405" cy="92085"/>
            </a:xfrm>
            <a:custGeom>
              <a:avLst/>
              <a:gdLst/>
              <a:ahLst/>
              <a:cxnLst/>
              <a:rect l="l" t="t" r="r" b="b"/>
              <a:pathLst>
                <a:path w="604" h="3861" extrusionOk="0">
                  <a:moveTo>
                    <a:pt x="0" y="1"/>
                  </a:moveTo>
                  <a:lnTo>
                    <a:pt x="0" y="3861"/>
                  </a:lnTo>
                  <a:lnTo>
                    <a:pt x="603" y="3861"/>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67"/>
            <p:cNvSpPr/>
            <p:nvPr/>
          </p:nvSpPr>
          <p:spPr>
            <a:xfrm>
              <a:off x="2197795" y="2833942"/>
              <a:ext cx="14405" cy="92085"/>
            </a:xfrm>
            <a:custGeom>
              <a:avLst/>
              <a:gdLst/>
              <a:ahLst/>
              <a:cxnLst/>
              <a:rect l="l" t="t" r="r" b="b"/>
              <a:pathLst>
                <a:path w="604" h="3861" extrusionOk="0">
                  <a:moveTo>
                    <a:pt x="0" y="1"/>
                  </a:moveTo>
                  <a:lnTo>
                    <a:pt x="0" y="3861"/>
                  </a:lnTo>
                  <a:lnTo>
                    <a:pt x="604" y="3861"/>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67"/>
            <p:cNvSpPr/>
            <p:nvPr/>
          </p:nvSpPr>
          <p:spPr>
            <a:xfrm>
              <a:off x="2067574" y="2780732"/>
              <a:ext cx="92085" cy="14405"/>
            </a:xfrm>
            <a:custGeom>
              <a:avLst/>
              <a:gdLst/>
              <a:ahLst/>
              <a:cxnLst/>
              <a:rect l="l" t="t" r="r" b="b"/>
              <a:pathLst>
                <a:path w="3861" h="604" extrusionOk="0">
                  <a:moveTo>
                    <a:pt x="1" y="0"/>
                  </a:moveTo>
                  <a:lnTo>
                    <a:pt x="1" y="603"/>
                  </a:lnTo>
                  <a:lnTo>
                    <a:pt x="3861" y="603"/>
                  </a:lnTo>
                  <a:lnTo>
                    <a:pt x="38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67"/>
            <p:cNvSpPr/>
            <p:nvPr/>
          </p:nvSpPr>
          <p:spPr>
            <a:xfrm>
              <a:off x="2067574" y="2964854"/>
              <a:ext cx="92085" cy="14405"/>
            </a:xfrm>
            <a:custGeom>
              <a:avLst/>
              <a:gdLst/>
              <a:ahLst/>
              <a:cxnLst/>
              <a:rect l="l" t="t" r="r" b="b"/>
              <a:pathLst>
                <a:path w="3861" h="604" extrusionOk="0">
                  <a:moveTo>
                    <a:pt x="1" y="0"/>
                  </a:moveTo>
                  <a:lnTo>
                    <a:pt x="1" y="603"/>
                  </a:lnTo>
                  <a:lnTo>
                    <a:pt x="3861" y="603"/>
                  </a:lnTo>
                  <a:lnTo>
                    <a:pt x="38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 name="Google Shape;1136;p67"/>
          <p:cNvGrpSpPr/>
          <p:nvPr/>
        </p:nvGrpSpPr>
        <p:grpSpPr>
          <a:xfrm>
            <a:off x="2686124" y="2652007"/>
            <a:ext cx="259703" cy="491238"/>
            <a:chOff x="2686124" y="2634007"/>
            <a:chExt cx="259703" cy="491238"/>
          </a:xfrm>
        </p:grpSpPr>
        <p:sp>
          <p:nvSpPr>
            <p:cNvPr id="1137" name="Google Shape;1137;p67"/>
            <p:cNvSpPr/>
            <p:nvPr/>
          </p:nvSpPr>
          <p:spPr>
            <a:xfrm>
              <a:off x="2778185" y="2895808"/>
              <a:ext cx="15169" cy="14405"/>
            </a:xfrm>
            <a:custGeom>
              <a:avLst/>
              <a:gdLst/>
              <a:ahLst/>
              <a:cxnLst/>
              <a:rect l="l" t="t" r="r" b="b"/>
              <a:pathLst>
                <a:path w="636" h="604" extrusionOk="0">
                  <a:moveTo>
                    <a:pt x="1" y="0"/>
                  </a:moveTo>
                  <a:lnTo>
                    <a:pt x="1"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67"/>
            <p:cNvSpPr/>
            <p:nvPr/>
          </p:nvSpPr>
          <p:spPr>
            <a:xfrm>
              <a:off x="2824215" y="2895808"/>
              <a:ext cx="15169" cy="14405"/>
            </a:xfrm>
            <a:custGeom>
              <a:avLst/>
              <a:gdLst/>
              <a:ahLst/>
              <a:cxnLst/>
              <a:rect l="l" t="t" r="r" b="b"/>
              <a:pathLst>
                <a:path w="636" h="604" extrusionOk="0">
                  <a:moveTo>
                    <a:pt x="1" y="0"/>
                  </a:moveTo>
                  <a:lnTo>
                    <a:pt x="1"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67"/>
            <p:cNvSpPr/>
            <p:nvPr/>
          </p:nvSpPr>
          <p:spPr>
            <a:xfrm>
              <a:off x="2870246" y="2895808"/>
              <a:ext cx="15169" cy="14405"/>
            </a:xfrm>
            <a:custGeom>
              <a:avLst/>
              <a:gdLst/>
              <a:ahLst/>
              <a:cxnLst/>
              <a:rect l="l" t="t" r="r" b="b"/>
              <a:pathLst>
                <a:path w="636" h="604" extrusionOk="0">
                  <a:moveTo>
                    <a:pt x="1" y="0"/>
                  </a:moveTo>
                  <a:lnTo>
                    <a:pt x="1"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67"/>
            <p:cNvSpPr/>
            <p:nvPr/>
          </p:nvSpPr>
          <p:spPr>
            <a:xfrm>
              <a:off x="2770314" y="3079930"/>
              <a:ext cx="122971" cy="14405"/>
            </a:xfrm>
            <a:custGeom>
              <a:avLst/>
              <a:gdLst/>
              <a:ahLst/>
              <a:cxnLst/>
              <a:rect l="l" t="t" r="r" b="b"/>
              <a:pathLst>
                <a:path w="5156" h="604" extrusionOk="0">
                  <a:moveTo>
                    <a:pt x="0" y="0"/>
                  </a:moveTo>
                  <a:lnTo>
                    <a:pt x="0" y="604"/>
                  </a:lnTo>
                  <a:lnTo>
                    <a:pt x="5156" y="604"/>
                  </a:lnTo>
                  <a:lnTo>
                    <a:pt x="515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67"/>
            <p:cNvSpPr/>
            <p:nvPr/>
          </p:nvSpPr>
          <p:spPr>
            <a:xfrm>
              <a:off x="2686124" y="2634007"/>
              <a:ext cx="259703" cy="491238"/>
            </a:xfrm>
            <a:custGeom>
              <a:avLst/>
              <a:gdLst/>
              <a:ahLst/>
              <a:cxnLst/>
              <a:rect l="l" t="t" r="r" b="b"/>
              <a:pathLst>
                <a:path w="10889" h="20597" extrusionOk="0">
                  <a:moveTo>
                    <a:pt x="2896" y="603"/>
                  </a:moveTo>
                  <a:cubicBezTo>
                    <a:pt x="3410" y="603"/>
                    <a:pt x="3861" y="1356"/>
                    <a:pt x="3861" y="2232"/>
                  </a:cubicBezTo>
                  <a:cubicBezTo>
                    <a:pt x="3861" y="3137"/>
                    <a:pt x="3410" y="3860"/>
                    <a:pt x="2896" y="3860"/>
                  </a:cubicBezTo>
                  <a:cubicBezTo>
                    <a:pt x="2353" y="3860"/>
                    <a:pt x="1902" y="3137"/>
                    <a:pt x="1902" y="2232"/>
                  </a:cubicBezTo>
                  <a:cubicBezTo>
                    <a:pt x="1902" y="1356"/>
                    <a:pt x="2353" y="603"/>
                    <a:pt x="2896" y="603"/>
                  </a:cubicBezTo>
                  <a:close/>
                  <a:moveTo>
                    <a:pt x="5460" y="603"/>
                  </a:moveTo>
                  <a:cubicBezTo>
                    <a:pt x="6003" y="603"/>
                    <a:pt x="6454" y="1356"/>
                    <a:pt x="6454" y="2232"/>
                  </a:cubicBezTo>
                  <a:cubicBezTo>
                    <a:pt x="6454" y="3137"/>
                    <a:pt x="6003" y="3860"/>
                    <a:pt x="5460" y="3860"/>
                  </a:cubicBezTo>
                  <a:cubicBezTo>
                    <a:pt x="4917" y="3860"/>
                    <a:pt x="4464" y="3137"/>
                    <a:pt x="4464" y="2232"/>
                  </a:cubicBezTo>
                  <a:cubicBezTo>
                    <a:pt x="4464" y="1356"/>
                    <a:pt x="4917" y="603"/>
                    <a:pt x="5460" y="603"/>
                  </a:cubicBezTo>
                  <a:close/>
                  <a:moveTo>
                    <a:pt x="8022" y="603"/>
                  </a:moveTo>
                  <a:cubicBezTo>
                    <a:pt x="8565" y="603"/>
                    <a:pt x="9019" y="1356"/>
                    <a:pt x="9019" y="2232"/>
                  </a:cubicBezTo>
                  <a:cubicBezTo>
                    <a:pt x="9019" y="3137"/>
                    <a:pt x="8565" y="3860"/>
                    <a:pt x="8022" y="3860"/>
                  </a:cubicBezTo>
                  <a:cubicBezTo>
                    <a:pt x="7511" y="3860"/>
                    <a:pt x="7057" y="3137"/>
                    <a:pt x="7057" y="2232"/>
                  </a:cubicBezTo>
                  <a:cubicBezTo>
                    <a:pt x="7057" y="1356"/>
                    <a:pt x="7511" y="603"/>
                    <a:pt x="8022" y="603"/>
                  </a:cubicBezTo>
                  <a:close/>
                  <a:moveTo>
                    <a:pt x="4162" y="3559"/>
                  </a:moveTo>
                  <a:cubicBezTo>
                    <a:pt x="4254" y="3740"/>
                    <a:pt x="4375" y="3921"/>
                    <a:pt x="4495" y="4041"/>
                  </a:cubicBezTo>
                  <a:lnTo>
                    <a:pt x="4495" y="4886"/>
                  </a:lnTo>
                  <a:lnTo>
                    <a:pt x="3800" y="4886"/>
                  </a:lnTo>
                  <a:lnTo>
                    <a:pt x="3800" y="4041"/>
                  </a:lnTo>
                  <a:cubicBezTo>
                    <a:pt x="3981" y="3921"/>
                    <a:pt x="4073" y="3740"/>
                    <a:pt x="4162" y="3559"/>
                  </a:cubicBezTo>
                  <a:close/>
                  <a:moveTo>
                    <a:pt x="6727" y="3559"/>
                  </a:moveTo>
                  <a:cubicBezTo>
                    <a:pt x="6816" y="3740"/>
                    <a:pt x="6937" y="3921"/>
                    <a:pt x="7057" y="4041"/>
                  </a:cubicBezTo>
                  <a:lnTo>
                    <a:pt x="7057" y="4886"/>
                  </a:lnTo>
                  <a:lnTo>
                    <a:pt x="6394" y="4886"/>
                  </a:lnTo>
                  <a:lnTo>
                    <a:pt x="6394" y="4041"/>
                  </a:lnTo>
                  <a:cubicBezTo>
                    <a:pt x="6546" y="3921"/>
                    <a:pt x="6635" y="3740"/>
                    <a:pt x="6727" y="3559"/>
                  </a:cubicBezTo>
                  <a:close/>
                  <a:moveTo>
                    <a:pt x="3197" y="4432"/>
                  </a:moveTo>
                  <a:lnTo>
                    <a:pt x="3197" y="9378"/>
                  </a:lnTo>
                  <a:lnTo>
                    <a:pt x="1238" y="9378"/>
                  </a:lnTo>
                  <a:lnTo>
                    <a:pt x="1238" y="5489"/>
                  </a:lnTo>
                  <a:lnTo>
                    <a:pt x="1931" y="5489"/>
                  </a:lnTo>
                  <a:lnTo>
                    <a:pt x="1931" y="8384"/>
                  </a:lnTo>
                  <a:lnTo>
                    <a:pt x="2534" y="8384"/>
                  </a:lnTo>
                  <a:lnTo>
                    <a:pt x="2534" y="4432"/>
                  </a:lnTo>
                  <a:cubicBezTo>
                    <a:pt x="2655" y="4463"/>
                    <a:pt x="2746" y="4463"/>
                    <a:pt x="2867" y="4463"/>
                  </a:cubicBezTo>
                  <a:cubicBezTo>
                    <a:pt x="2987" y="4463"/>
                    <a:pt x="3137" y="4463"/>
                    <a:pt x="3197" y="4432"/>
                  </a:cubicBezTo>
                  <a:close/>
                  <a:moveTo>
                    <a:pt x="4495" y="5489"/>
                  </a:moveTo>
                  <a:lnTo>
                    <a:pt x="4495" y="9378"/>
                  </a:lnTo>
                  <a:lnTo>
                    <a:pt x="3800" y="9378"/>
                  </a:lnTo>
                  <a:lnTo>
                    <a:pt x="3800" y="5489"/>
                  </a:lnTo>
                  <a:close/>
                  <a:moveTo>
                    <a:pt x="5791" y="4432"/>
                  </a:moveTo>
                  <a:lnTo>
                    <a:pt x="5791" y="9378"/>
                  </a:lnTo>
                  <a:lnTo>
                    <a:pt x="5098" y="9378"/>
                  </a:lnTo>
                  <a:lnTo>
                    <a:pt x="5098" y="4432"/>
                  </a:lnTo>
                  <a:cubicBezTo>
                    <a:pt x="5219" y="4463"/>
                    <a:pt x="5340" y="4463"/>
                    <a:pt x="5429" y="4463"/>
                  </a:cubicBezTo>
                  <a:cubicBezTo>
                    <a:pt x="5550" y="4463"/>
                    <a:pt x="5702" y="4463"/>
                    <a:pt x="5791" y="4432"/>
                  </a:cubicBezTo>
                  <a:close/>
                  <a:moveTo>
                    <a:pt x="7057" y="5489"/>
                  </a:moveTo>
                  <a:lnTo>
                    <a:pt x="7057" y="9378"/>
                  </a:lnTo>
                  <a:lnTo>
                    <a:pt x="6394" y="9378"/>
                  </a:lnTo>
                  <a:lnTo>
                    <a:pt x="6394" y="5489"/>
                  </a:lnTo>
                  <a:close/>
                  <a:moveTo>
                    <a:pt x="8355" y="4432"/>
                  </a:moveTo>
                  <a:lnTo>
                    <a:pt x="8355" y="9378"/>
                  </a:lnTo>
                  <a:lnTo>
                    <a:pt x="7661" y="9378"/>
                  </a:lnTo>
                  <a:lnTo>
                    <a:pt x="7661" y="4432"/>
                  </a:lnTo>
                  <a:cubicBezTo>
                    <a:pt x="7781" y="4463"/>
                    <a:pt x="7902" y="4463"/>
                    <a:pt x="8022" y="4463"/>
                  </a:cubicBezTo>
                  <a:cubicBezTo>
                    <a:pt x="8143" y="4463"/>
                    <a:pt x="8264" y="4463"/>
                    <a:pt x="8355" y="4432"/>
                  </a:cubicBezTo>
                  <a:close/>
                  <a:moveTo>
                    <a:pt x="1267" y="9981"/>
                  </a:moveTo>
                  <a:lnTo>
                    <a:pt x="1267" y="19993"/>
                  </a:lnTo>
                  <a:lnTo>
                    <a:pt x="604" y="19993"/>
                  </a:lnTo>
                  <a:lnTo>
                    <a:pt x="604" y="9981"/>
                  </a:lnTo>
                  <a:close/>
                  <a:moveTo>
                    <a:pt x="10285" y="9981"/>
                  </a:moveTo>
                  <a:lnTo>
                    <a:pt x="10285" y="19993"/>
                  </a:lnTo>
                  <a:lnTo>
                    <a:pt x="1870" y="19993"/>
                  </a:lnTo>
                  <a:lnTo>
                    <a:pt x="1870" y="9981"/>
                  </a:lnTo>
                  <a:close/>
                  <a:moveTo>
                    <a:pt x="2896" y="0"/>
                  </a:moveTo>
                  <a:cubicBezTo>
                    <a:pt x="1991" y="0"/>
                    <a:pt x="1299" y="994"/>
                    <a:pt x="1299" y="2232"/>
                  </a:cubicBezTo>
                  <a:cubicBezTo>
                    <a:pt x="1299" y="2985"/>
                    <a:pt x="1569" y="3648"/>
                    <a:pt x="1931" y="4041"/>
                  </a:cubicBezTo>
                  <a:lnTo>
                    <a:pt x="1931" y="4886"/>
                  </a:lnTo>
                  <a:lnTo>
                    <a:pt x="635" y="4886"/>
                  </a:lnTo>
                  <a:lnTo>
                    <a:pt x="635" y="9378"/>
                  </a:lnTo>
                  <a:lnTo>
                    <a:pt x="1" y="9378"/>
                  </a:lnTo>
                  <a:lnTo>
                    <a:pt x="1" y="20596"/>
                  </a:lnTo>
                  <a:lnTo>
                    <a:pt x="10889" y="20596"/>
                  </a:lnTo>
                  <a:lnTo>
                    <a:pt x="10889" y="9378"/>
                  </a:lnTo>
                  <a:lnTo>
                    <a:pt x="8959" y="9378"/>
                  </a:lnTo>
                  <a:lnTo>
                    <a:pt x="8959" y="5489"/>
                  </a:lnTo>
                  <a:lnTo>
                    <a:pt x="9651" y="5489"/>
                  </a:lnTo>
                  <a:lnTo>
                    <a:pt x="9651" y="8384"/>
                  </a:lnTo>
                  <a:lnTo>
                    <a:pt x="10254" y="8384"/>
                  </a:lnTo>
                  <a:lnTo>
                    <a:pt x="10254" y="4886"/>
                  </a:lnTo>
                  <a:lnTo>
                    <a:pt x="8959" y="4886"/>
                  </a:lnTo>
                  <a:lnTo>
                    <a:pt x="8959" y="4041"/>
                  </a:lnTo>
                  <a:cubicBezTo>
                    <a:pt x="9349" y="3648"/>
                    <a:pt x="9622" y="2985"/>
                    <a:pt x="9622" y="2232"/>
                  </a:cubicBezTo>
                  <a:cubicBezTo>
                    <a:pt x="9622" y="994"/>
                    <a:pt x="8927" y="0"/>
                    <a:pt x="8022" y="0"/>
                  </a:cubicBezTo>
                  <a:cubicBezTo>
                    <a:pt x="7480" y="0"/>
                    <a:pt x="7028" y="362"/>
                    <a:pt x="6756" y="934"/>
                  </a:cubicBezTo>
                  <a:cubicBezTo>
                    <a:pt x="6454" y="362"/>
                    <a:pt x="6003" y="0"/>
                    <a:pt x="5460" y="0"/>
                  </a:cubicBezTo>
                  <a:cubicBezTo>
                    <a:pt x="4917" y="0"/>
                    <a:pt x="4464" y="362"/>
                    <a:pt x="4162" y="934"/>
                  </a:cubicBezTo>
                  <a:cubicBezTo>
                    <a:pt x="3892" y="362"/>
                    <a:pt x="3410" y="0"/>
                    <a:pt x="2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 name="Google Shape;1142;p67"/>
          <p:cNvSpPr/>
          <p:nvPr/>
        </p:nvSpPr>
        <p:spPr>
          <a:xfrm>
            <a:off x="3357907" y="2652007"/>
            <a:ext cx="320806" cy="491238"/>
          </a:xfrm>
          <a:custGeom>
            <a:avLst/>
            <a:gdLst/>
            <a:ahLst/>
            <a:cxnLst/>
            <a:rect l="l" t="t" r="r" b="b"/>
            <a:pathLst>
              <a:path w="13451" h="20597" extrusionOk="0">
                <a:moveTo>
                  <a:pt x="6726" y="3197"/>
                </a:moveTo>
                <a:cubicBezTo>
                  <a:pt x="8685" y="3197"/>
                  <a:pt x="10285" y="4794"/>
                  <a:pt x="10285" y="6755"/>
                </a:cubicBezTo>
                <a:cubicBezTo>
                  <a:pt x="10285" y="7178"/>
                  <a:pt x="10193" y="7600"/>
                  <a:pt x="10044" y="8022"/>
                </a:cubicBezTo>
                <a:cubicBezTo>
                  <a:pt x="9682" y="7810"/>
                  <a:pt x="9349" y="7629"/>
                  <a:pt x="8927" y="7508"/>
                </a:cubicBezTo>
                <a:lnTo>
                  <a:pt x="8927" y="7086"/>
                </a:lnTo>
                <a:cubicBezTo>
                  <a:pt x="8927" y="6574"/>
                  <a:pt x="8536" y="6152"/>
                  <a:pt x="7993" y="6152"/>
                </a:cubicBezTo>
                <a:cubicBezTo>
                  <a:pt x="7752" y="6152"/>
                  <a:pt x="7539" y="6241"/>
                  <a:pt x="7359" y="6393"/>
                </a:cubicBezTo>
                <a:cubicBezTo>
                  <a:pt x="7209" y="6241"/>
                  <a:pt x="6968" y="6152"/>
                  <a:pt x="6726" y="6152"/>
                </a:cubicBezTo>
                <a:cubicBezTo>
                  <a:pt x="6485" y="6152"/>
                  <a:pt x="6244" y="6241"/>
                  <a:pt x="6092" y="6393"/>
                </a:cubicBezTo>
                <a:cubicBezTo>
                  <a:pt x="5911" y="6241"/>
                  <a:pt x="5670" y="6152"/>
                  <a:pt x="5429" y="6152"/>
                </a:cubicBezTo>
                <a:cubicBezTo>
                  <a:pt x="4917" y="6152"/>
                  <a:pt x="4463" y="6574"/>
                  <a:pt x="4463" y="7086"/>
                </a:cubicBezTo>
                <a:lnTo>
                  <a:pt x="4463" y="7508"/>
                </a:lnTo>
                <a:cubicBezTo>
                  <a:pt x="4102" y="7629"/>
                  <a:pt x="3740" y="7810"/>
                  <a:pt x="3378" y="8022"/>
                </a:cubicBezTo>
                <a:cubicBezTo>
                  <a:pt x="3228" y="7600"/>
                  <a:pt x="3168" y="7178"/>
                  <a:pt x="3168" y="6755"/>
                </a:cubicBezTo>
                <a:cubicBezTo>
                  <a:pt x="3168" y="4794"/>
                  <a:pt x="4765" y="3197"/>
                  <a:pt x="6726" y="3197"/>
                </a:cubicBezTo>
                <a:close/>
                <a:moveTo>
                  <a:pt x="4463" y="8143"/>
                </a:moveTo>
                <a:lnTo>
                  <a:pt x="4463" y="9530"/>
                </a:lnTo>
                <a:cubicBezTo>
                  <a:pt x="4162" y="9257"/>
                  <a:pt x="3860" y="8927"/>
                  <a:pt x="3650" y="8565"/>
                </a:cubicBezTo>
                <a:cubicBezTo>
                  <a:pt x="3921" y="8413"/>
                  <a:pt x="4193" y="8263"/>
                  <a:pt x="4463" y="8143"/>
                </a:cubicBezTo>
                <a:close/>
                <a:moveTo>
                  <a:pt x="8927" y="8143"/>
                </a:moveTo>
                <a:cubicBezTo>
                  <a:pt x="9260" y="8263"/>
                  <a:pt x="9501" y="8413"/>
                  <a:pt x="9771" y="8565"/>
                </a:cubicBezTo>
                <a:cubicBezTo>
                  <a:pt x="9561" y="8927"/>
                  <a:pt x="9289" y="9257"/>
                  <a:pt x="8927" y="9530"/>
                </a:cubicBezTo>
                <a:lnTo>
                  <a:pt x="8927" y="8143"/>
                </a:lnTo>
                <a:close/>
                <a:moveTo>
                  <a:pt x="6726" y="603"/>
                </a:moveTo>
                <a:cubicBezTo>
                  <a:pt x="10104" y="603"/>
                  <a:pt x="12847" y="3378"/>
                  <a:pt x="12847" y="6755"/>
                </a:cubicBezTo>
                <a:cubicBezTo>
                  <a:pt x="12847" y="8082"/>
                  <a:pt x="12425" y="9349"/>
                  <a:pt x="11641" y="10403"/>
                </a:cubicBezTo>
                <a:cubicBezTo>
                  <a:pt x="10948" y="11339"/>
                  <a:pt x="10012" y="12032"/>
                  <a:pt x="8927" y="12454"/>
                </a:cubicBezTo>
                <a:lnTo>
                  <a:pt x="8927" y="11730"/>
                </a:lnTo>
                <a:cubicBezTo>
                  <a:pt x="9863" y="11308"/>
                  <a:pt x="10647" y="10676"/>
                  <a:pt x="11219" y="9831"/>
                </a:cubicBezTo>
                <a:cubicBezTo>
                  <a:pt x="11822" y="8927"/>
                  <a:pt x="12155" y="7870"/>
                  <a:pt x="12155" y="6755"/>
                </a:cubicBezTo>
                <a:cubicBezTo>
                  <a:pt x="12155" y="3740"/>
                  <a:pt x="9742" y="1296"/>
                  <a:pt x="6726" y="1296"/>
                </a:cubicBezTo>
                <a:cubicBezTo>
                  <a:pt x="3711" y="1296"/>
                  <a:pt x="1267" y="3740"/>
                  <a:pt x="1267" y="6755"/>
                </a:cubicBezTo>
                <a:cubicBezTo>
                  <a:pt x="1267" y="8504"/>
                  <a:pt x="2143" y="10162"/>
                  <a:pt x="3590" y="11187"/>
                </a:cubicBezTo>
                <a:lnTo>
                  <a:pt x="3921" y="10705"/>
                </a:lnTo>
                <a:cubicBezTo>
                  <a:pt x="2654" y="9800"/>
                  <a:pt x="1870" y="8324"/>
                  <a:pt x="1870" y="6755"/>
                </a:cubicBezTo>
                <a:cubicBezTo>
                  <a:pt x="1870" y="4070"/>
                  <a:pt x="4041" y="1899"/>
                  <a:pt x="6726" y="1899"/>
                </a:cubicBezTo>
                <a:cubicBezTo>
                  <a:pt x="9409" y="1899"/>
                  <a:pt x="11581" y="4070"/>
                  <a:pt x="11581" y="6755"/>
                </a:cubicBezTo>
                <a:cubicBezTo>
                  <a:pt x="11581" y="7720"/>
                  <a:pt x="11279" y="8685"/>
                  <a:pt x="10707" y="9498"/>
                </a:cubicBezTo>
                <a:cubicBezTo>
                  <a:pt x="10254" y="10162"/>
                  <a:pt x="9650" y="10676"/>
                  <a:pt x="8927" y="11038"/>
                </a:cubicBezTo>
                <a:lnTo>
                  <a:pt x="8927" y="10254"/>
                </a:lnTo>
                <a:cubicBezTo>
                  <a:pt x="10133" y="9498"/>
                  <a:pt x="10888" y="8172"/>
                  <a:pt x="10888" y="6755"/>
                </a:cubicBezTo>
                <a:cubicBezTo>
                  <a:pt x="10888" y="4463"/>
                  <a:pt x="9018" y="2594"/>
                  <a:pt x="6726" y="2594"/>
                </a:cubicBezTo>
                <a:cubicBezTo>
                  <a:pt x="4435" y="2594"/>
                  <a:pt x="2565" y="4463"/>
                  <a:pt x="2565" y="6755"/>
                </a:cubicBezTo>
                <a:cubicBezTo>
                  <a:pt x="2565" y="8172"/>
                  <a:pt x="3318" y="9498"/>
                  <a:pt x="4463" y="10254"/>
                </a:cubicBezTo>
                <a:lnTo>
                  <a:pt x="4463" y="12454"/>
                </a:lnTo>
                <a:cubicBezTo>
                  <a:pt x="3438" y="12032"/>
                  <a:pt x="2473" y="11339"/>
                  <a:pt x="1781" y="10403"/>
                </a:cubicBezTo>
                <a:cubicBezTo>
                  <a:pt x="997" y="9349"/>
                  <a:pt x="574" y="8082"/>
                  <a:pt x="574" y="6755"/>
                </a:cubicBezTo>
                <a:cubicBezTo>
                  <a:pt x="574" y="3378"/>
                  <a:pt x="3349" y="603"/>
                  <a:pt x="6726" y="603"/>
                </a:cubicBezTo>
                <a:close/>
                <a:moveTo>
                  <a:pt x="5429" y="6755"/>
                </a:moveTo>
                <a:cubicBezTo>
                  <a:pt x="5609" y="6755"/>
                  <a:pt x="5761" y="6905"/>
                  <a:pt x="5761" y="7086"/>
                </a:cubicBezTo>
                <a:lnTo>
                  <a:pt x="5761" y="13510"/>
                </a:lnTo>
                <a:cubicBezTo>
                  <a:pt x="5761" y="13720"/>
                  <a:pt x="5609" y="13872"/>
                  <a:pt x="5429" y="13872"/>
                </a:cubicBezTo>
                <a:cubicBezTo>
                  <a:pt x="5219" y="13872"/>
                  <a:pt x="5067" y="13720"/>
                  <a:pt x="5067" y="13510"/>
                </a:cubicBezTo>
                <a:lnTo>
                  <a:pt x="5067" y="7086"/>
                </a:lnTo>
                <a:cubicBezTo>
                  <a:pt x="5067" y="6905"/>
                  <a:pt x="5219" y="6755"/>
                  <a:pt x="5429" y="6755"/>
                </a:cubicBezTo>
                <a:close/>
                <a:moveTo>
                  <a:pt x="7993" y="6755"/>
                </a:moveTo>
                <a:cubicBezTo>
                  <a:pt x="8174" y="6755"/>
                  <a:pt x="8324" y="6905"/>
                  <a:pt x="8324" y="7086"/>
                </a:cubicBezTo>
                <a:lnTo>
                  <a:pt x="8324" y="13510"/>
                </a:lnTo>
                <a:cubicBezTo>
                  <a:pt x="8324" y="13720"/>
                  <a:pt x="8174" y="13872"/>
                  <a:pt x="7993" y="13872"/>
                </a:cubicBezTo>
                <a:cubicBezTo>
                  <a:pt x="7812" y="13872"/>
                  <a:pt x="7660" y="13720"/>
                  <a:pt x="7660" y="13510"/>
                </a:cubicBezTo>
                <a:lnTo>
                  <a:pt x="7660" y="12244"/>
                </a:lnTo>
                <a:lnTo>
                  <a:pt x="7057" y="12244"/>
                </a:lnTo>
                <a:lnTo>
                  <a:pt x="7057" y="13510"/>
                </a:lnTo>
                <a:cubicBezTo>
                  <a:pt x="7057" y="13720"/>
                  <a:pt x="6907" y="13872"/>
                  <a:pt x="6695" y="13872"/>
                </a:cubicBezTo>
                <a:cubicBezTo>
                  <a:pt x="6514" y="13872"/>
                  <a:pt x="6365" y="13720"/>
                  <a:pt x="6365" y="13510"/>
                </a:cubicBezTo>
                <a:lnTo>
                  <a:pt x="6365" y="7086"/>
                </a:lnTo>
                <a:cubicBezTo>
                  <a:pt x="6365" y="6905"/>
                  <a:pt x="6514" y="6755"/>
                  <a:pt x="6695" y="6755"/>
                </a:cubicBezTo>
                <a:cubicBezTo>
                  <a:pt x="6907" y="6755"/>
                  <a:pt x="7057" y="6905"/>
                  <a:pt x="7057" y="7086"/>
                </a:cubicBezTo>
                <a:lnTo>
                  <a:pt x="7057" y="10946"/>
                </a:lnTo>
                <a:lnTo>
                  <a:pt x="7660" y="10946"/>
                </a:lnTo>
                <a:lnTo>
                  <a:pt x="7660" y="7086"/>
                </a:lnTo>
                <a:cubicBezTo>
                  <a:pt x="7660" y="6905"/>
                  <a:pt x="7812" y="6755"/>
                  <a:pt x="7993" y="6755"/>
                </a:cubicBezTo>
                <a:close/>
                <a:moveTo>
                  <a:pt x="10044" y="12606"/>
                </a:moveTo>
                <a:cubicBezTo>
                  <a:pt x="10193" y="12997"/>
                  <a:pt x="10285" y="13419"/>
                  <a:pt x="10285" y="13872"/>
                </a:cubicBezTo>
                <a:cubicBezTo>
                  <a:pt x="10285" y="15831"/>
                  <a:pt x="8685" y="17431"/>
                  <a:pt x="6726" y="17431"/>
                </a:cubicBezTo>
                <a:cubicBezTo>
                  <a:pt x="4765" y="17431"/>
                  <a:pt x="3168" y="15831"/>
                  <a:pt x="3168" y="13872"/>
                </a:cubicBezTo>
                <a:cubicBezTo>
                  <a:pt x="3168" y="13419"/>
                  <a:pt x="3228" y="12997"/>
                  <a:pt x="3378" y="12606"/>
                </a:cubicBezTo>
                <a:cubicBezTo>
                  <a:pt x="3740" y="12816"/>
                  <a:pt x="4102" y="12968"/>
                  <a:pt x="4463" y="13117"/>
                </a:cubicBezTo>
                <a:lnTo>
                  <a:pt x="4463" y="13510"/>
                </a:lnTo>
                <a:cubicBezTo>
                  <a:pt x="4463" y="14053"/>
                  <a:pt x="4917" y="14475"/>
                  <a:pt x="5429" y="14475"/>
                </a:cubicBezTo>
                <a:cubicBezTo>
                  <a:pt x="5670" y="14475"/>
                  <a:pt x="5911" y="14384"/>
                  <a:pt x="6063" y="14203"/>
                </a:cubicBezTo>
                <a:cubicBezTo>
                  <a:pt x="6244" y="14384"/>
                  <a:pt x="6485" y="14475"/>
                  <a:pt x="6726" y="14475"/>
                </a:cubicBezTo>
                <a:cubicBezTo>
                  <a:pt x="6968" y="14475"/>
                  <a:pt x="7209" y="14384"/>
                  <a:pt x="7359" y="14203"/>
                </a:cubicBezTo>
                <a:cubicBezTo>
                  <a:pt x="7539" y="14384"/>
                  <a:pt x="7752" y="14475"/>
                  <a:pt x="7993" y="14475"/>
                </a:cubicBezTo>
                <a:cubicBezTo>
                  <a:pt x="8536" y="14475"/>
                  <a:pt x="8927" y="14053"/>
                  <a:pt x="8927" y="13510"/>
                </a:cubicBezTo>
                <a:lnTo>
                  <a:pt x="8927" y="13117"/>
                </a:lnTo>
                <a:cubicBezTo>
                  <a:pt x="9349" y="12968"/>
                  <a:pt x="9682" y="12816"/>
                  <a:pt x="10044" y="12606"/>
                </a:cubicBezTo>
                <a:close/>
                <a:moveTo>
                  <a:pt x="11129" y="11851"/>
                </a:moveTo>
                <a:cubicBezTo>
                  <a:pt x="11431" y="12485"/>
                  <a:pt x="11581" y="13178"/>
                  <a:pt x="11581" y="13872"/>
                </a:cubicBezTo>
                <a:cubicBezTo>
                  <a:pt x="11581" y="16526"/>
                  <a:pt x="9409" y="18697"/>
                  <a:pt x="6726" y="18697"/>
                </a:cubicBezTo>
                <a:cubicBezTo>
                  <a:pt x="4041" y="18697"/>
                  <a:pt x="1870" y="16526"/>
                  <a:pt x="1870" y="13872"/>
                </a:cubicBezTo>
                <a:cubicBezTo>
                  <a:pt x="1870" y="13178"/>
                  <a:pt x="2022" y="12485"/>
                  <a:pt x="2324" y="11851"/>
                </a:cubicBezTo>
                <a:cubicBezTo>
                  <a:pt x="2504" y="12003"/>
                  <a:pt x="2685" y="12152"/>
                  <a:pt x="2866" y="12273"/>
                </a:cubicBezTo>
                <a:cubicBezTo>
                  <a:pt x="2654" y="12787"/>
                  <a:pt x="2565" y="13330"/>
                  <a:pt x="2565" y="13872"/>
                </a:cubicBezTo>
                <a:cubicBezTo>
                  <a:pt x="2565" y="16164"/>
                  <a:pt x="4435" y="18034"/>
                  <a:pt x="6726" y="18034"/>
                </a:cubicBezTo>
                <a:cubicBezTo>
                  <a:pt x="9018" y="18034"/>
                  <a:pt x="10888" y="16164"/>
                  <a:pt x="10888" y="13872"/>
                </a:cubicBezTo>
                <a:cubicBezTo>
                  <a:pt x="10888" y="13298"/>
                  <a:pt x="10767" y="12787"/>
                  <a:pt x="10587" y="12273"/>
                </a:cubicBezTo>
                <a:cubicBezTo>
                  <a:pt x="10767" y="12152"/>
                  <a:pt x="10948" y="12003"/>
                  <a:pt x="11129" y="11851"/>
                </a:cubicBezTo>
                <a:close/>
                <a:moveTo>
                  <a:pt x="6726" y="0"/>
                </a:moveTo>
                <a:cubicBezTo>
                  <a:pt x="3016" y="0"/>
                  <a:pt x="0" y="3045"/>
                  <a:pt x="0" y="6755"/>
                </a:cubicBezTo>
                <a:cubicBezTo>
                  <a:pt x="0" y="8022"/>
                  <a:pt x="333" y="9257"/>
                  <a:pt x="997" y="10314"/>
                </a:cubicBezTo>
                <a:cubicBezTo>
                  <a:pt x="333" y="11368"/>
                  <a:pt x="0" y="12606"/>
                  <a:pt x="0" y="13872"/>
                </a:cubicBezTo>
                <a:cubicBezTo>
                  <a:pt x="0" y="17580"/>
                  <a:pt x="3016" y="20596"/>
                  <a:pt x="6726" y="20596"/>
                </a:cubicBezTo>
                <a:cubicBezTo>
                  <a:pt x="10435" y="20596"/>
                  <a:pt x="13450" y="17580"/>
                  <a:pt x="13450" y="13872"/>
                </a:cubicBezTo>
                <a:cubicBezTo>
                  <a:pt x="13450" y="13057"/>
                  <a:pt x="13301" y="12244"/>
                  <a:pt x="13028" y="11489"/>
                </a:cubicBezTo>
                <a:lnTo>
                  <a:pt x="12456" y="11701"/>
                </a:lnTo>
                <a:cubicBezTo>
                  <a:pt x="12726" y="12393"/>
                  <a:pt x="12847" y="13117"/>
                  <a:pt x="12847" y="13872"/>
                </a:cubicBezTo>
                <a:cubicBezTo>
                  <a:pt x="12847" y="17250"/>
                  <a:pt x="10104" y="19993"/>
                  <a:pt x="6726" y="19993"/>
                </a:cubicBezTo>
                <a:cubicBezTo>
                  <a:pt x="3349" y="19993"/>
                  <a:pt x="603" y="17250"/>
                  <a:pt x="603" y="13872"/>
                </a:cubicBezTo>
                <a:cubicBezTo>
                  <a:pt x="603" y="12816"/>
                  <a:pt x="876" y="11761"/>
                  <a:pt x="1387" y="10857"/>
                </a:cubicBezTo>
                <a:cubicBezTo>
                  <a:pt x="1539" y="11038"/>
                  <a:pt x="1689" y="11247"/>
                  <a:pt x="1870" y="11399"/>
                </a:cubicBezTo>
                <a:cubicBezTo>
                  <a:pt x="1479" y="12152"/>
                  <a:pt x="1267" y="12997"/>
                  <a:pt x="1267" y="13872"/>
                </a:cubicBezTo>
                <a:cubicBezTo>
                  <a:pt x="1267" y="16857"/>
                  <a:pt x="3711" y="19301"/>
                  <a:pt x="6726" y="19301"/>
                </a:cubicBezTo>
                <a:cubicBezTo>
                  <a:pt x="9742" y="19301"/>
                  <a:pt x="12184" y="16857"/>
                  <a:pt x="12184" y="13872"/>
                </a:cubicBezTo>
                <a:cubicBezTo>
                  <a:pt x="12184" y="12997"/>
                  <a:pt x="11974" y="12152"/>
                  <a:pt x="11581" y="11399"/>
                </a:cubicBezTo>
                <a:cubicBezTo>
                  <a:pt x="11793" y="11219"/>
                  <a:pt x="11974" y="11006"/>
                  <a:pt x="12123" y="10765"/>
                </a:cubicBezTo>
                <a:cubicBezTo>
                  <a:pt x="12999" y="9590"/>
                  <a:pt x="13450" y="8203"/>
                  <a:pt x="13450" y="6755"/>
                </a:cubicBezTo>
                <a:cubicBezTo>
                  <a:pt x="13450" y="3045"/>
                  <a:pt x="10435" y="0"/>
                  <a:pt x="67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 name="Google Shape;1143;p67"/>
          <p:cNvGrpSpPr/>
          <p:nvPr/>
        </p:nvGrpSpPr>
        <p:grpSpPr>
          <a:xfrm>
            <a:off x="4044811" y="2652007"/>
            <a:ext cx="351692" cy="491238"/>
            <a:chOff x="4044811" y="2634007"/>
            <a:chExt cx="351692" cy="491238"/>
          </a:xfrm>
        </p:grpSpPr>
        <p:sp>
          <p:nvSpPr>
            <p:cNvPr id="1144" name="Google Shape;1144;p67"/>
            <p:cNvSpPr/>
            <p:nvPr/>
          </p:nvSpPr>
          <p:spPr>
            <a:xfrm>
              <a:off x="4044811" y="2634007"/>
              <a:ext cx="351692" cy="491238"/>
            </a:xfrm>
            <a:custGeom>
              <a:avLst/>
              <a:gdLst/>
              <a:ahLst/>
              <a:cxnLst/>
              <a:rect l="l" t="t" r="r" b="b"/>
              <a:pathLst>
                <a:path w="14746" h="20597" extrusionOk="0">
                  <a:moveTo>
                    <a:pt x="5006" y="3800"/>
                  </a:moveTo>
                  <a:lnTo>
                    <a:pt x="5006" y="3800"/>
                  </a:lnTo>
                  <a:cubicBezTo>
                    <a:pt x="4705" y="4102"/>
                    <a:pt x="4432" y="4524"/>
                    <a:pt x="4191" y="5006"/>
                  </a:cubicBezTo>
                  <a:cubicBezTo>
                    <a:pt x="3950" y="5518"/>
                    <a:pt x="3708" y="6121"/>
                    <a:pt x="3559" y="6816"/>
                  </a:cubicBezTo>
                  <a:lnTo>
                    <a:pt x="1327" y="6816"/>
                  </a:lnTo>
                  <a:cubicBezTo>
                    <a:pt x="2111" y="5368"/>
                    <a:pt x="3438" y="4251"/>
                    <a:pt x="5006" y="3800"/>
                  </a:cubicBezTo>
                  <a:close/>
                  <a:moveTo>
                    <a:pt x="6423" y="3559"/>
                  </a:moveTo>
                  <a:lnTo>
                    <a:pt x="6423" y="6816"/>
                  </a:lnTo>
                  <a:lnTo>
                    <a:pt x="4191" y="6816"/>
                  </a:lnTo>
                  <a:cubicBezTo>
                    <a:pt x="4343" y="6241"/>
                    <a:pt x="4493" y="5730"/>
                    <a:pt x="4734" y="5248"/>
                  </a:cubicBezTo>
                  <a:cubicBezTo>
                    <a:pt x="5216" y="4311"/>
                    <a:pt x="5819" y="3708"/>
                    <a:pt x="6423" y="3559"/>
                  </a:cubicBezTo>
                  <a:close/>
                  <a:moveTo>
                    <a:pt x="7026" y="3559"/>
                  </a:moveTo>
                  <a:cubicBezTo>
                    <a:pt x="7689" y="3708"/>
                    <a:pt x="8263" y="4311"/>
                    <a:pt x="8746" y="5248"/>
                  </a:cubicBezTo>
                  <a:cubicBezTo>
                    <a:pt x="8987" y="5730"/>
                    <a:pt x="9168" y="6241"/>
                    <a:pt x="9318" y="6816"/>
                  </a:cubicBezTo>
                  <a:lnTo>
                    <a:pt x="7026" y="6816"/>
                  </a:lnTo>
                  <a:lnTo>
                    <a:pt x="7026" y="3559"/>
                  </a:lnTo>
                  <a:close/>
                  <a:moveTo>
                    <a:pt x="3438" y="7419"/>
                  </a:moveTo>
                  <a:cubicBezTo>
                    <a:pt x="3286" y="8082"/>
                    <a:pt x="3226" y="8895"/>
                    <a:pt x="3226" y="9679"/>
                  </a:cubicBezTo>
                  <a:cubicBezTo>
                    <a:pt x="3226" y="10463"/>
                    <a:pt x="3286" y="11219"/>
                    <a:pt x="3438" y="11942"/>
                  </a:cubicBezTo>
                  <a:lnTo>
                    <a:pt x="1055" y="11942"/>
                  </a:lnTo>
                  <a:cubicBezTo>
                    <a:pt x="784" y="11219"/>
                    <a:pt x="632" y="10495"/>
                    <a:pt x="632" y="9679"/>
                  </a:cubicBezTo>
                  <a:cubicBezTo>
                    <a:pt x="632" y="8895"/>
                    <a:pt x="784" y="8082"/>
                    <a:pt x="1055" y="7419"/>
                  </a:cubicBezTo>
                  <a:close/>
                  <a:moveTo>
                    <a:pt x="9470" y="7419"/>
                  </a:moveTo>
                  <a:cubicBezTo>
                    <a:pt x="9590" y="8082"/>
                    <a:pt x="9679" y="8895"/>
                    <a:pt x="9679" y="9679"/>
                  </a:cubicBezTo>
                  <a:cubicBezTo>
                    <a:pt x="9679" y="10463"/>
                    <a:pt x="9590" y="11219"/>
                    <a:pt x="9470" y="11942"/>
                  </a:cubicBezTo>
                  <a:lnTo>
                    <a:pt x="7026" y="11942"/>
                  </a:lnTo>
                  <a:lnTo>
                    <a:pt x="7026" y="7419"/>
                  </a:lnTo>
                  <a:close/>
                  <a:moveTo>
                    <a:pt x="8505" y="3800"/>
                  </a:moveTo>
                  <a:lnTo>
                    <a:pt x="8505" y="3800"/>
                  </a:lnTo>
                  <a:cubicBezTo>
                    <a:pt x="10073" y="4283"/>
                    <a:pt x="11400" y="5368"/>
                    <a:pt x="12152" y="6816"/>
                  </a:cubicBezTo>
                  <a:lnTo>
                    <a:pt x="10616" y="6816"/>
                  </a:lnTo>
                  <a:lnTo>
                    <a:pt x="10616" y="7419"/>
                  </a:lnTo>
                  <a:lnTo>
                    <a:pt x="12454" y="7419"/>
                  </a:lnTo>
                  <a:cubicBezTo>
                    <a:pt x="12727" y="8082"/>
                    <a:pt x="12876" y="8895"/>
                    <a:pt x="12876" y="9679"/>
                  </a:cubicBezTo>
                  <a:cubicBezTo>
                    <a:pt x="12876" y="10495"/>
                    <a:pt x="12727" y="11219"/>
                    <a:pt x="12454" y="11942"/>
                  </a:cubicBezTo>
                  <a:lnTo>
                    <a:pt x="10073" y="11942"/>
                  </a:lnTo>
                  <a:cubicBezTo>
                    <a:pt x="10193" y="11219"/>
                    <a:pt x="10283" y="10463"/>
                    <a:pt x="10283" y="9679"/>
                  </a:cubicBezTo>
                  <a:cubicBezTo>
                    <a:pt x="10283" y="7901"/>
                    <a:pt x="9921" y="6241"/>
                    <a:pt x="9289" y="4975"/>
                  </a:cubicBezTo>
                  <a:cubicBezTo>
                    <a:pt x="9047" y="4492"/>
                    <a:pt x="8775" y="4102"/>
                    <a:pt x="8505" y="3800"/>
                  </a:cubicBezTo>
                  <a:close/>
                  <a:moveTo>
                    <a:pt x="3559" y="12545"/>
                  </a:moveTo>
                  <a:cubicBezTo>
                    <a:pt x="3708" y="13209"/>
                    <a:pt x="3950" y="13812"/>
                    <a:pt x="4191" y="14355"/>
                  </a:cubicBezTo>
                  <a:cubicBezTo>
                    <a:pt x="4432" y="14837"/>
                    <a:pt x="4705" y="15228"/>
                    <a:pt x="5006" y="15561"/>
                  </a:cubicBezTo>
                  <a:cubicBezTo>
                    <a:pt x="3438" y="15079"/>
                    <a:pt x="2111" y="13962"/>
                    <a:pt x="1327" y="12545"/>
                  </a:cubicBezTo>
                  <a:close/>
                  <a:moveTo>
                    <a:pt x="12152" y="12545"/>
                  </a:moveTo>
                  <a:cubicBezTo>
                    <a:pt x="11400" y="13962"/>
                    <a:pt x="10073" y="15079"/>
                    <a:pt x="8473" y="15561"/>
                  </a:cubicBezTo>
                  <a:cubicBezTo>
                    <a:pt x="8775" y="15228"/>
                    <a:pt x="9047" y="14837"/>
                    <a:pt x="9289" y="14355"/>
                  </a:cubicBezTo>
                  <a:cubicBezTo>
                    <a:pt x="9559" y="13812"/>
                    <a:pt x="9771" y="13209"/>
                    <a:pt x="9952" y="12545"/>
                  </a:cubicBezTo>
                  <a:close/>
                  <a:moveTo>
                    <a:pt x="6423" y="7419"/>
                  </a:moveTo>
                  <a:lnTo>
                    <a:pt x="6423" y="15771"/>
                  </a:lnTo>
                  <a:cubicBezTo>
                    <a:pt x="5819" y="15621"/>
                    <a:pt x="5216" y="15047"/>
                    <a:pt x="4734" y="14082"/>
                  </a:cubicBezTo>
                  <a:cubicBezTo>
                    <a:pt x="4493" y="13631"/>
                    <a:pt x="4343" y="13088"/>
                    <a:pt x="4191" y="12545"/>
                  </a:cubicBezTo>
                  <a:lnTo>
                    <a:pt x="5458" y="12545"/>
                  </a:lnTo>
                  <a:lnTo>
                    <a:pt x="5458" y="11942"/>
                  </a:lnTo>
                  <a:lnTo>
                    <a:pt x="4041" y="11942"/>
                  </a:lnTo>
                  <a:cubicBezTo>
                    <a:pt x="3921" y="11219"/>
                    <a:pt x="3829" y="10463"/>
                    <a:pt x="3829" y="9679"/>
                  </a:cubicBezTo>
                  <a:cubicBezTo>
                    <a:pt x="3829" y="8895"/>
                    <a:pt x="3921" y="8082"/>
                    <a:pt x="4041" y="7419"/>
                  </a:cubicBezTo>
                  <a:close/>
                  <a:moveTo>
                    <a:pt x="9318" y="12545"/>
                  </a:moveTo>
                  <a:cubicBezTo>
                    <a:pt x="9168" y="13088"/>
                    <a:pt x="8987" y="13631"/>
                    <a:pt x="8746" y="14082"/>
                  </a:cubicBezTo>
                  <a:cubicBezTo>
                    <a:pt x="8263" y="15047"/>
                    <a:pt x="7689" y="15621"/>
                    <a:pt x="7026" y="15771"/>
                  </a:cubicBezTo>
                  <a:lnTo>
                    <a:pt x="7026" y="12545"/>
                  </a:lnTo>
                  <a:close/>
                  <a:moveTo>
                    <a:pt x="7026" y="2261"/>
                  </a:moveTo>
                  <a:cubicBezTo>
                    <a:pt x="11006" y="2413"/>
                    <a:pt x="14143" y="5670"/>
                    <a:pt x="14143" y="9650"/>
                  </a:cubicBezTo>
                  <a:cubicBezTo>
                    <a:pt x="14143" y="13660"/>
                    <a:pt x="11006" y="16917"/>
                    <a:pt x="7026" y="17069"/>
                  </a:cubicBezTo>
                  <a:lnTo>
                    <a:pt x="7026" y="16406"/>
                  </a:lnTo>
                  <a:cubicBezTo>
                    <a:pt x="10616" y="16225"/>
                    <a:pt x="13479" y="13269"/>
                    <a:pt x="13479" y="9650"/>
                  </a:cubicBezTo>
                  <a:cubicBezTo>
                    <a:pt x="13479" y="6061"/>
                    <a:pt x="10616" y="3105"/>
                    <a:pt x="7026" y="2924"/>
                  </a:cubicBezTo>
                  <a:lnTo>
                    <a:pt x="7026" y="2261"/>
                  </a:lnTo>
                  <a:close/>
                  <a:moveTo>
                    <a:pt x="10283" y="18999"/>
                  </a:moveTo>
                  <a:lnTo>
                    <a:pt x="10283" y="19993"/>
                  </a:lnTo>
                  <a:lnTo>
                    <a:pt x="3166" y="19993"/>
                  </a:lnTo>
                  <a:lnTo>
                    <a:pt x="3166" y="18999"/>
                  </a:lnTo>
                  <a:close/>
                  <a:moveTo>
                    <a:pt x="6423" y="0"/>
                  </a:moveTo>
                  <a:lnTo>
                    <a:pt x="6423" y="2924"/>
                  </a:lnTo>
                  <a:cubicBezTo>
                    <a:pt x="2895" y="3105"/>
                    <a:pt x="0" y="6061"/>
                    <a:pt x="0" y="9650"/>
                  </a:cubicBezTo>
                  <a:cubicBezTo>
                    <a:pt x="0" y="13269"/>
                    <a:pt x="2895" y="16225"/>
                    <a:pt x="6423" y="16406"/>
                  </a:cubicBezTo>
                  <a:lnTo>
                    <a:pt x="6423" y="18396"/>
                  </a:lnTo>
                  <a:lnTo>
                    <a:pt x="2562" y="18396"/>
                  </a:lnTo>
                  <a:lnTo>
                    <a:pt x="2562" y="20596"/>
                  </a:lnTo>
                  <a:lnTo>
                    <a:pt x="10886" y="20596"/>
                  </a:lnTo>
                  <a:lnTo>
                    <a:pt x="10886" y="18396"/>
                  </a:lnTo>
                  <a:lnTo>
                    <a:pt x="7026" y="18396"/>
                  </a:lnTo>
                  <a:lnTo>
                    <a:pt x="7026" y="17672"/>
                  </a:lnTo>
                  <a:cubicBezTo>
                    <a:pt x="11339" y="17520"/>
                    <a:pt x="14746" y="13993"/>
                    <a:pt x="14746" y="9650"/>
                  </a:cubicBezTo>
                  <a:cubicBezTo>
                    <a:pt x="14746" y="5337"/>
                    <a:pt x="11339" y="1810"/>
                    <a:pt x="7026" y="1658"/>
                  </a:cubicBezTo>
                  <a:lnTo>
                    <a:pt x="70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7"/>
            <p:cNvSpPr/>
            <p:nvPr/>
          </p:nvSpPr>
          <p:spPr>
            <a:xfrm>
              <a:off x="4082899" y="2857648"/>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67"/>
            <p:cNvSpPr/>
            <p:nvPr/>
          </p:nvSpPr>
          <p:spPr>
            <a:xfrm>
              <a:off x="4220991" y="2949709"/>
              <a:ext cx="15860" cy="14405"/>
            </a:xfrm>
            <a:custGeom>
              <a:avLst/>
              <a:gdLst/>
              <a:ahLst/>
              <a:cxnLst/>
              <a:rect l="l" t="t" r="r" b="b"/>
              <a:pathLst>
                <a:path w="665" h="604"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67"/>
            <p:cNvSpPr/>
            <p:nvPr/>
          </p:nvSpPr>
          <p:spPr>
            <a:xfrm>
              <a:off x="4313052" y="2826763"/>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67"/>
          <p:cNvGrpSpPr/>
          <p:nvPr/>
        </p:nvGrpSpPr>
        <p:grpSpPr>
          <a:xfrm>
            <a:off x="4777697" y="2652007"/>
            <a:ext cx="290588" cy="491238"/>
            <a:chOff x="4777697" y="2634007"/>
            <a:chExt cx="290588" cy="491238"/>
          </a:xfrm>
        </p:grpSpPr>
        <p:sp>
          <p:nvSpPr>
            <p:cNvPr id="1149" name="Google Shape;1149;p67"/>
            <p:cNvSpPr/>
            <p:nvPr/>
          </p:nvSpPr>
          <p:spPr>
            <a:xfrm>
              <a:off x="4824467" y="2703744"/>
              <a:ext cx="88460" cy="88507"/>
            </a:xfrm>
            <a:custGeom>
              <a:avLst/>
              <a:gdLst/>
              <a:ahLst/>
              <a:cxnLst/>
              <a:rect l="l" t="t" r="r" b="b"/>
              <a:pathLst>
                <a:path w="3709" h="3711" extrusionOk="0">
                  <a:moveTo>
                    <a:pt x="934" y="603"/>
                  </a:moveTo>
                  <a:cubicBezTo>
                    <a:pt x="1026" y="603"/>
                    <a:pt x="1115" y="635"/>
                    <a:pt x="1175" y="695"/>
                  </a:cubicBezTo>
                  <a:lnTo>
                    <a:pt x="1870" y="1419"/>
                  </a:lnTo>
                  <a:lnTo>
                    <a:pt x="1388" y="1901"/>
                  </a:lnTo>
                  <a:lnTo>
                    <a:pt x="693" y="1207"/>
                  </a:lnTo>
                  <a:cubicBezTo>
                    <a:pt x="633" y="1117"/>
                    <a:pt x="604" y="1057"/>
                    <a:pt x="604" y="936"/>
                  </a:cubicBezTo>
                  <a:cubicBezTo>
                    <a:pt x="604" y="845"/>
                    <a:pt x="633" y="784"/>
                    <a:pt x="693" y="695"/>
                  </a:cubicBezTo>
                  <a:cubicBezTo>
                    <a:pt x="753" y="635"/>
                    <a:pt x="845" y="603"/>
                    <a:pt x="934" y="603"/>
                  </a:cubicBezTo>
                  <a:close/>
                  <a:moveTo>
                    <a:pt x="2292" y="1841"/>
                  </a:moveTo>
                  <a:lnTo>
                    <a:pt x="2985" y="2533"/>
                  </a:lnTo>
                  <a:cubicBezTo>
                    <a:pt x="3076" y="2594"/>
                    <a:pt x="3105" y="2685"/>
                    <a:pt x="3105" y="2775"/>
                  </a:cubicBezTo>
                  <a:cubicBezTo>
                    <a:pt x="3105" y="2866"/>
                    <a:pt x="3076" y="2956"/>
                    <a:pt x="2985" y="3016"/>
                  </a:cubicBezTo>
                  <a:cubicBezTo>
                    <a:pt x="2924" y="3076"/>
                    <a:pt x="2835" y="3108"/>
                    <a:pt x="2743" y="3108"/>
                  </a:cubicBezTo>
                  <a:cubicBezTo>
                    <a:pt x="2654" y="3108"/>
                    <a:pt x="2594" y="3076"/>
                    <a:pt x="2502" y="3016"/>
                  </a:cubicBezTo>
                  <a:lnTo>
                    <a:pt x="1810" y="2324"/>
                  </a:lnTo>
                  <a:lnTo>
                    <a:pt x="2292" y="1841"/>
                  </a:lnTo>
                  <a:close/>
                  <a:moveTo>
                    <a:pt x="934" y="0"/>
                  </a:moveTo>
                  <a:cubicBezTo>
                    <a:pt x="693" y="0"/>
                    <a:pt x="452" y="92"/>
                    <a:pt x="271" y="273"/>
                  </a:cubicBezTo>
                  <a:cubicBezTo>
                    <a:pt x="90" y="454"/>
                    <a:pt x="0" y="695"/>
                    <a:pt x="0" y="936"/>
                  </a:cubicBezTo>
                  <a:cubicBezTo>
                    <a:pt x="0" y="1207"/>
                    <a:pt x="90" y="1448"/>
                    <a:pt x="271" y="1629"/>
                  </a:cubicBezTo>
                  <a:lnTo>
                    <a:pt x="2080" y="3438"/>
                  </a:lnTo>
                  <a:cubicBezTo>
                    <a:pt x="2261" y="3619"/>
                    <a:pt x="2502" y="3711"/>
                    <a:pt x="2743" y="3711"/>
                  </a:cubicBezTo>
                  <a:cubicBezTo>
                    <a:pt x="3016" y="3711"/>
                    <a:pt x="3257" y="3619"/>
                    <a:pt x="3438" y="3438"/>
                  </a:cubicBezTo>
                  <a:cubicBezTo>
                    <a:pt x="3619" y="3257"/>
                    <a:pt x="3709" y="3016"/>
                    <a:pt x="3709" y="2775"/>
                  </a:cubicBezTo>
                  <a:cubicBezTo>
                    <a:pt x="3709" y="2504"/>
                    <a:pt x="3619" y="2292"/>
                    <a:pt x="3438" y="2111"/>
                  </a:cubicBezTo>
                  <a:lnTo>
                    <a:pt x="1598" y="273"/>
                  </a:lnTo>
                  <a:cubicBezTo>
                    <a:pt x="1417" y="92"/>
                    <a:pt x="1175" y="0"/>
                    <a:pt x="9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7"/>
            <p:cNvSpPr/>
            <p:nvPr/>
          </p:nvSpPr>
          <p:spPr>
            <a:xfrm>
              <a:off x="4984835" y="3026697"/>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7"/>
            <p:cNvSpPr/>
            <p:nvPr/>
          </p:nvSpPr>
          <p:spPr>
            <a:xfrm>
              <a:off x="4777697" y="2819560"/>
              <a:ext cx="290588" cy="305685"/>
            </a:xfrm>
            <a:custGeom>
              <a:avLst/>
              <a:gdLst/>
              <a:ahLst/>
              <a:cxnLst/>
              <a:rect l="l" t="t" r="r" b="b"/>
              <a:pathLst>
                <a:path w="12184" h="12817" extrusionOk="0">
                  <a:moveTo>
                    <a:pt x="1298" y="604"/>
                  </a:moveTo>
                  <a:lnTo>
                    <a:pt x="1298" y="1931"/>
                  </a:lnTo>
                  <a:lnTo>
                    <a:pt x="603" y="1931"/>
                  </a:lnTo>
                  <a:lnTo>
                    <a:pt x="603" y="604"/>
                  </a:lnTo>
                  <a:close/>
                  <a:moveTo>
                    <a:pt x="2565" y="604"/>
                  </a:moveTo>
                  <a:lnTo>
                    <a:pt x="2565" y="1931"/>
                  </a:lnTo>
                  <a:lnTo>
                    <a:pt x="1901" y="1931"/>
                  </a:lnTo>
                  <a:lnTo>
                    <a:pt x="1901" y="604"/>
                  </a:lnTo>
                  <a:close/>
                  <a:moveTo>
                    <a:pt x="3860" y="604"/>
                  </a:moveTo>
                  <a:lnTo>
                    <a:pt x="3860" y="1931"/>
                  </a:lnTo>
                  <a:lnTo>
                    <a:pt x="3168" y="1931"/>
                  </a:lnTo>
                  <a:lnTo>
                    <a:pt x="3168" y="604"/>
                  </a:lnTo>
                  <a:close/>
                  <a:moveTo>
                    <a:pt x="5158" y="604"/>
                  </a:moveTo>
                  <a:lnTo>
                    <a:pt x="5158" y="1931"/>
                  </a:lnTo>
                  <a:lnTo>
                    <a:pt x="4463" y="1931"/>
                  </a:lnTo>
                  <a:lnTo>
                    <a:pt x="4463" y="604"/>
                  </a:lnTo>
                  <a:close/>
                  <a:moveTo>
                    <a:pt x="6425" y="604"/>
                  </a:moveTo>
                  <a:lnTo>
                    <a:pt x="6425" y="1931"/>
                  </a:lnTo>
                  <a:lnTo>
                    <a:pt x="5761" y="1931"/>
                  </a:lnTo>
                  <a:lnTo>
                    <a:pt x="5761" y="604"/>
                  </a:lnTo>
                  <a:close/>
                  <a:moveTo>
                    <a:pt x="7720" y="604"/>
                  </a:moveTo>
                  <a:lnTo>
                    <a:pt x="7720" y="1931"/>
                  </a:lnTo>
                  <a:lnTo>
                    <a:pt x="7028" y="1931"/>
                  </a:lnTo>
                  <a:lnTo>
                    <a:pt x="7028" y="604"/>
                  </a:lnTo>
                  <a:close/>
                  <a:moveTo>
                    <a:pt x="9018" y="604"/>
                  </a:moveTo>
                  <a:lnTo>
                    <a:pt x="9018" y="1931"/>
                  </a:lnTo>
                  <a:lnTo>
                    <a:pt x="8323" y="1931"/>
                  </a:lnTo>
                  <a:lnTo>
                    <a:pt x="8323" y="604"/>
                  </a:lnTo>
                  <a:close/>
                  <a:moveTo>
                    <a:pt x="10285" y="604"/>
                  </a:moveTo>
                  <a:lnTo>
                    <a:pt x="10285" y="1931"/>
                  </a:lnTo>
                  <a:lnTo>
                    <a:pt x="9621" y="1931"/>
                  </a:lnTo>
                  <a:lnTo>
                    <a:pt x="9621" y="604"/>
                  </a:lnTo>
                  <a:close/>
                  <a:moveTo>
                    <a:pt x="11580" y="604"/>
                  </a:moveTo>
                  <a:lnTo>
                    <a:pt x="11580" y="1931"/>
                  </a:lnTo>
                  <a:lnTo>
                    <a:pt x="10888" y="1931"/>
                  </a:lnTo>
                  <a:lnTo>
                    <a:pt x="10888" y="604"/>
                  </a:lnTo>
                  <a:close/>
                  <a:moveTo>
                    <a:pt x="10285" y="5096"/>
                  </a:moveTo>
                  <a:lnTo>
                    <a:pt x="10285" y="9651"/>
                  </a:lnTo>
                  <a:lnTo>
                    <a:pt x="1901" y="9651"/>
                  </a:lnTo>
                  <a:lnTo>
                    <a:pt x="1901" y="5096"/>
                  </a:lnTo>
                  <a:close/>
                  <a:moveTo>
                    <a:pt x="10285" y="10254"/>
                  </a:moveTo>
                  <a:lnTo>
                    <a:pt x="10285" y="12213"/>
                  </a:lnTo>
                  <a:lnTo>
                    <a:pt x="1901" y="12213"/>
                  </a:lnTo>
                  <a:lnTo>
                    <a:pt x="1901" y="10254"/>
                  </a:lnTo>
                  <a:close/>
                  <a:moveTo>
                    <a:pt x="0" y="1"/>
                  </a:moveTo>
                  <a:lnTo>
                    <a:pt x="0" y="2534"/>
                  </a:lnTo>
                  <a:lnTo>
                    <a:pt x="10285" y="2534"/>
                  </a:lnTo>
                  <a:lnTo>
                    <a:pt x="10285" y="4493"/>
                  </a:lnTo>
                  <a:lnTo>
                    <a:pt x="1901" y="4493"/>
                  </a:lnTo>
                  <a:lnTo>
                    <a:pt x="1901" y="3528"/>
                  </a:lnTo>
                  <a:lnTo>
                    <a:pt x="1298" y="3528"/>
                  </a:lnTo>
                  <a:lnTo>
                    <a:pt x="1298" y="12816"/>
                  </a:lnTo>
                  <a:lnTo>
                    <a:pt x="10888" y="12816"/>
                  </a:lnTo>
                  <a:lnTo>
                    <a:pt x="10888" y="2534"/>
                  </a:lnTo>
                  <a:lnTo>
                    <a:pt x="12183" y="2534"/>
                  </a:lnTo>
                  <a:lnTo>
                    <a:pt x="1218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7"/>
            <p:cNvSpPr/>
            <p:nvPr/>
          </p:nvSpPr>
          <p:spPr>
            <a:xfrm>
              <a:off x="4870498" y="2972725"/>
              <a:ext cx="106466" cy="45363"/>
            </a:xfrm>
            <a:custGeom>
              <a:avLst/>
              <a:gdLst/>
              <a:ahLst/>
              <a:cxnLst/>
              <a:rect l="l" t="t" r="r" b="b"/>
              <a:pathLst>
                <a:path w="4464" h="1902" extrusionOk="0">
                  <a:moveTo>
                    <a:pt x="1899" y="604"/>
                  </a:moveTo>
                  <a:lnTo>
                    <a:pt x="1899" y="1299"/>
                  </a:lnTo>
                  <a:lnTo>
                    <a:pt x="934" y="1299"/>
                  </a:lnTo>
                  <a:cubicBezTo>
                    <a:pt x="753" y="1299"/>
                    <a:pt x="604" y="1147"/>
                    <a:pt x="604" y="937"/>
                  </a:cubicBezTo>
                  <a:cubicBezTo>
                    <a:pt x="604" y="756"/>
                    <a:pt x="753" y="604"/>
                    <a:pt x="934" y="604"/>
                  </a:cubicBezTo>
                  <a:close/>
                  <a:moveTo>
                    <a:pt x="3499" y="604"/>
                  </a:moveTo>
                  <a:cubicBezTo>
                    <a:pt x="3709" y="604"/>
                    <a:pt x="3861" y="756"/>
                    <a:pt x="3861" y="937"/>
                  </a:cubicBezTo>
                  <a:cubicBezTo>
                    <a:pt x="3861" y="1147"/>
                    <a:pt x="3709" y="1299"/>
                    <a:pt x="3499" y="1299"/>
                  </a:cubicBezTo>
                  <a:lnTo>
                    <a:pt x="2502" y="1299"/>
                  </a:lnTo>
                  <a:lnTo>
                    <a:pt x="2502" y="604"/>
                  </a:lnTo>
                  <a:close/>
                  <a:moveTo>
                    <a:pt x="934" y="1"/>
                  </a:moveTo>
                  <a:cubicBezTo>
                    <a:pt x="423" y="1"/>
                    <a:pt x="0" y="423"/>
                    <a:pt x="0" y="937"/>
                  </a:cubicBezTo>
                  <a:cubicBezTo>
                    <a:pt x="0" y="1480"/>
                    <a:pt x="423" y="1902"/>
                    <a:pt x="934" y="1902"/>
                  </a:cubicBezTo>
                  <a:lnTo>
                    <a:pt x="3499" y="1902"/>
                  </a:lnTo>
                  <a:cubicBezTo>
                    <a:pt x="4041" y="1902"/>
                    <a:pt x="4464" y="1480"/>
                    <a:pt x="4464" y="937"/>
                  </a:cubicBezTo>
                  <a:cubicBezTo>
                    <a:pt x="4464" y="423"/>
                    <a:pt x="4041" y="1"/>
                    <a:pt x="34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67"/>
            <p:cNvSpPr/>
            <p:nvPr/>
          </p:nvSpPr>
          <p:spPr>
            <a:xfrm>
              <a:off x="4918651" y="2634007"/>
              <a:ext cx="88531" cy="88460"/>
            </a:xfrm>
            <a:custGeom>
              <a:avLst/>
              <a:gdLst/>
              <a:ahLst/>
              <a:cxnLst/>
              <a:rect l="l" t="t" r="r" b="b"/>
              <a:pathLst>
                <a:path w="3712" h="3709" extrusionOk="0">
                  <a:moveTo>
                    <a:pt x="2775" y="603"/>
                  </a:moveTo>
                  <a:cubicBezTo>
                    <a:pt x="2867" y="603"/>
                    <a:pt x="2956" y="664"/>
                    <a:pt x="3016" y="724"/>
                  </a:cubicBezTo>
                  <a:cubicBezTo>
                    <a:pt x="3077" y="784"/>
                    <a:pt x="3108" y="874"/>
                    <a:pt x="3108" y="965"/>
                  </a:cubicBezTo>
                  <a:cubicBezTo>
                    <a:pt x="3108" y="1055"/>
                    <a:pt x="3077" y="1146"/>
                    <a:pt x="3016" y="1207"/>
                  </a:cubicBezTo>
                  <a:lnTo>
                    <a:pt x="2324" y="1899"/>
                  </a:lnTo>
                  <a:lnTo>
                    <a:pt x="1842" y="1416"/>
                  </a:lnTo>
                  <a:lnTo>
                    <a:pt x="2534" y="724"/>
                  </a:lnTo>
                  <a:cubicBezTo>
                    <a:pt x="2594" y="664"/>
                    <a:pt x="2686" y="603"/>
                    <a:pt x="2775" y="603"/>
                  </a:cubicBezTo>
                  <a:close/>
                  <a:moveTo>
                    <a:pt x="1419" y="1839"/>
                  </a:moveTo>
                  <a:lnTo>
                    <a:pt x="1902" y="2321"/>
                  </a:lnTo>
                  <a:lnTo>
                    <a:pt x="1207" y="3016"/>
                  </a:lnTo>
                  <a:cubicBezTo>
                    <a:pt x="1147" y="3076"/>
                    <a:pt x="1057" y="3105"/>
                    <a:pt x="966" y="3105"/>
                  </a:cubicBezTo>
                  <a:cubicBezTo>
                    <a:pt x="877" y="3105"/>
                    <a:pt x="785" y="3076"/>
                    <a:pt x="725" y="3016"/>
                  </a:cubicBezTo>
                  <a:cubicBezTo>
                    <a:pt x="575" y="2895"/>
                    <a:pt x="575" y="2683"/>
                    <a:pt x="725" y="2533"/>
                  </a:cubicBezTo>
                  <a:lnTo>
                    <a:pt x="1419" y="1839"/>
                  </a:lnTo>
                  <a:close/>
                  <a:moveTo>
                    <a:pt x="2775" y="0"/>
                  </a:moveTo>
                  <a:cubicBezTo>
                    <a:pt x="2534" y="0"/>
                    <a:pt x="2293" y="121"/>
                    <a:pt x="2112" y="302"/>
                  </a:cubicBezTo>
                  <a:lnTo>
                    <a:pt x="302" y="2111"/>
                  </a:lnTo>
                  <a:cubicBezTo>
                    <a:pt x="121" y="2292"/>
                    <a:pt x="1" y="2533"/>
                    <a:pt x="1" y="2775"/>
                  </a:cubicBezTo>
                  <a:cubicBezTo>
                    <a:pt x="1" y="3045"/>
                    <a:pt x="121" y="3257"/>
                    <a:pt x="302" y="3438"/>
                  </a:cubicBezTo>
                  <a:cubicBezTo>
                    <a:pt x="483" y="3619"/>
                    <a:pt x="696" y="3708"/>
                    <a:pt x="966" y="3708"/>
                  </a:cubicBezTo>
                  <a:cubicBezTo>
                    <a:pt x="1207" y="3708"/>
                    <a:pt x="1448" y="3619"/>
                    <a:pt x="1629" y="3438"/>
                  </a:cubicBezTo>
                  <a:lnTo>
                    <a:pt x="3439" y="1629"/>
                  </a:lnTo>
                  <a:cubicBezTo>
                    <a:pt x="3620" y="1448"/>
                    <a:pt x="3711" y="1207"/>
                    <a:pt x="3711" y="965"/>
                  </a:cubicBezTo>
                  <a:cubicBezTo>
                    <a:pt x="3711" y="693"/>
                    <a:pt x="3620" y="483"/>
                    <a:pt x="3439" y="302"/>
                  </a:cubicBezTo>
                  <a:cubicBezTo>
                    <a:pt x="3258" y="121"/>
                    <a:pt x="3016" y="0"/>
                    <a:pt x="2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67"/>
            <p:cNvSpPr/>
            <p:nvPr/>
          </p:nvSpPr>
          <p:spPr>
            <a:xfrm>
              <a:off x="4861864" y="3079930"/>
              <a:ext cx="122994" cy="14405"/>
            </a:xfrm>
            <a:custGeom>
              <a:avLst/>
              <a:gdLst/>
              <a:ahLst/>
              <a:cxnLst/>
              <a:rect l="l" t="t" r="r" b="b"/>
              <a:pathLst>
                <a:path w="5157" h="604" extrusionOk="0">
                  <a:moveTo>
                    <a:pt x="1" y="0"/>
                  </a:moveTo>
                  <a:lnTo>
                    <a:pt x="1" y="604"/>
                  </a:lnTo>
                  <a:lnTo>
                    <a:pt x="5156" y="604"/>
                  </a:lnTo>
                  <a:lnTo>
                    <a:pt x="515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7"/>
            <p:cNvSpPr/>
            <p:nvPr/>
          </p:nvSpPr>
          <p:spPr>
            <a:xfrm>
              <a:off x="4869758" y="2895808"/>
              <a:ext cx="15145" cy="14405"/>
            </a:xfrm>
            <a:custGeom>
              <a:avLst/>
              <a:gdLst/>
              <a:ahLst/>
              <a:cxnLst/>
              <a:rect l="l" t="t" r="r" b="b"/>
              <a:pathLst>
                <a:path w="635" h="604" extrusionOk="0">
                  <a:moveTo>
                    <a:pt x="0" y="0"/>
                  </a:moveTo>
                  <a:lnTo>
                    <a:pt x="0"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7"/>
            <p:cNvSpPr/>
            <p:nvPr/>
          </p:nvSpPr>
          <p:spPr>
            <a:xfrm>
              <a:off x="4915789" y="2895808"/>
              <a:ext cx="15145" cy="14405"/>
            </a:xfrm>
            <a:custGeom>
              <a:avLst/>
              <a:gdLst/>
              <a:ahLst/>
              <a:cxnLst/>
              <a:rect l="l" t="t" r="r" b="b"/>
              <a:pathLst>
                <a:path w="635" h="604" extrusionOk="0">
                  <a:moveTo>
                    <a:pt x="0" y="0"/>
                  </a:moveTo>
                  <a:lnTo>
                    <a:pt x="0"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7"/>
            <p:cNvSpPr/>
            <p:nvPr/>
          </p:nvSpPr>
          <p:spPr>
            <a:xfrm>
              <a:off x="4961819" y="2895808"/>
              <a:ext cx="15145" cy="14405"/>
            </a:xfrm>
            <a:custGeom>
              <a:avLst/>
              <a:gdLst/>
              <a:ahLst/>
              <a:cxnLst/>
              <a:rect l="l" t="t" r="r" b="b"/>
              <a:pathLst>
                <a:path w="635" h="604" extrusionOk="0">
                  <a:moveTo>
                    <a:pt x="0" y="0"/>
                  </a:moveTo>
                  <a:lnTo>
                    <a:pt x="0"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 name="Google Shape;1158;p67"/>
          <p:cNvGrpSpPr/>
          <p:nvPr/>
        </p:nvGrpSpPr>
        <p:grpSpPr>
          <a:xfrm>
            <a:off x="5379719" y="2667820"/>
            <a:ext cx="491238" cy="459590"/>
            <a:chOff x="5379719" y="2649820"/>
            <a:chExt cx="491238" cy="459590"/>
          </a:xfrm>
        </p:grpSpPr>
        <p:sp>
          <p:nvSpPr>
            <p:cNvPr id="1159" name="Google Shape;1159;p67"/>
            <p:cNvSpPr/>
            <p:nvPr/>
          </p:nvSpPr>
          <p:spPr>
            <a:xfrm>
              <a:off x="5449456" y="2687908"/>
              <a:ext cx="106466" cy="106466"/>
            </a:xfrm>
            <a:custGeom>
              <a:avLst/>
              <a:gdLst/>
              <a:ahLst/>
              <a:cxnLst/>
              <a:rect l="l" t="t" r="r" b="b"/>
              <a:pathLst>
                <a:path w="4464" h="4464" extrusionOk="0">
                  <a:moveTo>
                    <a:pt x="2232" y="604"/>
                  </a:moveTo>
                  <a:cubicBezTo>
                    <a:pt x="3137" y="604"/>
                    <a:pt x="3861" y="1359"/>
                    <a:pt x="3861" y="2232"/>
                  </a:cubicBezTo>
                  <a:cubicBezTo>
                    <a:pt x="3861" y="3137"/>
                    <a:pt x="3137" y="3861"/>
                    <a:pt x="2232" y="3861"/>
                  </a:cubicBezTo>
                  <a:cubicBezTo>
                    <a:pt x="1327" y="3861"/>
                    <a:pt x="604" y="3137"/>
                    <a:pt x="604" y="2232"/>
                  </a:cubicBezTo>
                  <a:cubicBezTo>
                    <a:pt x="604" y="1359"/>
                    <a:pt x="1327" y="604"/>
                    <a:pt x="2232" y="604"/>
                  </a:cubicBezTo>
                  <a:close/>
                  <a:moveTo>
                    <a:pt x="2232" y="1"/>
                  </a:moveTo>
                  <a:cubicBezTo>
                    <a:pt x="997" y="1"/>
                    <a:pt x="1" y="1026"/>
                    <a:pt x="1" y="2232"/>
                  </a:cubicBezTo>
                  <a:cubicBezTo>
                    <a:pt x="1" y="3470"/>
                    <a:pt x="997" y="4464"/>
                    <a:pt x="2232" y="4464"/>
                  </a:cubicBezTo>
                  <a:cubicBezTo>
                    <a:pt x="3470" y="4464"/>
                    <a:pt x="4464" y="3470"/>
                    <a:pt x="4464" y="2232"/>
                  </a:cubicBezTo>
                  <a:cubicBezTo>
                    <a:pt x="4464" y="1026"/>
                    <a:pt x="3470" y="1"/>
                    <a:pt x="2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7"/>
            <p:cNvSpPr/>
            <p:nvPr/>
          </p:nvSpPr>
          <p:spPr>
            <a:xfrm>
              <a:off x="5379719" y="2649820"/>
              <a:ext cx="491238" cy="459590"/>
            </a:xfrm>
            <a:custGeom>
              <a:avLst/>
              <a:gdLst/>
              <a:ahLst/>
              <a:cxnLst/>
              <a:rect l="l" t="t" r="r" b="b"/>
              <a:pathLst>
                <a:path w="20597" h="19270" extrusionOk="0">
                  <a:moveTo>
                    <a:pt x="8686" y="7057"/>
                  </a:moveTo>
                  <a:lnTo>
                    <a:pt x="8686" y="9680"/>
                  </a:lnTo>
                  <a:lnTo>
                    <a:pt x="1569" y="9680"/>
                  </a:lnTo>
                  <a:lnTo>
                    <a:pt x="1569" y="7057"/>
                  </a:lnTo>
                  <a:close/>
                  <a:moveTo>
                    <a:pt x="18999" y="12213"/>
                  </a:moveTo>
                  <a:lnTo>
                    <a:pt x="18999" y="15470"/>
                  </a:lnTo>
                  <a:lnTo>
                    <a:pt x="8654" y="15470"/>
                  </a:lnTo>
                  <a:lnTo>
                    <a:pt x="8654" y="14777"/>
                  </a:lnTo>
                  <a:lnTo>
                    <a:pt x="10314" y="14777"/>
                  </a:lnTo>
                  <a:lnTo>
                    <a:pt x="10314" y="14174"/>
                  </a:lnTo>
                  <a:lnTo>
                    <a:pt x="8654" y="14174"/>
                  </a:lnTo>
                  <a:lnTo>
                    <a:pt x="8654" y="13480"/>
                  </a:lnTo>
                  <a:lnTo>
                    <a:pt x="18034" y="13480"/>
                  </a:lnTo>
                  <a:lnTo>
                    <a:pt x="18034" y="12876"/>
                  </a:lnTo>
                  <a:lnTo>
                    <a:pt x="8654" y="12876"/>
                  </a:lnTo>
                  <a:lnTo>
                    <a:pt x="8654" y="12213"/>
                  </a:lnTo>
                  <a:close/>
                  <a:moveTo>
                    <a:pt x="18999" y="16073"/>
                  </a:moveTo>
                  <a:lnTo>
                    <a:pt x="18999" y="16736"/>
                  </a:lnTo>
                  <a:lnTo>
                    <a:pt x="8654" y="16736"/>
                  </a:lnTo>
                  <a:lnTo>
                    <a:pt x="8654" y="16073"/>
                  </a:lnTo>
                  <a:close/>
                  <a:moveTo>
                    <a:pt x="8686" y="10283"/>
                  </a:moveTo>
                  <a:lnTo>
                    <a:pt x="8686" y="11610"/>
                  </a:lnTo>
                  <a:lnTo>
                    <a:pt x="7086" y="11610"/>
                  </a:lnTo>
                  <a:lnTo>
                    <a:pt x="7086" y="12213"/>
                  </a:lnTo>
                  <a:lnTo>
                    <a:pt x="8051" y="12213"/>
                  </a:lnTo>
                  <a:lnTo>
                    <a:pt x="8051" y="16736"/>
                  </a:lnTo>
                  <a:lnTo>
                    <a:pt x="7086" y="16736"/>
                  </a:lnTo>
                  <a:lnTo>
                    <a:pt x="7086" y="17340"/>
                  </a:lnTo>
                  <a:lnTo>
                    <a:pt x="8686" y="17340"/>
                  </a:lnTo>
                  <a:lnTo>
                    <a:pt x="8686" y="18666"/>
                  </a:lnTo>
                  <a:lnTo>
                    <a:pt x="1569" y="18666"/>
                  </a:lnTo>
                  <a:lnTo>
                    <a:pt x="1569" y="16073"/>
                  </a:lnTo>
                  <a:lnTo>
                    <a:pt x="7086" y="16073"/>
                  </a:lnTo>
                  <a:lnTo>
                    <a:pt x="7086" y="15470"/>
                  </a:lnTo>
                  <a:lnTo>
                    <a:pt x="1569" y="15470"/>
                  </a:lnTo>
                  <a:lnTo>
                    <a:pt x="1569" y="10283"/>
                  </a:lnTo>
                  <a:close/>
                  <a:moveTo>
                    <a:pt x="5156" y="1"/>
                  </a:moveTo>
                  <a:cubicBezTo>
                    <a:pt x="3045" y="1"/>
                    <a:pt x="1327" y="1750"/>
                    <a:pt x="1327" y="3861"/>
                  </a:cubicBezTo>
                  <a:cubicBezTo>
                    <a:pt x="1327" y="4826"/>
                    <a:pt x="1689" y="5730"/>
                    <a:pt x="2321" y="6454"/>
                  </a:cubicBezTo>
                  <a:lnTo>
                    <a:pt x="1" y="6454"/>
                  </a:lnTo>
                  <a:lnTo>
                    <a:pt x="1" y="7057"/>
                  </a:lnTo>
                  <a:lnTo>
                    <a:pt x="966" y="7057"/>
                  </a:lnTo>
                  <a:lnTo>
                    <a:pt x="966" y="18666"/>
                  </a:lnTo>
                  <a:lnTo>
                    <a:pt x="1" y="18666"/>
                  </a:lnTo>
                  <a:lnTo>
                    <a:pt x="1" y="19270"/>
                  </a:lnTo>
                  <a:lnTo>
                    <a:pt x="10946" y="19270"/>
                  </a:lnTo>
                  <a:lnTo>
                    <a:pt x="10946" y="18666"/>
                  </a:lnTo>
                  <a:lnTo>
                    <a:pt x="9289" y="18666"/>
                  </a:lnTo>
                  <a:lnTo>
                    <a:pt x="9289" y="17340"/>
                  </a:lnTo>
                  <a:lnTo>
                    <a:pt x="20597" y="17340"/>
                  </a:lnTo>
                  <a:lnTo>
                    <a:pt x="20597" y="16736"/>
                  </a:lnTo>
                  <a:lnTo>
                    <a:pt x="19603" y="16736"/>
                  </a:lnTo>
                  <a:lnTo>
                    <a:pt x="19603" y="12213"/>
                  </a:lnTo>
                  <a:lnTo>
                    <a:pt x="20597" y="12213"/>
                  </a:lnTo>
                  <a:lnTo>
                    <a:pt x="20597" y="11610"/>
                  </a:lnTo>
                  <a:lnTo>
                    <a:pt x="18638" y="11610"/>
                  </a:lnTo>
                  <a:cubicBezTo>
                    <a:pt x="18847" y="11308"/>
                    <a:pt x="18968" y="10978"/>
                    <a:pt x="18968" y="10616"/>
                  </a:cubicBezTo>
                  <a:cubicBezTo>
                    <a:pt x="18968" y="9740"/>
                    <a:pt x="18244" y="9016"/>
                    <a:pt x="17371" y="9016"/>
                  </a:cubicBezTo>
                  <a:cubicBezTo>
                    <a:pt x="16857" y="9016"/>
                    <a:pt x="16435" y="9439"/>
                    <a:pt x="16435" y="9952"/>
                  </a:cubicBezTo>
                  <a:cubicBezTo>
                    <a:pt x="16435" y="10495"/>
                    <a:pt x="16857" y="10886"/>
                    <a:pt x="17371" y="10886"/>
                  </a:cubicBezTo>
                  <a:lnTo>
                    <a:pt x="17371" y="10283"/>
                  </a:lnTo>
                  <a:cubicBezTo>
                    <a:pt x="17190" y="10283"/>
                    <a:pt x="17038" y="10133"/>
                    <a:pt x="17038" y="9952"/>
                  </a:cubicBezTo>
                  <a:cubicBezTo>
                    <a:pt x="17038" y="9771"/>
                    <a:pt x="17190" y="9619"/>
                    <a:pt x="17371" y="9619"/>
                  </a:cubicBezTo>
                  <a:cubicBezTo>
                    <a:pt x="17914" y="9619"/>
                    <a:pt x="18365" y="10073"/>
                    <a:pt x="18365" y="10616"/>
                  </a:cubicBezTo>
                  <a:cubicBezTo>
                    <a:pt x="18365" y="11159"/>
                    <a:pt x="17914" y="11610"/>
                    <a:pt x="17371" y="11610"/>
                  </a:cubicBezTo>
                  <a:lnTo>
                    <a:pt x="9289" y="11610"/>
                  </a:lnTo>
                  <a:lnTo>
                    <a:pt x="9289" y="7057"/>
                  </a:lnTo>
                  <a:lnTo>
                    <a:pt x="10946" y="7057"/>
                  </a:lnTo>
                  <a:lnTo>
                    <a:pt x="10946" y="6454"/>
                  </a:lnTo>
                  <a:lnTo>
                    <a:pt x="3226" y="6454"/>
                  </a:lnTo>
                  <a:cubicBezTo>
                    <a:pt x="2413" y="5820"/>
                    <a:pt x="1931" y="4886"/>
                    <a:pt x="1931" y="3861"/>
                  </a:cubicBezTo>
                  <a:cubicBezTo>
                    <a:pt x="1931" y="2080"/>
                    <a:pt x="3378" y="604"/>
                    <a:pt x="5156" y="604"/>
                  </a:cubicBezTo>
                  <a:cubicBezTo>
                    <a:pt x="6937" y="604"/>
                    <a:pt x="8384" y="2051"/>
                    <a:pt x="8384" y="3861"/>
                  </a:cubicBezTo>
                  <a:cubicBezTo>
                    <a:pt x="8384" y="4372"/>
                    <a:pt x="8264" y="4855"/>
                    <a:pt x="8051" y="5308"/>
                  </a:cubicBezTo>
                  <a:lnTo>
                    <a:pt x="8565" y="5578"/>
                  </a:lnTo>
                  <a:cubicBezTo>
                    <a:pt x="8867" y="5036"/>
                    <a:pt x="8987" y="4464"/>
                    <a:pt x="8987" y="3829"/>
                  </a:cubicBezTo>
                  <a:cubicBezTo>
                    <a:pt x="8987" y="1718"/>
                    <a:pt x="7267" y="1"/>
                    <a:pt x="51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67"/>
            <p:cNvSpPr/>
            <p:nvPr/>
          </p:nvSpPr>
          <p:spPr>
            <a:xfrm>
              <a:off x="5441586" y="2834633"/>
              <a:ext cx="15097" cy="14405"/>
            </a:xfrm>
            <a:custGeom>
              <a:avLst/>
              <a:gdLst/>
              <a:ahLst/>
              <a:cxnLst/>
              <a:rect l="l" t="t" r="r" b="b"/>
              <a:pathLst>
                <a:path w="633" h="604" extrusionOk="0">
                  <a:moveTo>
                    <a:pt x="0" y="1"/>
                  </a:moveTo>
                  <a:lnTo>
                    <a:pt x="0" y="604"/>
                  </a:lnTo>
                  <a:lnTo>
                    <a:pt x="632" y="604"/>
                  </a:lnTo>
                  <a:lnTo>
                    <a:pt x="6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67"/>
            <p:cNvSpPr/>
            <p:nvPr/>
          </p:nvSpPr>
          <p:spPr>
            <a:xfrm>
              <a:off x="5517810" y="3064786"/>
              <a:ext cx="15860" cy="14429"/>
            </a:xfrm>
            <a:custGeom>
              <a:avLst/>
              <a:gdLst/>
              <a:ahLst/>
              <a:cxnLst/>
              <a:rect l="l" t="t" r="r" b="b"/>
              <a:pathLst>
                <a:path w="665" h="605"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67"/>
            <p:cNvSpPr/>
            <p:nvPr/>
          </p:nvSpPr>
          <p:spPr>
            <a:xfrm>
              <a:off x="5464601" y="2918061"/>
              <a:ext cx="76248" cy="76272"/>
            </a:xfrm>
            <a:custGeom>
              <a:avLst/>
              <a:gdLst/>
              <a:ahLst/>
              <a:cxnLst/>
              <a:rect l="l" t="t" r="r" b="b"/>
              <a:pathLst>
                <a:path w="3197" h="3198" extrusionOk="0">
                  <a:moveTo>
                    <a:pt x="1597" y="604"/>
                  </a:moveTo>
                  <a:cubicBezTo>
                    <a:pt x="2140" y="604"/>
                    <a:pt x="2594" y="1058"/>
                    <a:pt x="2594" y="1600"/>
                  </a:cubicBezTo>
                  <a:cubicBezTo>
                    <a:pt x="2594" y="2143"/>
                    <a:pt x="2140" y="2594"/>
                    <a:pt x="1597" y="2594"/>
                  </a:cubicBezTo>
                  <a:cubicBezTo>
                    <a:pt x="1054" y="2594"/>
                    <a:pt x="603" y="2143"/>
                    <a:pt x="603" y="1600"/>
                  </a:cubicBezTo>
                  <a:cubicBezTo>
                    <a:pt x="603" y="1058"/>
                    <a:pt x="1054" y="604"/>
                    <a:pt x="1597" y="604"/>
                  </a:cubicBezTo>
                  <a:close/>
                  <a:moveTo>
                    <a:pt x="1597" y="1"/>
                  </a:moveTo>
                  <a:cubicBezTo>
                    <a:pt x="724" y="1"/>
                    <a:pt x="0" y="725"/>
                    <a:pt x="0" y="1600"/>
                  </a:cubicBezTo>
                  <a:cubicBezTo>
                    <a:pt x="0" y="2474"/>
                    <a:pt x="724" y="3198"/>
                    <a:pt x="1597" y="3198"/>
                  </a:cubicBezTo>
                  <a:cubicBezTo>
                    <a:pt x="2473" y="3198"/>
                    <a:pt x="3197" y="2474"/>
                    <a:pt x="3197" y="1600"/>
                  </a:cubicBezTo>
                  <a:cubicBezTo>
                    <a:pt x="3197" y="725"/>
                    <a:pt x="2473" y="1"/>
                    <a:pt x="1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 name="Google Shape;1164;p67"/>
          <p:cNvGrpSpPr/>
          <p:nvPr/>
        </p:nvGrpSpPr>
        <p:grpSpPr>
          <a:xfrm>
            <a:off x="6082388" y="2732548"/>
            <a:ext cx="491310" cy="330132"/>
            <a:chOff x="6082388" y="2714548"/>
            <a:chExt cx="491310" cy="330132"/>
          </a:xfrm>
        </p:grpSpPr>
        <p:sp>
          <p:nvSpPr>
            <p:cNvPr id="1165" name="Google Shape;1165;p67"/>
            <p:cNvSpPr/>
            <p:nvPr/>
          </p:nvSpPr>
          <p:spPr>
            <a:xfrm>
              <a:off x="6281654" y="2969171"/>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7"/>
            <p:cNvSpPr/>
            <p:nvPr/>
          </p:nvSpPr>
          <p:spPr>
            <a:xfrm>
              <a:off x="6327685" y="2969171"/>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7"/>
            <p:cNvSpPr/>
            <p:nvPr/>
          </p:nvSpPr>
          <p:spPr>
            <a:xfrm>
              <a:off x="6373715" y="2969171"/>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7"/>
            <p:cNvSpPr/>
            <p:nvPr/>
          </p:nvSpPr>
          <p:spPr>
            <a:xfrm>
              <a:off x="6082388" y="2714548"/>
              <a:ext cx="491310" cy="330132"/>
            </a:xfrm>
            <a:custGeom>
              <a:avLst/>
              <a:gdLst/>
              <a:ahLst/>
              <a:cxnLst/>
              <a:rect l="l" t="t" r="r" b="b"/>
              <a:pathLst>
                <a:path w="20600" h="13842" extrusionOk="0">
                  <a:moveTo>
                    <a:pt x="10375" y="1629"/>
                  </a:moveTo>
                  <a:lnTo>
                    <a:pt x="6063" y="8112"/>
                  </a:lnTo>
                  <a:lnTo>
                    <a:pt x="4857" y="8112"/>
                  </a:lnTo>
                  <a:lnTo>
                    <a:pt x="6244" y="5972"/>
                  </a:lnTo>
                  <a:lnTo>
                    <a:pt x="5762" y="5639"/>
                  </a:lnTo>
                  <a:lnTo>
                    <a:pt x="4133" y="8112"/>
                  </a:lnTo>
                  <a:lnTo>
                    <a:pt x="3559" y="8112"/>
                  </a:lnTo>
                  <a:lnTo>
                    <a:pt x="6816" y="3197"/>
                  </a:lnTo>
                  <a:cubicBezTo>
                    <a:pt x="7480" y="2201"/>
                    <a:pt x="8597" y="1629"/>
                    <a:pt x="9803" y="1629"/>
                  </a:cubicBezTo>
                  <a:close/>
                  <a:moveTo>
                    <a:pt x="18336" y="1"/>
                  </a:moveTo>
                  <a:lnTo>
                    <a:pt x="18336" y="1176"/>
                  </a:lnTo>
                  <a:lnTo>
                    <a:pt x="17583" y="1931"/>
                  </a:lnTo>
                  <a:lnTo>
                    <a:pt x="18247" y="2594"/>
                  </a:lnTo>
                  <a:lnTo>
                    <a:pt x="17583" y="3226"/>
                  </a:lnTo>
                  <a:lnTo>
                    <a:pt x="18247" y="3861"/>
                  </a:lnTo>
                  <a:lnTo>
                    <a:pt x="17583" y="4524"/>
                  </a:lnTo>
                  <a:lnTo>
                    <a:pt x="18247" y="5156"/>
                  </a:lnTo>
                  <a:lnTo>
                    <a:pt x="17583" y="5791"/>
                  </a:lnTo>
                  <a:lnTo>
                    <a:pt x="18215" y="6454"/>
                  </a:lnTo>
                  <a:lnTo>
                    <a:pt x="17704" y="6966"/>
                  </a:lnTo>
                  <a:lnTo>
                    <a:pt x="17704" y="8112"/>
                  </a:lnTo>
                  <a:lnTo>
                    <a:pt x="9019" y="8112"/>
                  </a:lnTo>
                  <a:lnTo>
                    <a:pt x="9019" y="8715"/>
                  </a:lnTo>
                  <a:lnTo>
                    <a:pt x="17733" y="8715"/>
                  </a:lnTo>
                  <a:cubicBezTo>
                    <a:pt x="18971" y="8715"/>
                    <a:pt x="19996" y="9711"/>
                    <a:pt x="19996" y="10978"/>
                  </a:cubicBezTo>
                  <a:cubicBezTo>
                    <a:pt x="19996" y="12213"/>
                    <a:pt x="18971" y="13238"/>
                    <a:pt x="17733" y="13238"/>
                  </a:cubicBezTo>
                  <a:lnTo>
                    <a:pt x="2867" y="13238"/>
                  </a:lnTo>
                  <a:cubicBezTo>
                    <a:pt x="1629" y="13238"/>
                    <a:pt x="604" y="12213"/>
                    <a:pt x="604" y="10978"/>
                  </a:cubicBezTo>
                  <a:cubicBezTo>
                    <a:pt x="604" y="9711"/>
                    <a:pt x="1629" y="8715"/>
                    <a:pt x="2867" y="8715"/>
                  </a:cubicBezTo>
                  <a:lnTo>
                    <a:pt x="7721" y="8715"/>
                  </a:lnTo>
                  <a:lnTo>
                    <a:pt x="7721" y="8112"/>
                  </a:lnTo>
                  <a:lnTo>
                    <a:pt x="6787" y="8112"/>
                  </a:lnTo>
                  <a:lnTo>
                    <a:pt x="11492" y="1026"/>
                  </a:lnTo>
                  <a:lnTo>
                    <a:pt x="9803" y="1026"/>
                  </a:lnTo>
                  <a:cubicBezTo>
                    <a:pt x="8384" y="1026"/>
                    <a:pt x="7089" y="1690"/>
                    <a:pt x="6334" y="2864"/>
                  </a:cubicBezTo>
                  <a:lnTo>
                    <a:pt x="2835" y="8083"/>
                  </a:lnTo>
                  <a:cubicBezTo>
                    <a:pt x="1267" y="8112"/>
                    <a:pt x="1" y="9378"/>
                    <a:pt x="1" y="10978"/>
                  </a:cubicBezTo>
                  <a:cubicBezTo>
                    <a:pt x="1" y="12546"/>
                    <a:pt x="1299" y="13842"/>
                    <a:pt x="2867" y="13842"/>
                  </a:cubicBezTo>
                  <a:lnTo>
                    <a:pt x="17733" y="13842"/>
                  </a:lnTo>
                  <a:cubicBezTo>
                    <a:pt x="19301" y="13842"/>
                    <a:pt x="20599" y="12546"/>
                    <a:pt x="20599" y="10978"/>
                  </a:cubicBezTo>
                  <a:cubicBezTo>
                    <a:pt x="20599" y="9591"/>
                    <a:pt x="19634" y="8413"/>
                    <a:pt x="18307" y="8143"/>
                  </a:cubicBezTo>
                  <a:lnTo>
                    <a:pt x="18307" y="7207"/>
                  </a:lnTo>
                  <a:lnTo>
                    <a:pt x="19091" y="6454"/>
                  </a:lnTo>
                  <a:lnTo>
                    <a:pt x="18428" y="5791"/>
                  </a:lnTo>
                  <a:lnTo>
                    <a:pt x="19091" y="5156"/>
                  </a:lnTo>
                  <a:lnTo>
                    <a:pt x="18457" y="4524"/>
                  </a:lnTo>
                  <a:lnTo>
                    <a:pt x="19091" y="3861"/>
                  </a:lnTo>
                  <a:lnTo>
                    <a:pt x="18457" y="3226"/>
                  </a:lnTo>
                  <a:lnTo>
                    <a:pt x="19091" y="2594"/>
                  </a:lnTo>
                  <a:lnTo>
                    <a:pt x="18428" y="1931"/>
                  </a:lnTo>
                  <a:lnTo>
                    <a:pt x="18939" y="1417"/>
                  </a:lnTo>
                  <a:lnTo>
                    <a:pt x="189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67"/>
            <p:cNvSpPr/>
            <p:nvPr/>
          </p:nvSpPr>
          <p:spPr>
            <a:xfrm>
              <a:off x="6489483" y="2953335"/>
              <a:ext cx="45363" cy="45315"/>
            </a:xfrm>
            <a:custGeom>
              <a:avLst/>
              <a:gdLst/>
              <a:ahLst/>
              <a:cxnLst/>
              <a:rect l="l" t="t" r="r" b="b"/>
              <a:pathLst>
                <a:path w="1902" h="1900" extrusionOk="0">
                  <a:moveTo>
                    <a:pt x="965" y="604"/>
                  </a:moveTo>
                  <a:cubicBezTo>
                    <a:pt x="1146" y="604"/>
                    <a:pt x="1298" y="754"/>
                    <a:pt x="1298" y="934"/>
                  </a:cubicBezTo>
                  <a:cubicBezTo>
                    <a:pt x="1298" y="1115"/>
                    <a:pt x="1146" y="1296"/>
                    <a:pt x="965" y="1296"/>
                  </a:cubicBezTo>
                  <a:cubicBezTo>
                    <a:pt x="756" y="1296"/>
                    <a:pt x="604" y="1115"/>
                    <a:pt x="604" y="934"/>
                  </a:cubicBezTo>
                  <a:cubicBezTo>
                    <a:pt x="604" y="754"/>
                    <a:pt x="756" y="604"/>
                    <a:pt x="965" y="604"/>
                  </a:cubicBezTo>
                  <a:close/>
                  <a:moveTo>
                    <a:pt x="965" y="1"/>
                  </a:moveTo>
                  <a:cubicBezTo>
                    <a:pt x="423" y="1"/>
                    <a:pt x="0" y="423"/>
                    <a:pt x="0" y="934"/>
                  </a:cubicBezTo>
                  <a:cubicBezTo>
                    <a:pt x="0" y="1477"/>
                    <a:pt x="423" y="1899"/>
                    <a:pt x="965" y="1899"/>
                  </a:cubicBezTo>
                  <a:cubicBezTo>
                    <a:pt x="1479" y="1899"/>
                    <a:pt x="1902" y="1477"/>
                    <a:pt x="1902" y="934"/>
                  </a:cubicBezTo>
                  <a:cubicBezTo>
                    <a:pt x="1902" y="423"/>
                    <a:pt x="1479" y="1"/>
                    <a:pt x="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67"/>
            <p:cNvSpPr/>
            <p:nvPr/>
          </p:nvSpPr>
          <p:spPr>
            <a:xfrm>
              <a:off x="6121239" y="2945393"/>
              <a:ext cx="60436" cy="60460"/>
            </a:xfrm>
            <a:custGeom>
              <a:avLst/>
              <a:gdLst/>
              <a:ahLst/>
              <a:cxnLst/>
              <a:rect l="l" t="t" r="r" b="b"/>
              <a:pathLst>
                <a:path w="2534" h="2535" extrusionOk="0">
                  <a:moveTo>
                    <a:pt x="1267" y="604"/>
                  </a:moveTo>
                  <a:cubicBezTo>
                    <a:pt x="1629" y="604"/>
                    <a:pt x="1930" y="906"/>
                    <a:pt x="1930" y="1267"/>
                  </a:cubicBezTo>
                  <a:cubicBezTo>
                    <a:pt x="1930" y="1629"/>
                    <a:pt x="1629" y="1931"/>
                    <a:pt x="1267" y="1931"/>
                  </a:cubicBezTo>
                  <a:cubicBezTo>
                    <a:pt x="905" y="1931"/>
                    <a:pt x="603" y="1629"/>
                    <a:pt x="603" y="1267"/>
                  </a:cubicBezTo>
                  <a:cubicBezTo>
                    <a:pt x="603" y="906"/>
                    <a:pt x="905" y="604"/>
                    <a:pt x="1267" y="604"/>
                  </a:cubicBezTo>
                  <a:close/>
                  <a:moveTo>
                    <a:pt x="1267" y="1"/>
                  </a:moveTo>
                  <a:cubicBezTo>
                    <a:pt x="574" y="1"/>
                    <a:pt x="0" y="575"/>
                    <a:pt x="0" y="1267"/>
                  </a:cubicBezTo>
                  <a:cubicBezTo>
                    <a:pt x="0" y="1962"/>
                    <a:pt x="574" y="2534"/>
                    <a:pt x="1267" y="2534"/>
                  </a:cubicBezTo>
                  <a:cubicBezTo>
                    <a:pt x="1962" y="2534"/>
                    <a:pt x="2533" y="1962"/>
                    <a:pt x="2533" y="1267"/>
                  </a:cubicBezTo>
                  <a:cubicBezTo>
                    <a:pt x="2533" y="575"/>
                    <a:pt x="1962" y="1"/>
                    <a:pt x="12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67"/>
            <p:cNvSpPr/>
            <p:nvPr/>
          </p:nvSpPr>
          <p:spPr>
            <a:xfrm>
              <a:off x="6220479" y="3000057"/>
              <a:ext cx="230176" cy="14405"/>
            </a:xfrm>
            <a:custGeom>
              <a:avLst/>
              <a:gdLst/>
              <a:ahLst/>
              <a:cxnLst/>
              <a:rect l="l" t="t" r="r" b="b"/>
              <a:pathLst>
                <a:path w="9651" h="604" extrusionOk="0">
                  <a:moveTo>
                    <a:pt x="1" y="1"/>
                  </a:moveTo>
                  <a:lnTo>
                    <a:pt x="1" y="604"/>
                  </a:lnTo>
                  <a:lnTo>
                    <a:pt x="9651" y="604"/>
                  </a:lnTo>
                  <a:lnTo>
                    <a:pt x="96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 name="Google Shape;1172;p67"/>
          <p:cNvGrpSpPr/>
          <p:nvPr/>
        </p:nvGrpSpPr>
        <p:grpSpPr>
          <a:xfrm>
            <a:off x="6784365" y="2744760"/>
            <a:ext cx="491310" cy="305733"/>
            <a:chOff x="6784365" y="2726760"/>
            <a:chExt cx="491310" cy="305733"/>
          </a:xfrm>
        </p:grpSpPr>
        <p:sp>
          <p:nvSpPr>
            <p:cNvPr id="1173" name="Google Shape;1173;p67"/>
            <p:cNvSpPr/>
            <p:nvPr/>
          </p:nvSpPr>
          <p:spPr>
            <a:xfrm>
              <a:off x="6823216" y="2726760"/>
              <a:ext cx="412867" cy="305733"/>
            </a:xfrm>
            <a:custGeom>
              <a:avLst/>
              <a:gdLst/>
              <a:ahLst/>
              <a:cxnLst/>
              <a:rect l="l" t="t" r="r" b="b"/>
              <a:pathLst>
                <a:path w="17311" h="12819" extrusionOk="0">
                  <a:moveTo>
                    <a:pt x="7057" y="1238"/>
                  </a:moveTo>
                  <a:lnTo>
                    <a:pt x="7057" y="1568"/>
                  </a:lnTo>
                  <a:cubicBezTo>
                    <a:pt x="7057" y="1749"/>
                    <a:pt x="6936" y="1930"/>
                    <a:pt x="6755" y="1930"/>
                  </a:cubicBezTo>
                  <a:lnTo>
                    <a:pt x="4162" y="1930"/>
                  </a:lnTo>
                  <a:cubicBezTo>
                    <a:pt x="3981" y="1930"/>
                    <a:pt x="3800" y="1749"/>
                    <a:pt x="3800" y="1568"/>
                  </a:cubicBezTo>
                  <a:lnTo>
                    <a:pt x="3800" y="1238"/>
                  </a:lnTo>
                  <a:close/>
                  <a:moveTo>
                    <a:pt x="13511" y="603"/>
                  </a:moveTo>
                  <a:lnTo>
                    <a:pt x="13511" y="1568"/>
                  </a:lnTo>
                  <a:cubicBezTo>
                    <a:pt x="13511" y="1749"/>
                    <a:pt x="13361" y="1930"/>
                    <a:pt x="13180" y="1930"/>
                  </a:cubicBezTo>
                  <a:lnTo>
                    <a:pt x="12546" y="1930"/>
                  </a:lnTo>
                  <a:cubicBezTo>
                    <a:pt x="12365" y="1930"/>
                    <a:pt x="12184" y="1749"/>
                    <a:pt x="12184" y="1568"/>
                  </a:cubicBezTo>
                  <a:lnTo>
                    <a:pt x="12184" y="603"/>
                  </a:lnTo>
                  <a:close/>
                  <a:moveTo>
                    <a:pt x="15441" y="2533"/>
                  </a:moveTo>
                  <a:lnTo>
                    <a:pt x="15441" y="3860"/>
                  </a:lnTo>
                  <a:lnTo>
                    <a:pt x="1870" y="3860"/>
                  </a:lnTo>
                  <a:lnTo>
                    <a:pt x="1870" y="2533"/>
                  </a:lnTo>
                  <a:close/>
                  <a:moveTo>
                    <a:pt x="9168" y="4463"/>
                  </a:moveTo>
                  <a:lnTo>
                    <a:pt x="11158" y="7720"/>
                  </a:lnTo>
                  <a:lnTo>
                    <a:pt x="4584" y="7720"/>
                  </a:lnTo>
                  <a:lnTo>
                    <a:pt x="6606" y="4463"/>
                  </a:lnTo>
                  <a:lnTo>
                    <a:pt x="7511" y="4463"/>
                  </a:lnTo>
                  <a:lnTo>
                    <a:pt x="5851" y="7149"/>
                  </a:lnTo>
                  <a:lnTo>
                    <a:pt x="6365" y="7450"/>
                  </a:lnTo>
                  <a:lnTo>
                    <a:pt x="8203" y="4463"/>
                  </a:lnTo>
                  <a:close/>
                  <a:moveTo>
                    <a:pt x="10767" y="4463"/>
                  </a:moveTo>
                  <a:lnTo>
                    <a:pt x="12758" y="7720"/>
                  </a:lnTo>
                  <a:lnTo>
                    <a:pt x="11853" y="7720"/>
                  </a:lnTo>
                  <a:lnTo>
                    <a:pt x="9863" y="4463"/>
                  </a:lnTo>
                  <a:close/>
                  <a:moveTo>
                    <a:pt x="16707" y="8324"/>
                  </a:moveTo>
                  <a:lnTo>
                    <a:pt x="16707" y="9018"/>
                  </a:lnTo>
                  <a:lnTo>
                    <a:pt x="603" y="9018"/>
                  </a:lnTo>
                  <a:lnTo>
                    <a:pt x="603" y="8324"/>
                  </a:lnTo>
                  <a:close/>
                  <a:moveTo>
                    <a:pt x="4343" y="9621"/>
                  </a:moveTo>
                  <a:lnTo>
                    <a:pt x="2714" y="12215"/>
                  </a:lnTo>
                  <a:lnTo>
                    <a:pt x="1810" y="12215"/>
                  </a:lnTo>
                  <a:lnTo>
                    <a:pt x="3438" y="9621"/>
                  </a:lnTo>
                  <a:close/>
                  <a:moveTo>
                    <a:pt x="13933" y="9621"/>
                  </a:moveTo>
                  <a:lnTo>
                    <a:pt x="15532" y="12215"/>
                  </a:lnTo>
                  <a:lnTo>
                    <a:pt x="14628" y="12215"/>
                  </a:lnTo>
                  <a:lnTo>
                    <a:pt x="13028" y="9621"/>
                  </a:lnTo>
                  <a:close/>
                  <a:moveTo>
                    <a:pt x="11581" y="0"/>
                  </a:moveTo>
                  <a:lnTo>
                    <a:pt x="11581" y="1568"/>
                  </a:lnTo>
                  <a:cubicBezTo>
                    <a:pt x="11581" y="1689"/>
                    <a:pt x="11612" y="1810"/>
                    <a:pt x="11672" y="1930"/>
                  </a:cubicBezTo>
                  <a:lnTo>
                    <a:pt x="7631" y="1930"/>
                  </a:lnTo>
                  <a:cubicBezTo>
                    <a:pt x="7660" y="1810"/>
                    <a:pt x="7660" y="1689"/>
                    <a:pt x="7660" y="1568"/>
                  </a:cubicBezTo>
                  <a:lnTo>
                    <a:pt x="7660" y="1238"/>
                  </a:lnTo>
                  <a:lnTo>
                    <a:pt x="8022" y="1238"/>
                  </a:lnTo>
                  <a:lnTo>
                    <a:pt x="8022" y="635"/>
                  </a:lnTo>
                  <a:lnTo>
                    <a:pt x="2895" y="635"/>
                  </a:lnTo>
                  <a:lnTo>
                    <a:pt x="2895" y="1238"/>
                  </a:lnTo>
                  <a:lnTo>
                    <a:pt x="3197" y="1238"/>
                  </a:lnTo>
                  <a:lnTo>
                    <a:pt x="3197" y="1568"/>
                  </a:lnTo>
                  <a:cubicBezTo>
                    <a:pt x="3197" y="1689"/>
                    <a:pt x="3257" y="1810"/>
                    <a:pt x="3289" y="1930"/>
                  </a:cubicBezTo>
                  <a:lnTo>
                    <a:pt x="1267" y="1930"/>
                  </a:lnTo>
                  <a:lnTo>
                    <a:pt x="1267" y="4463"/>
                  </a:lnTo>
                  <a:lnTo>
                    <a:pt x="5882" y="4463"/>
                  </a:lnTo>
                  <a:lnTo>
                    <a:pt x="3892" y="7720"/>
                  </a:lnTo>
                  <a:lnTo>
                    <a:pt x="0" y="7720"/>
                  </a:lnTo>
                  <a:lnTo>
                    <a:pt x="0" y="9621"/>
                  </a:lnTo>
                  <a:lnTo>
                    <a:pt x="2714" y="9621"/>
                  </a:lnTo>
                  <a:lnTo>
                    <a:pt x="755" y="12818"/>
                  </a:lnTo>
                  <a:lnTo>
                    <a:pt x="3047" y="12818"/>
                  </a:lnTo>
                  <a:lnTo>
                    <a:pt x="5038" y="9621"/>
                  </a:lnTo>
                  <a:lnTo>
                    <a:pt x="12336" y="9621"/>
                  </a:lnTo>
                  <a:lnTo>
                    <a:pt x="14295" y="12818"/>
                  </a:lnTo>
                  <a:lnTo>
                    <a:pt x="16618" y="12818"/>
                  </a:lnTo>
                  <a:lnTo>
                    <a:pt x="14628" y="9621"/>
                  </a:lnTo>
                  <a:lnTo>
                    <a:pt x="17310" y="9621"/>
                  </a:lnTo>
                  <a:lnTo>
                    <a:pt x="17310" y="7720"/>
                  </a:lnTo>
                  <a:lnTo>
                    <a:pt x="13482" y="7720"/>
                  </a:lnTo>
                  <a:lnTo>
                    <a:pt x="11460" y="4463"/>
                  </a:lnTo>
                  <a:lnTo>
                    <a:pt x="16044" y="4463"/>
                  </a:lnTo>
                  <a:lnTo>
                    <a:pt x="16044" y="1930"/>
                  </a:lnTo>
                  <a:lnTo>
                    <a:pt x="14053" y="1930"/>
                  </a:lnTo>
                  <a:cubicBezTo>
                    <a:pt x="14114" y="1810"/>
                    <a:pt x="14114" y="1689"/>
                    <a:pt x="14114" y="1568"/>
                  </a:cubicBezTo>
                  <a:lnTo>
                    <a:pt x="14114" y="1238"/>
                  </a:lnTo>
                  <a:lnTo>
                    <a:pt x="14476" y="1238"/>
                  </a:lnTo>
                  <a:lnTo>
                    <a:pt x="14476" y="635"/>
                  </a:lnTo>
                  <a:lnTo>
                    <a:pt x="14114" y="635"/>
                  </a:lnTo>
                  <a:lnTo>
                    <a:pt x="141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7"/>
            <p:cNvSpPr/>
            <p:nvPr/>
          </p:nvSpPr>
          <p:spPr>
            <a:xfrm>
              <a:off x="6784365" y="2879972"/>
              <a:ext cx="107921" cy="14405"/>
            </a:xfrm>
            <a:custGeom>
              <a:avLst/>
              <a:gdLst/>
              <a:ahLst/>
              <a:cxnLst/>
              <a:rect l="l" t="t" r="r" b="b"/>
              <a:pathLst>
                <a:path w="4525" h="604" extrusionOk="0">
                  <a:moveTo>
                    <a:pt x="1" y="1"/>
                  </a:moveTo>
                  <a:lnTo>
                    <a:pt x="1" y="604"/>
                  </a:lnTo>
                  <a:lnTo>
                    <a:pt x="4524" y="604"/>
                  </a:lnTo>
                  <a:lnTo>
                    <a:pt x="452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7"/>
            <p:cNvSpPr/>
            <p:nvPr/>
          </p:nvSpPr>
          <p:spPr>
            <a:xfrm>
              <a:off x="7168445" y="2879972"/>
              <a:ext cx="107230" cy="14405"/>
            </a:xfrm>
            <a:custGeom>
              <a:avLst/>
              <a:gdLst/>
              <a:ahLst/>
              <a:cxnLst/>
              <a:rect l="l" t="t" r="r" b="b"/>
              <a:pathLst>
                <a:path w="4496" h="604" extrusionOk="0">
                  <a:moveTo>
                    <a:pt x="1" y="1"/>
                  </a:moveTo>
                  <a:lnTo>
                    <a:pt x="1" y="604"/>
                  </a:lnTo>
                  <a:lnTo>
                    <a:pt x="4495" y="604"/>
                  </a:lnTo>
                  <a:lnTo>
                    <a:pt x="449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67"/>
            <p:cNvSpPr/>
            <p:nvPr/>
          </p:nvSpPr>
          <p:spPr>
            <a:xfrm>
              <a:off x="6922456" y="2795805"/>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67"/>
            <p:cNvSpPr/>
            <p:nvPr/>
          </p:nvSpPr>
          <p:spPr>
            <a:xfrm>
              <a:off x="7122415" y="2795805"/>
              <a:ext cx="15169" cy="14405"/>
            </a:xfrm>
            <a:custGeom>
              <a:avLst/>
              <a:gdLst/>
              <a:ahLst/>
              <a:cxnLst/>
              <a:rect l="l" t="t" r="r" b="b"/>
              <a:pathLst>
                <a:path w="636" h="604" extrusionOk="0">
                  <a:moveTo>
                    <a:pt x="1" y="0"/>
                  </a:moveTo>
                  <a:lnTo>
                    <a:pt x="1"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 name="Google Shape;1178;p67"/>
          <p:cNvGrpSpPr/>
          <p:nvPr/>
        </p:nvGrpSpPr>
        <p:grpSpPr>
          <a:xfrm>
            <a:off x="7487105" y="2744760"/>
            <a:ext cx="491238" cy="305733"/>
            <a:chOff x="7487105" y="2726760"/>
            <a:chExt cx="491238" cy="305733"/>
          </a:xfrm>
        </p:grpSpPr>
        <p:sp>
          <p:nvSpPr>
            <p:cNvPr id="1179" name="Google Shape;1179;p67"/>
            <p:cNvSpPr/>
            <p:nvPr/>
          </p:nvSpPr>
          <p:spPr>
            <a:xfrm>
              <a:off x="7571963" y="2956221"/>
              <a:ext cx="45315" cy="45315"/>
            </a:xfrm>
            <a:custGeom>
              <a:avLst/>
              <a:gdLst/>
              <a:ahLst/>
              <a:cxnLst/>
              <a:rect l="l" t="t" r="r" b="b"/>
              <a:pathLst>
                <a:path w="1900" h="1900" extrusionOk="0">
                  <a:moveTo>
                    <a:pt x="934" y="604"/>
                  </a:moveTo>
                  <a:cubicBezTo>
                    <a:pt x="1147" y="604"/>
                    <a:pt x="1296" y="785"/>
                    <a:pt x="1296" y="965"/>
                  </a:cubicBezTo>
                  <a:cubicBezTo>
                    <a:pt x="1296" y="1146"/>
                    <a:pt x="1147" y="1296"/>
                    <a:pt x="934" y="1296"/>
                  </a:cubicBezTo>
                  <a:cubicBezTo>
                    <a:pt x="754" y="1296"/>
                    <a:pt x="604" y="1146"/>
                    <a:pt x="604" y="965"/>
                  </a:cubicBezTo>
                  <a:cubicBezTo>
                    <a:pt x="604" y="785"/>
                    <a:pt x="754" y="604"/>
                    <a:pt x="934" y="604"/>
                  </a:cubicBezTo>
                  <a:close/>
                  <a:moveTo>
                    <a:pt x="934" y="0"/>
                  </a:moveTo>
                  <a:cubicBezTo>
                    <a:pt x="423" y="0"/>
                    <a:pt x="1" y="452"/>
                    <a:pt x="1" y="965"/>
                  </a:cubicBezTo>
                  <a:cubicBezTo>
                    <a:pt x="1" y="1477"/>
                    <a:pt x="423" y="1899"/>
                    <a:pt x="934" y="1899"/>
                  </a:cubicBezTo>
                  <a:cubicBezTo>
                    <a:pt x="1477" y="1899"/>
                    <a:pt x="1900" y="1477"/>
                    <a:pt x="1900" y="965"/>
                  </a:cubicBezTo>
                  <a:cubicBezTo>
                    <a:pt x="1900" y="452"/>
                    <a:pt x="1477" y="0"/>
                    <a:pt x="9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7"/>
            <p:cNvSpPr/>
            <p:nvPr/>
          </p:nvSpPr>
          <p:spPr>
            <a:xfrm>
              <a:off x="7833025" y="2956221"/>
              <a:ext cx="44623" cy="45315"/>
            </a:xfrm>
            <a:custGeom>
              <a:avLst/>
              <a:gdLst/>
              <a:ahLst/>
              <a:cxnLst/>
              <a:rect l="l" t="t" r="r" b="b"/>
              <a:pathLst>
                <a:path w="1871" h="1900" extrusionOk="0">
                  <a:moveTo>
                    <a:pt x="937" y="604"/>
                  </a:moveTo>
                  <a:cubicBezTo>
                    <a:pt x="1118" y="604"/>
                    <a:pt x="1267" y="785"/>
                    <a:pt x="1267" y="965"/>
                  </a:cubicBezTo>
                  <a:cubicBezTo>
                    <a:pt x="1267" y="1146"/>
                    <a:pt x="1118" y="1296"/>
                    <a:pt x="937" y="1296"/>
                  </a:cubicBezTo>
                  <a:cubicBezTo>
                    <a:pt x="756" y="1296"/>
                    <a:pt x="604" y="1146"/>
                    <a:pt x="604" y="965"/>
                  </a:cubicBezTo>
                  <a:cubicBezTo>
                    <a:pt x="604" y="785"/>
                    <a:pt x="756" y="604"/>
                    <a:pt x="937" y="604"/>
                  </a:cubicBezTo>
                  <a:close/>
                  <a:moveTo>
                    <a:pt x="937" y="0"/>
                  </a:moveTo>
                  <a:cubicBezTo>
                    <a:pt x="423" y="0"/>
                    <a:pt x="1" y="452"/>
                    <a:pt x="1" y="965"/>
                  </a:cubicBezTo>
                  <a:cubicBezTo>
                    <a:pt x="1" y="1477"/>
                    <a:pt x="423" y="1899"/>
                    <a:pt x="937" y="1899"/>
                  </a:cubicBezTo>
                  <a:cubicBezTo>
                    <a:pt x="1448" y="1899"/>
                    <a:pt x="1870" y="1477"/>
                    <a:pt x="1870" y="965"/>
                  </a:cubicBezTo>
                  <a:cubicBezTo>
                    <a:pt x="1870" y="452"/>
                    <a:pt x="1448" y="0"/>
                    <a:pt x="9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7"/>
            <p:cNvSpPr/>
            <p:nvPr/>
          </p:nvSpPr>
          <p:spPr>
            <a:xfrm>
              <a:off x="7487105" y="2726760"/>
              <a:ext cx="491238" cy="305733"/>
            </a:xfrm>
            <a:custGeom>
              <a:avLst/>
              <a:gdLst/>
              <a:ahLst/>
              <a:cxnLst/>
              <a:rect l="l" t="t" r="r" b="b"/>
              <a:pathLst>
                <a:path w="20597" h="12819" extrusionOk="0">
                  <a:moveTo>
                    <a:pt x="6965" y="603"/>
                  </a:moveTo>
                  <a:lnTo>
                    <a:pt x="8051" y="1387"/>
                  </a:lnTo>
                  <a:lnTo>
                    <a:pt x="8051" y="1600"/>
                  </a:lnTo>
                  <a:lnTo>
                    <a:pt x="2864" y="1600"/>
                  </a:lnTo>
                  <a:lnTo>
                    <a:pt x="2864" y="603"/>
                  </a:lnTo>
                  <a:close/>
                  <a:moveTo>
                    <a:pt x="6755" y="2203"/>
                  </a:moveTo>
                  <a:lnTo>
                    <a:pt x="6755" y="2565"/>
                  </a:lnTo>
                  <a:lnTo>
                    <a:pt x="4131" y="2565"/>
                  </a:lnTo>
                  <a:lnTo>
                    <a:pt x="4131" y="2203"/>
                  </a:lnTo>
                  <a:close/>
                  <a:moveTo>
                    <a:pt x="2895" y="3168"/>
                  </a:moveTo>
                  <a:lnTo>
                    <a:pt x="2895" y="5790"/>
                  </a:lnTo>
                  <a:lnTo>
                    <a:pt x="2201" y="5790"/>
                  </a:lnTo>
                  <a:lnTo>
                    <a:pt x="2201" y="3168"/>
                  </a:lnTo>
                  <a:close/>
                  <a:moveTo>
                    <a:pt x="7388" y="3168"/>
                  </a:moveTo>
                  <a:lnTo>
                    <a:pt x="7388" y="5790"/>
                  </a:lnTo>
                  <a:lnTo>
                    <a:pt x="3499" y="5790"/>
                  </a:lnTo>
                  <a:lnTo>
                    <a:pt x="3499" y="3168"/>
                  </a:lnTo>
                  <a:close/>
                  <a:moveTo>
                    <a:pt x="12063" y="3168"/>
                  </a:moveTo>
                  <a:lnTo>
                    <a:pt x="13631" y="5790"/>
                  </a:lnTo>
                  <a:lnTo>
                    <a:pt x="12514" y="5790"/>
                  </a:lnTo>
                  <a:lnTo>
                    <a:pt x="12514" y="4796"/>
                  </a:lnTo>
                  <a:lnTo>
                    <a:pt x="11911" y="4796"/>
                  </a:lnTo>
                  <a:lnTo>
                    <a:pt x="11911" y="5790"/>
                  </a:lnTo>
                  <a:lnTo>
                    <a:pt x="7991" y="5790"/>
                  </a:lnTo>
                  <a:lnTo>
                    <a:pt x="7991" y="3168"/>
                  </a:lnTo>
                  <a:close/>
                  <a:moveTo>
                    <a:pt x="1597" y="4463"/>
                  </a:moveTo>
                  <a:lnTo>
                    <a:pt x="1597" y="7720"/>
                  </a:lnTo>
                  <a:lnTo>
                    <a:pt x="934" y="7720"/>
                  </a:lnTo>
                  <a:lnTo>
                    <a:pt x="934" y="4463"/>
                  </a:lnTo>
                  <a:close/>
                  <a:moveTo>
                    <a:pt x="7388" y="6393"/>
                  </a:moveTo>
                  <a:lnTo>
                    <a:pt x="7388" y="9018"/>
                  </a:lnTo>
                  <a:lnTo>
                    <a:pt x="6061" y="9018"/>
                  </a:lnTo>
                  <a:cubicBezTo>
                    <a:pt x="5670" y="8596"/>
                    <a:pt x="5127" y="8355"/>
                    <a:pt x="4492" y="8355"/>
                  </a:cubicBezTo>
                  <a:cubicBezTo>
                    <a:pt x="3889" y="8355"/>
                    <a:pt x="3347" y="8596"/>
                    <a:pt x="2924" y="9018"/>
                  </a:cubicBezTo>
                  <a:lnTo>
                    <a:pt x="2201" y="9018"/>
                  </a:lnTo>
                  <a:lnTo>
                    <a:pt x="2201" y="6393"/>
                  </a:lnTo>
                  <a:close/>
                  <a:moveTo>
                    <a:pt x="7388" y="9621"/>
                  </a:moveTo>
                  <a:lnTo>
                    <a:pt x="7388" y="10285"/>
                  </a:lnTo>
                  <a:lnTo>
                    <a:pt x="6724" y="10285"/>
                  </a:lnTo>
                  <a:cubicBezTo>
                    <a:pt x="6695" y="10012"/>
                    <a:pt x="6603" y="9802"/>
                    <a:pt x="6514" y="9621"/>
                  </a:cubicBezTo>
                  <a:close/>
                  <a:moveTo>
                    <a:pt x="13841" y="6393"/>
                  </a:moveTo>
                  <a:lnTo>
                    <a:pt x="13841" y="9018"/>
                  </a:lnTo>
                  <a:cubicBezTo>
                    <a:pt x="13511" y="9349"/>
                    <a:pt x="13298" y="9771"/>
                    <a:pt x="13238" y="10285"/>
                  </a:cubicBezTo>
                  <a:lnTo>
                    <a:pt x="7991" y="10285"/>
                  </a:lnTo>
                  <a:lnTo>
                    <a:pt x="7991" y="9621"/>
                  </a:lnTo>
                  <a:lnTo>
                    <a:pt x="12876" y="9621"/>
                  </a:lnTo>
                  <a:lnTo>
                    <a:pt x="12876" y="9018"/>
                  </a:lnTo>
                  <a:lnTo>
                    <a:pt x="7991" y="9018"/>
                  </a:lnTo>
                  <a:lnTo>
                    <a:pt x="7991" y="6393"/>
                  </a:lnTo>
                  <a:close/>
                  <a:moveTo>
                    <a:pt x="14444" y="6454"/>
                  </a:moveTo>
                  <a:lnTo>
                    <a:pt x="18968" y="7600"/>
                  </a:lnTo>
                  <a:lnTo>
                    <a:pt x="18968" y="9621"/>
                  </a:lnTo>
                  <a:lnTo>
                    <a:pt x="19631" y="9621"/>
                  </a:lnTo>
                  <a:lnTo>
                    <a:pt x="19631" y="10285"/>
                  </a:lnTo>
                  <a:lnTo>
                    <a:pt x="17641" y="10285"/>
                  </a:lnTo>
                  <a:cubicBezTo>
                    <a:pt x="17612" y="10012"/>
                    <a:pt x="17552" y="9802"/>
                    <a:pt x="17431" y="9621"/>
                  </a:cubicBezTo>
                  <a:lnTo>
                    <a:pt x="18003" y="9621"/>
                  </a:lnTo>
                  <a:lnTo>
                    <a:pt x="18003" y="9018"/>
                  </a:lnTo>
                  <a:lnTo>
                    <a:pt x="17009" y="9018"/>
                  </a:lnTo>
                  <a:cubicBezTo>
                    <a:pt x="16616" y="8596"/>
                    <a:pt x="16044" y="8355"/>
                    <a:pt x="15441" y="8355"/>
                  </a:cubicBezTo>
                  <a:cubicBezTo>
                    <a:pt x="15079" y="8355"/>
                    <a:pt x="14746" y="8444"/>
                    <a:pt x="14444" y="8565"/>
                  </a:cubicBezTo>
                  <a:lnTo>
                    <a:pt x="14444" y="6454"/>
                  </a:lnTo>
                  <a:close/>
                  <a:moveTo>
                    <a:pt x="4492" y="8958"/>
                  </a:moveTo>
                  <a:cubicBezTo>
                    <a:pt x="5035" y="8958"/>
                    <a:pt x="5489" y="9199"/>
                    <a:pt x="5790" y="9590"/>
                  </a:cubicBezTo>
                  <a:lnTo>
                    <a:pt x="5790" y="9621"/>
                  </a:lnTo>
                  <a:cubicBezTo>
                    <a:pt x="6000" y="9863"/>
                    <a:pt x="6121" y="10225"/>
                    <a:pt x="6121" y="10586"/>
                  </a:cubicBezTo>
                  <a:cubicBezTo>
                    <a:pt x="6121" y="11491"/>
                    <a:pt x="5397" y="12215"/>
                    <a:pt x="4492" y="12215"/>
                  </a:cubicBezTo>
                  <a:cubicBezTo>
                    <a:pt x="3619" y="12215"/>
                    <a:pt x="2864" y="11491"/>
                    <a:pt x="2864" y="10586"/>
                  </a:cubicBezTo>
                  <a:cubicBezTo>
                    <a:pt x="2864" y="10225"/>
                    <a:pt x="2985" y="9863"/>
                    <a:pt x="3197" y="9621"/>
                  </a:cubicBezTo>
                  <a:lnTo>
                    <a:pt x="3226" y="9621"/>
                  </a:lnTo>
                  <a:lnTo>
                    <a:pt x="3226" y="9590"/>
                  </a:lnTo>
                  <a:cubicBezTo>
                    <a:pt x="3527" y="9199"/>
                    <a:pt x="3981" y="8958"/>
                    <a:pt x="4492" y="8958"/>
                  </a:cubicBezTo>
                  <a:close/>
                  <a:moveTo>
                    <a:pt x="13238" y="10888"/>
                  </a:moveTo>
                  <a:cubicBezTo>
                    <a:pt x="13298" y="11371"/>
                    <a:pt x="13540" y="11853"/>
                    <a:pt x="13901" y="12215"/>
                  </a:cubicBezTo>
                  <a:lnTo>
                    <a:pt x="6032" y="12215"/>
                  </a:lnTo>
                  <a:cubicBezTo>
                    <a:pt x="6394" y="11853"/>
                    <a:pt x="6635" y="11371"/>
                    <a:pt x="6724" y="10888"/>
                  </a:cubicBezTo>
                  <a:close/>
                  <a:moveTo>
                    <a:pt x="15441" y="8958"/>
                  </a:moveTo>
                  <a:cubicBezTo>
                    <a:pt x="15952" y="8958"/>
                    <a:pt x="16435" y="9199"/>
                    <a:pt x="16736" y="9590"/>
                  </a:cubicBezTo>
                  <a:lnTo>
                    <a:pt x="16736" y="9621"/>
                  </a:lnTo>
                  <a:cubicBezTo>
                    <a:pt x="16948" y="9863"/>
                    <a:pt x="17069" y="10225"/>
                    <a:pt x="17069" y="10586"/>
                  </a:cubicBezTo>
                  <a:cubicBezTo>
                    <a:pt x="17069" y="11491"/>
                    <a:pt x="16345" y="12215"/>
                    <a:pt x="15441" y="12215"/>
                  </a:cubicBezTo>
                  <a:cubicBezTo>
                    <a:pt x="14536" y="12215"/>
                    <a:pt x="13812" y="11491"/>
                    <a:pt x="13812" y="10586"/>
                  </a:cubicBezTo>
                  <a:cubicBezTo>
                    <a:pt x="13812" y="10044"/>
                    <a:pt x="14053" y="9590"/>
                    <a:pt x="14444" y="9289"/>
                  </a:cubicBezTo>
                  <a:cubicBezTo>
                    <a:pt x="14717" y="9079"/>
                    <a:pt x="15047" y="8958"/>
                    <a:pt x="15441" y="8958"/>
                  </a:cubicBezTo>
                  <a:close/>
                  <a:moveTo>
                    <a:pt x="2261" y="0"/>
                  </a:moveTo>
                  <a:lnTo>
                    <a:pt x="2261" y="2203"/>
                  </a:lnTo>
                  <a:lnTo>
                    <a:pt x="3527" y="2203"/>
                  </a:lnTo>
                  <a:lnTo>
                    <a:pt x="3527" y="2565"/>
                  </a:lnTo>
                  <a:lnTo>
                    <a:pt x="1597" y="2565"/>
                  </a:lnTo>
                  <a:lnTo>
                    <a:pt x="1597" y="3860"/>
                  </a:lnTo>
                  <a:lnTo>
                    <a:pt x="331" y="3860"/>
                  </a:lnTo>
                  <a:lnTo>
                    <a:pt x="331" y="8324"/>
                  </a:lnTo>
                  <a:lnTo>
                    <a:pt x="1597" y="8324"/>
                  </a:lnTo>
                  <a:lnTo>
                    <a:pt x="1597" y="9018"/>
                  </a:lnTo>
                  <a:lnTo>
                    <a:pt x="632" y="9018"/>
                  </a:lnTo>
                  <a:lnTo>
                    <a:pt x="632" y="9621"/>
                  </a:lnTo>
                  <a:lnTo>
                    <a:pt x="965" y="9621"/>
                  </a:lnTo>
                  <a:lnTo>
                    <a:pt x="965" y="10586"/>
                  </a:lnTo>
                  <a:lnTo>
                    <a:pt x="1568" y="10586"/>
                  </a:lnTo>
                  <a:lnTo>
                    <a:pt x="1568" y="9621"/>
                  </a:lnTo>
                  <a:lnTo>
                    <a:pt x="2502" y="9621"/>
                  </a:lnTo>
                  <a:cubicBezTo>
                    <a:pt x="2353" y="9892"/>
                    <a:pt x="2261" y="10254"/>
                    <a:pt x="2261" y="10586"/>
                  </a:cubicBezTo>
                  <a:cubicBezTo>
                    <a:pt x="2261" y="11250"/>
                    <a:pt x="2533" y="11793"/>
                    <a:pt x="2985" y="12215"/>
                  </a:cubicBezTo>
                  <a:lnTo>
                    <a:pt x="0" y="12215"/>
                  </a:lnTo>
                  <a:lnTo>
                    <a:pt x="0" y="12818"/>
                  </a:lnTo>
                  <a:lnTo>
                    <a:pt x="20596" y="12818"/>
                  </a:lnTo>
                  <a:lnTo>
                    <a:pt x="20596" y="12215"/>
                  </a:lnTo>
                  <a:lnTo>
                    <a:pt x="16977" y="12215"/>
                  </a:lnTo>
                  <a:cubicBezTo>
                    <a:pt x="17339" y="11853"/>
                    <a:pt x="17581" y="11371"/>
                    <a:pt x="17641" y="10888"/>
                  </a:cubicBezTo>
                  <a:lnTo>
                    <a:pt x="20234" y="10888"/>
                  </a:lnTo>
                  <a:lnTo>
                    <a:pt x="20234" y="9018"/>
                  </a:lnTo>
                  <a:lnTo>
                    <a:pt x="19571" y="9018"/>
                  </a:lnTo>
                  <a:lnTo>
                    <a:pt x="19571" y="7117"/>
                  </a:lnTo>
                  <a:lnTo>
                    <a:pt x="14324" y="5822"/>
                  </a:lnTo>
                  <a:lnTo>
                    <a:pt x="12394" y="2565"/>
                  </a:lnTo>
                  <a:lnTo>
                    <a:pt x="7359" y="2565"/>
                  </a:lnTo>
                  <a:lnTo>
                    <a:pt x="7359" y="2203"/>
                  </a:lnTo>
                  <a:lnTo>
                    <a:pt x="8654" y="2203"/>
                  </a:lnTo>
                  <a:lnTo>
                    <a:pt x="8654" y="1086"/>
                  </a:lnTo>
                  <a:lnTo>
                    <a:pt x="717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7"/>
            <p:cNvSpPr/>
            <p:nvPr/>
          </p:nvSpPr>
          <p:spPr>
            <a:xfrm>
              <a:off x="7640270" y="2895808"/>
              <a:ext cx="15836" cy="14405"/>
            </a:xfrm>
            <a:custGeom>
              <a:avLst/>
              <a:gdLst/>
              <a:ahLst/>
              <a:cxnLst/>
              <a:rect l="l" t="t" r="r" b="b"/>
              <a:pathLst>
                <a:path w="664"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7"/>
            <p:cNvSpPr/>
            <p:nvPr/>
          </p:nvSpPr>
          <p:spPr>
            <a:xfrm>
              <a:off x="7686300" y="2895808"/>
              <a:ext cx="15836" cy="14405"/>
            </a:xfrm>
            <a:custGeom>
              <a:avLst/>
              <a:gdLst/>
              <a:ahLst/>
              <a:cxnLst/>
              <a:rect l="l" t="t" r="r" b="b"/>
              <a:pathLst>
                <a:path w="664"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 name="Google Shape;1184;p67"/>
          <p:cNvGrpSpPr/>
          <p:nvPr/>
        </p:nvGrpSpPr>
        <p:grpSpPr>
          <a:xfrm>
            <a:off x="1165662" y="3346067"/>
            <a:ext cx="491286" cy="429443"/>
            <a:chOff x="1165662" y="3404267"/>
            <a:chExt cx="491286" cy="429443"/>
          </a:xfrm>
        </p:grpSpPr>
        <p:sp>
          <p:nvSpPr>
            <p:cNvPr id="1185" name="Google Shape;1185;p67"/>
            <p:cNvSpPr/>
            <p:nvPr/>
          </p:nvSpPr>
          <p:spPr>
            <a:xfrm>
              <a:off x="1410936" y="3704228"/>
              <a:ext cx="15860" cy="14405"/>
            </a:xfrm>
            <a:custGeom>
              <a:avLst/>
              <a:gdLst/>
              <a:ahLst/>
              <a:cxnLst/>
              <a:rect l="l" t="t" r="r" b="b"/>
              <a:pathLst>
                <a:path w="665" h="604" extrusionOk="0">
                  <a:moveTo>
                    <a:pt x="1" y="0"/>
                  </a:moveTo>
                  <a:lnTo>
                    <a:pt x="1" y="604"/>
                  </a:lnTo>
                  <a:lnTo>
                    <a:pt x="664" y="604"/>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67"/>
            <p:cNvSpPr/>
            <p:nvPr/>
          </p:nvSpPr>
          <p:spPr>
            <a:xfrm>
              <a:off x="1216749" y="3573315"/>
              <a:ext cx="385535" cy="260394"/>
            </a:xfrm>
            <a:custGeom>
              <a:avLst/>
              <a:gdLst/>
              <a:ahLst/>
              <a:cxnLst/>
              <a:rect l="l" t="t" r="r" b="b"/>
              <a:pathLst>
                <a:path w="16165" h="10918" extrusionOk="0">
                  <a:moveTo>
                    <a:pt x="1356" y="5096"/>
                  </a:moveTo>
                  <a:cubicBezTo>
                    <a:pt x="1508" y="5096"/>
                    <a:pt x="1689" y="5157"/>
                    <a:pt x="1810" y="5277"/>
                  </a:cubicBezTo>
                  <a:cubicBezTo>
                    <a:pt x="2051" y="5518"/>
                    <a:pt x="2051" y="5941"/>
                    <a:pt x="1810" y="6182"/>
                  </a:cubicBezTo>
                  <a:cubicBezTo>
                    <a:pt x="1689" y="6302"/>
                    <a:pt x="1523" y="6363"/>
                    <a:pt x="1357" y="6363"/>
                  </a:cubicBezTo>
                  <a:cubicBezTo>
                    <a:pt x="1192" y="6363"/>
                    <a:pt x="1026" y="6302"/>
                    <a:pt x="905" y="6182"/>
                  </a:cubicBezTo>
                  <a:cubicBezTo>
                    <a:pt x="664" y="5941"/>
                    <a:pt x="664" y="5518"/>
                    <a:pt x="905" y="5277"/>
                  </a:cubicBezTo>
                  <a:cubicBezTo>
                    <a:pt x="1026" y="5157"/>
                    <a:pt x="1207" y="5096"/>
                    <a:pt x="1356" y="5096"/>
                  </a:cubicBezTo>
                  <a:close/>
                  <a:moveTo>
                    <a:pt x="14958" y="5096"/>
                  </a:moveTo>
                  <a:cubicBezTo>
                    <a:pt x="15289" y="5096"/>
                    <a:pt x="15561" y="5398"/>
                    <a:pt x="15561" y="5731"/>
                  </a:cubicBezTo>
                  <a:cubicBezTo>
                    <a:pt x="15561" y="6061"/>
                    <a:pt x="15289" y="6363"/>
                    <a:pt x="14958" y="6363"/>
                  </a:cubicBezTo>
                  <a:cubicBezTo>
                    <a:pt x="14596" y="6363"/>
                    <a:pt x="14324" y="6061"/>
                    <a:pt x="14324" y="5731"/>
                  </a:cubicBezTo>
                  <a:cubicBezTo>
                    <a:pt x="14324" y="5458"/>
                    <a:pt x="14505" y="5217"/>
                    <a:pt x="14746" y="5128"/>
                  </a:cubicBezTo>
                  <a:lnTo>
                    <a:pt x="14777" y="5128"/>
                  </a:lnTo>
                  <a:cubicBezTo>
                    <a:pt x="14806" y="5128"/>
                    <a:pt x="14866" y="5096"/>
                    <a:pt x="14958" y="5096"/>
                  </a:cubicBezTo>
                  <a:close/>
                  <a:moveTo>
                    <a:pt x="2534" y="5429"/>
                  </a:moveTo>
                  <a:lnTo>
                    <a:pt x="7086" y="6756"/>
                  </a:lnTo>
                  <a:lnTo>
                    <a:pt x="4854" y="7388"/>
                  </a:lnTo>
                  <a:lnTo>
                    <a:pt x="2201" y="6635"/>
                  </a:lnTo>
                  <a:cubicBezTo>
                    <a:pt x="2201" y="6604"/>
                    <a:pt x="2201" y="6604"/>
                    <a:pt x="2232" y="6604"/>
                  </a:cubicBezTo>
                  <a:cubicBezTo>
                    <a:pt x="2534" y="6274"/>
                    <a:pt x="2654" y="5820"/>
                    <a:pt x="2534" y="5429"/>
                  </a:cubicBezTo>
                  <a:close/>
                  <a:moveTo>
                    <a:pt x="13752" y="5429"/>
                  </a:moveTo>
                  <a:lnTo>
                    <a:pt x="13752" y="5429"/>
                  </a:lnTo>
                  <a:cubicBezTo>
                    <a:pt x="13721" y="5518"/>
                    <a:pt x="13721" y="5639"/>
                    <a:pt x="13721" y="5731"/>
                  </a:cubicBezTo>
                  <a:cubicBezTo>
                    <a:pt x="13721" y="6093"/>
                    <a:pt x="13873" y="6394"/>
                    <a:pt x="14114" y="6635"/>
                  </a:cubicBezTo>
                  <a:lnTo>
                    <a:pt x="11460" y="7388"/>
                  </a:lnTo>
                  <a:lnTo>
                    <a:pt x="1537" y="10283"/>
                  </a:lnTo>
                  <a:cubicBezTo>
                    <a:pt x="1467" y="10303"/>
                    <a:pt x="1399" y="10314"/>
                    <a:pt x="1335" y="10314"/>
                  </a:cubicBezTo>
                  <a:cubicBezTo>
                    <a:pt x="1209" y="10314"/>
                    <a:pt x="1095" y="10274"/>
                    <a:pt x="994" y="10194"/>
                  </a:cubicBezTo>
                  <a:cubicBezTo>
                    <a:pt x="813" y="10073"/>
                    <a:pt x="724" y="9892"/>
                    <a:pt x="724" y="9711"/>
                  </a:cubicBezTo>
                  <a:cubicBezTo>
                    <a:pt x="724" y="9410"/>
                    <a:pt x="905" y="9169"/>
                    <a:pt x="1175" y="9108"/>
                  </a:cubicBezTo>
                  <a:lnTo>
                    <a:pt x="13752" y="5429"/>
                  </a:lnTo>
                  <a:close/>
                  <a:moveTo>
                    <a:pt x="7841" y="1"/>
                  </a:moveTo>
                  <a:lnTo>
                    <a:pt x="7841" y="242"/>
                  </a:lnTo>
                  <a:cubicBezTo>
                    <a:pt x="7841" y="452"/>
                    <a:pt x="7781" y="633"/>
                    <a:pt x="7660" y="785"/>
                  </a:cubicBezTo>
                  <a:lnTo>
                    <a:pt x="7026" y="1750"/>
                  </a:lnTo>
                  <a:lnTo>
                    <a:pt x="7540" y="2081"/>
                  </a:lnTo>
                  <a:lnTo>
                    <a:pt x="8143" y="1176"/>
                  </a:lnTo>
                  <a:lnTo>
                    <a:pt x="10041" y="4011"/>
                  </a:lnTo>
                  <a:cubicBezTo>
                    <a:pt x="10283" y="4404"/>
                    <a:pt x="10403" y="4826"/>
                    <a:pt x="10403" y="5277"/>
                  </a:cubicBezTo>
                  <a:lnTo>
                    <a:pt x="10403" y="5760"/>
                  </a:lnTo>
                  <a:lnTo>
                    <a:pt x="9711" y="5972"/>
                  </a:lnTo>
                  <a:lnTo>
                    <a:pt x="9711" y="5518"/>
                  </a:lnTo>
                  <a:cubicBezTo>
                    <a:pt x="9711" y="5217"/>
                    <a:pt x="9651" y="4915"/>
                    <a:pt x="9470" y="4645"/>
                  </a:cubicBezTo>
                  <a:lnTo>
                    <a:pt x="8625" y="3347"/>
                  </a:lnTo>
                  <a:cubicBezTo>
                    <a:pt x="8505" y="3198"/>
                    <a:pt x="8444" y="3017"/>
                    <a:pt x="8444" y="2804"/>
                  </a:cubicBezTo>
                  <a:lnTo>
                    <a:pt x="7841" y="2804"/>
                  </a:lnTo>
                  <a:cubicBezTo>
                    <a:pt x="7841" y="3017"/>
                    <a:pt x="7781" y="3198"/>
                    <a:pt x="7689" y="3347"/>
                  </a:cubicBezTo>
                  <a:lnTo>
                    <a:pt x="6816" y="4645"/>
                  </a:lnTo>
                  <a:cubicBezTo>
                    <a:pt x="6635" y="4915"/>
                    <a:pt x="6543" y="5217"/>
                    <a:pt x="6543" y="5518"/>
                  </a:cubicBezTo>
                  <a:lnTo>
                    <a:pt x="6543" y="5791"/>
                  </a:lnTo>
                  <a:lnTo>
                    <a:pt x="7146" y="5791"/>
                  </a:lnTo>
                  <a:lnTo>
                    <a:pt x="7146" y="5518"/>
                  </a:lnTo>
                  <a:cubicBezTo>
                    <a:pt x="7146" y="5337"/>
                    <a:pt x="7207" y="5157"/>
                    <a:pt x="7327" y="4976"/>
                  </a:cubicBezTo>
                  <a:lnTo>
                    <a:pt x="8143" y="3740"/>
                  </a:lnTo>
                  <a:lnTo>
                    <a:pt x="8956" y="4976"/>
                  </a:lnTo>
                  <a:cubicBezTo>
                    <a:pt x="9076" y="5157"/>
                    <a:pt x="9108" y="5337"/>
                    <a:pt x="9108" y="5518"/>
                  </a:cubicBezTo>
                  <a:lnTo>
                    <a:pt x="9108" y="6153"/>
                  </a:lnTo>
                  <a:lnTo>
                    <a:pt x="8143" y="6423"/>
                  </a:lnTo>
                  <a:lnTo>
                    <a:pt x="5851" y="5760"/>
                  </a:lnTo>
                  <a:lnTo>
                    <a:pt x="5851" y="5277"/>
                  </a:lnTo>
                  <a:cubicBezTo>
                    <a:pt x="5851" y="5248"/>
                    <a:pt x="5880" y="5188"/>
                    <a:pt x="5880" y="5157"/>
                  </a:cubicBezTo>
                  <a:lnTo>
                    <a:pt x="5277" y="5128"/>
                  </a:lnTo>
                  <a:cubicBezTo>
                    <a:pt x="5248" y="5157"/>
                    <a:pt x="5248" y="5217"/>
                    <a:pt x="5248" y="5277"/>
                  </a:cubicBezTo>
                  <a:lnTo>
                    <a:pt x="5248" y="5610"/>
                  </a:lnTo>
                  <a:lnTo>
                    <a:pt x="1689" y="4553"/>
                  </a:lnTo>
                  <a:cubicBezTo>
                    <a:pt x="1571" y="4520"/>
                    <a:pt x="1451" y="4503"/>
                    <a:pt x="1332" y="4503"/>
                  </a:cubicBezTo>
                  <a:cubicBezTo>
                    <a:pt x="1023" y="4503"/>
                    <a:pt x="721" y="4617"/>
                    <a:pt x="483" y="4855"/>
                  </a:cubicBezTo>
                  <a:cubicBezTo>
                    <a:pt x="0" y="5337"/>
                    <a:pt x="0" y="6122"/>
                    <a:pt x="483" y="6604"/>
                  </a:cubicBezTo>
                  <a:cubicBezTo>
                    <a:pt x="632" y="6756"/>
                    <a:pt x="813" y="6845"/>
                    <a:pt x="1026" y="6906"/>
                  </a:cubicBezTo>
                  <a:lnTo>
                    <a:pt x="3769" y="7721"/>
                  </a:lnTo>
                  <a:lnTo>
                    <a:pt x="1026" y="8505"/>
                  </a:lnTo>
                  <a:cubicBezTo>
                    <a:pt x="483" y="8655"/>
                    <a:pt x="121" y="9169"/>
                    <a:pt x="121" y="9711"/>
                  </a:cubicBezTo>
                  <a:cubicBezTo>
                    <a:pt x="121" y="10073"/>
                    <a:pt x="302" y="10435"/>
                    <a:pt x="632" y="10676"/>
                  </a:cubicBezTo>
                  <a:cubicBezTo>
                    <a:pt x="845" y="10826"/>
                    <a:pt x="1086" y="10918"/>
                    <a:pt x="1356" y="10918"/>
                  </a:cubicBezTo>
                  <a:cubicBezTo>
                    <a:pt x="1477" y="10918"/>
                    <a:pt x="1597" y="10918"/>
                    <a:pt x="1689" y="10886"/>
                  </a:cubicBezTo>
                  <a:lnTo>
                    <a:pt x="11460" y="8023"/>
                  </a:lnTo>
                  <a:lnTo>
                    <a:pt x="15108" y="9108"/>
                  </a:lnTo>
                  <a:cubicBezTo>
                    <a:pt x="15380" y="9169"/>
                    <a:pt x="15561" y="9410"/>
                    <a:pt x="15561" y="9711"/>
                  </a:cubicBezTo>
                  <a:cubicBezTo>
                    <a:pt x="15561" y="9892"/>
                    <a:pt x="15470" y="10073"/>
                    <a:pt x="15320" y="10194"/>
                  </a:cubicBezTo>
                  <a:cubicBezTo>
                    <a:pt x="15219" y="10274"/>
                    <a:pt x="15093" y="10314"/>
                    <a:pt x="14966" y="10314"/>
                  </a:cubicBezTo>
                  <a:cubicBezTo>
                    <a:pt x="14902" y="10314"/>
                    <a:pt x="14838" y="10303"/>
                    <a:pt x="14777" y="10283"/>
                  </a:cubicBezTo>
                  <a:lnTo>
                    <a:pt x="9530" y="8775"/>
                  </a:lnTo>
                  <a:lnTo>
                    <a:pt x="9349" y="9350"/>
                  </a:lnTo>
                  <a:lnTo>
                    <a:pt x="14596" y="10886"/>
                  </a:lnTo>
                  <a:cubicBezTo>
                    <a:pt x="14717" y="10918"/>
                    <a:pt x="14838" y="10918"/>
                    <a:pt x="14958" y="10918"/>
                  </a:cubicBezTo>
                  <a:cubicBezTo>
                    <a:pt x="15199" y="10918"/>
                    <a:pt x="15470" y="10826"/>
                    <a:pt x="15682" y="10676"/>
                  </a:cubicBezTo>
                  <a:cubicBezTo>
                    <a:pt x="15984" y="10435"/>
                    <a:pt x="16164" y="10073"/>
                    <a:pt x="16164" y="9711"/>
                  </a:cubicBezTo>
                  <a:cubicBezTo>
                    <a:pt x="16164" y="9169"/>
                    <a:pt x="15803" y="8655"/>
                    <a:pt x="15289" y="8505"/>
                  </a:cubicBezTo>
                  <a:lnTo>
                    <a:pt x="12546" y="7721"/>
                  </a:lnTo>
                  <a:lnTo>
                    <a:pt x="15289" y="6906"/>
                  </a:lnTo>
                  <a:cubicBezTo>
                    <a:pt x="15803" y="6756"/>
                    <a:pt x="16164" y="6302"/>
                    <a:pt x="16164" y="5731"/>
                  </a:cubicBezTo>
                  <a:cubicBezTo>
                    <a:pt x="16164" y="5067"/>
                    <a:pt x="15622" y="4493"/>
                    <a:pt x="14958" y="4493"/>
                  </a:cubicBezTo>
                  <a:cubicBezTo>
                    <a:pt x="14838" y="4493"/>
                    <a:pt x="14717" y="4524"/>
                    <a:pt x="14596" y="4553"/>
                  </a:cubicBezTo>
                  <a:lnTo>
                    <a:pt x="11006" y="5610"/>
                  </a:lnTo>
                  <a:lnTo>
                    <a:pt x="11006" y="5277"/>
                  </a:lnTo>
                  <a:cubicBezTo>
                    <a:pt x="11006" y="4705"/>
                    <a:pt x="10857" y="4163"/>
                    <a:pt x="10524" y="3680"/>
                  </a:cubicBezTo>
                  <a:lnTo>
                    <a:pt x="8594" y="785"/>
                  </a:lnTo>
                  <a:cubicBezTo>
                    <a:pt x="8505" y="633"/>
                    <a:pt x="8444" y="452"/>
                    <a:pt x="8444" y="242"/>
                  </a:cubicBezTo>
                  <a:lnTo>
                    <a:pt x="84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7"/>
            <p:cNvSpPr/>
            <p:nvPr/>
          </p:nvSpPr>
          <p:spPr>
            <a:xfrm>
              <a:off x="1165662" y="3597022"/>
              <a:ext cx="230176" cy="75581"/>
            </a:xfrm>
            <a:custGeom>
              <a:avLst/>
              <a:gdLst/>
              <a:ahLst/>
              <a:cxnLst/>
              <a:rect l="l" t="t" r="r" b="b"/>
              <a:pathLst>
                <a:path w="9651" h="3169" extrusionOk="0">
                  <a:moveTo>
                    <a:pt x="8053" y="604"/>
                  </a:moveTo>
                  <a:lnTo>
                    <a:pt x="8053" y="2565"/>
                  </a:lnTo>
                  <a:lnTo>
                    <a:pt x="6063" y="2565"/>
                  </a:lnTo>
                  <a:lnTo>
                    <a:pt x="6063" y="604"/>
                  </a:lnTo>
                  <a:close/>
                  <a:moveTo>
                    <a:pt x="5460" y="1"/>
                  </a:moveTo>
                  <a:lnTo>
                    <a:pt x="5460" y="1299"/>
                  </a:lnTo>
                  <a:lnTo>
                    <a:pt x="2654" y="1299"/>
                  </a:lnTo>
                  <a:lnTo>
                    <a:pt x="3438" y="515"/>
                  </a:lnTo>
                  <a:lnTo>
                    <a:pt x="3016" y="93"/>
                  </a:lnTo>
                  <a:lnTo>
                    <a:pt x="1809" y="1299"/>
                  </a:lnTo>
                  <a:lnTo>
                    <a:pt x="0" y="1299"/>
                  </a:lnTo>
                  <a:lnTo>
                    <a:pt x="0" y="1902"/>
                  </a:lnTo>
                  <a:lnTo>
                    <a:pt x="3076" y="1902"/>
                  </a:lnTo>
                  <a:lnTo>
                    <a:pt x="4282" y="3077"/>
                  </a:lnTo>
                  <a:lnTo>
                    <a:pt x="4704" y="2655"/>
                  </a:lnTo>
                  <a:lnTo>
                    <a:pt x="3952" y="1902"/>
                  </a:lnTo>
                  <a:lnTo>
                    <a:pt x="5460" y="1902"/>
                  </a:lnTo>
                  <a:lnTo>
                    <a:pt x="5460" y="3169"/>
                  </a:lnTo>
                  <a:lnTo>
                    <a:pt x="8656" y="3169"/>
                  </a:lnTo>
                  <a:lnTo>
                    <a:pt x="8656" y="1902"/>
                  </a:lnTo>
                  <a:lnTo>
                    <a:pt x="9650" y="1902"/>
                  </a:lnTo>
                  <a:lnTo>
                    <a:pt x="9650" y="1299"/>
                  </a:lnTo>
                  <a:lnTo>
                    <a:pt x="8656" y="1299"/>
                  </a:lnTo>
                  <a:lnTo>
                    <a:pt x="86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7"/>
            <p:cNvSpPr/>
            <p:nvPr/>
          </p:nvSpPr>
          <p:spPr>
            <a:xfrm>
              <a:off x="1311696" y="3404267"/>
              <a:ext cx="191325" cy="138115"/>
            </a:xfrm>
            <a:custGeom>
              <a:avLst/>
              <a:gdLst/>
              <a:ahLst/>
              <a:cxnLst/>
              <a:rect l="l" t="t" r="r" b="b"/>
              <a:pathLst>
                <a:path w="8022" h="5791" extrusionOk="0">
                  <a:moveTo>
                    <a:pt x="6755" y="1299"/>
                  </a:moveTo>
                  <a:cubicBezTo>
                    <a:pt x="7117" y="1299"/>
                    <a:pt x="7419" y="1569"/>
                    <a:pt x="7419" y="1962"/>
                  </a:cubicBezTo>
                  <a:cubicBezTo>
                    <a:pt x="7419" y="2324"/>
                    <a:pt x="7117" y="2626"/>
                    <a:pt x="6755" y="2626"/>
                  </a:cubicBezTo>
                  <a:lnTo>
                    <a:pt x="5879" y="2626"/>
                  </a:lnTo>
                  <a:cubicBezTo>
                    <a:pt x="6000" y="2413"/>
                    <a:pt x="6092" y="2204"/>
                    <a:pt x="6092" y="1962"/>
                  </a:cubicBezTo>
                  <a:cubicBezTo>
                    <a:pt x="6092" y="1721"/>
                    <a:pt x="6000" y="1448"/>
                    <a:pt x="5879" y="1299"/>
                  </a:cubicBezTo>
                  <a:close/>
                  <a:moveTo>
                    <a:pt x="2140" y="3229"/>
                  </a:moveTo>
                  <a:cubicBezTo>
                    <a:pt x="2019" y="3378"/>
                    <a:pt x="1930" y="3651"/>
                    <a:pt x="1930" y="3892"/>
                  </a:cubicBezTo>
                  <a:cubicBezTo>
                    <a:pt x="1930" y="4134"/>
                    <a:pt x="2019" y="4343"/>
                    <a:pt x="2140" y="4556"/>
                  </a:cubicBezTo>
                  <a:lnTo>
                    <a:pt x="1267" y="4556"/>
                  </a:lnTo>
                  <a:cubicBezTo>
                    <a:pt x="905" y="4556"/>
                    <a:pt x="603" y="4254"/>
                    <a:pt x="603" y="3892"/>
                  </a:cubicBezTo>
                  <a:cubicBezTo>
                    <a:pt x="603" y="3499"/>
                    <a:pt x="905" y="3229"/>
                    <a:pt x="1267" y="3229"/>
                  </a:cubicBezTo>
                  <a:close/>
                  <a:moveTo>
                    <a:pt x="664" y="1"/>
                  </a:moveTo>
                  <a:cubicBezTo>
                    <a:pt x="664" y="696"/>
                    <a:pt x="1206" y="1299"/>
                    <a:pt x="1930" y="1299"/>
                  </a:cubicBezTo>
                  <a:lnTo>
                    <a:pt x="4825" y="1299"/>
                  </a:lnTo>
                  <a:cubicBezTo>
                    <a:pt x="5187" y="1299"/>
                    <a:pt x="5489" y="1569"/>
                    <a:pt x="5489" y="1962"/>
                  </a:cubicBezTo>
                  <a:cubicBezTo>
                    <a:pt x="5489" y="2324"/>
                    <a:pt x="5187" y="2626"/>
                    <a:pt x="4825" y="2626"/>
                  </a:cubicBezTo>
                  <a:lnTo>
                    <a:pt x="1267" y="2626"/>
                  </a:lnTo>
                  <a:cubicBezTo>
                    <a:pt x="572" y="2626"/>
                    <a:pt x="0" y="3169"/>
                    <a:pt x="0" y="3892"/>
                  </a:cubicBezTo>
                  <a:cubicBezTo>
                    <a:pt x="0" y="4585"/>
                    <a:pt x="572" y="5159"/>
                    <a:pt x="1267" y="5159"/>
                  </a:cubicBezTo>
                  <a:lnTo>
                    <a:pt x="3527" y="5159"/>
                  </a:lnTo>
                  <a:cubicBezTo>
                    <a:pt x="3708" y="5159"/>
                    <a:pt x="3860" y="5280"/>
                    <a:pt x="3860" y="5460"/>
                  </a:cubicBezTo>
                  <a:lnTo>
                    <a:pt x="3860" y="5791"/>
                  </a:lnTo>
                  <a:lnTo>
                    <a:pt x="4463" y="5791"/>
                  </a:lnTo>
                  <a:lnTo>
                    <a:pt x="4463" y="5460"/>
                  </a:lnTo>
                  <a:cubicBezTo>
                    <a:pt x="4463" y="4947"/>
                    <a:pt x="4041" y="4556"/>
                    <a:pt x="3527" y="4556"/>
                  </a:cubicBezTo>
                  <a:lnTo>
                    <a:pt x="3197" y="4556"/>
                  </a:lnTo>
                  <a:cubicBezTo>
                    <a:pt x="2835" y="4556"/>
                    <a:pt x="2533" y="4254"/>
                    <a:pt x="2533" y="3892"/>
                  </a:cubicBezTo>
                  <a:cubicBezTo>
                    <a:pt x="2533" y="3499"/>
                    <a:pt x="2835" y="3229"/>
                    <a:pt x="3197" y="3229"/>
                  </a:cubicBezTo>
                  <a:lnTo>
                    <a:pt x="6755" y="3229"/>
                  </a:lnTo>
                  <a:cubicBezTo>
                    <a:pt x="7448" y="3229"/>
                    <a:pt x="8022" y="2655"/>
                    <a:pt x="8022" y="1962"/>
                  </a:cubicBezTo>
                  <a:cubicBezTo>
                    <a:pt x="8022" y="1239"/>
                    <a:pt x="7448" y="696"/>
                    <a:pt x="6755" y="696"/>
                  </a:cubicBezTo>
                  <a:lnTo>
                    <a:pt x="1930" y="696"/>
                  </a:lnTo>
                  <a:cubicBezTo>
                    <a:pt x="1537" y="696"/>
                    <a:pt x="1267" y="363"/>
                    <a:pt x="12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7"/>
            <p:cNvSpPr/>
            <p:nvPr/>
          </p:nvSpPr>
          <p:spPr>
            <a:xfrm>
              <a:off x="1426772" y="3520106"/>
              <a:ext cx="230176" cy="76248"/>
            </a:xfrm>
            <a:custGeom>
              <a:avLst/>
              <a:gdLst/>
              <a:ahLst/>
              <a:cxnLst/>
              <a:rect l="l" t="t" r="r" b="b"/>
              <a:pathLst>
                <a:path w="9651" h="3197" extrusionOk="0">
                  <a:moveTo>
                    <a:pt x="3527" y="603"/>
                  </a:moveTo>
                  <a:lnTo>
                    <a:pt x="3527" y="2594"/>
                  </a:lnTo>
                  <a:lnTo>
                    <a:pt x="1568" y="2594"/>
                  </a:lnTo>
                  <a:lnTo>
                    <a:pt x="1568" y="603"/>
                  </a:lnTo>
                  <a:close/>
                  <a:moveTo>
                    <a:pt x="965" y="0"/>
                  </a:moveTo>
                  <a:lnTo>
                    <a:pt x="965" y="1296"/>
                  </a:lnTo>
                  <a:lnTo>
                    <a:pt x="0" y="1296"/>
                  </a:lnTo>
                  <a:lnTo>
                    <a:pt x="0" y="1899"/>
                  </a:lnTo>
                  <a:lnTo>
                    <a:pt x="965" y="1899"/>
                  </a:lnTo>
                  <a:lnTo>
                    <a:pt x="965" y="3197"/>
                  </a:lnTo>
                  <a:lnTo>
                    <a:pt x="4130" y="3197"/>
                  </a:lnTo>
                  <a:lnTo>
                    <a:pt x="4130" y="1899"/>
                  </a:lnTo>
                  <a:lnTo>
                    <a:pt x="5699" y="1899"/>
                  </a:lnTo>
                  <a:lnTo>
                    <a:pt x="4915" y="2654"/>
                  </a:lnTo>
                  <a:lnTo>
                    <a:pt x="5337" y="3076"/>
                  </a:lnTo>
                  <a:lnTo>
                    <a:pt x="6543" y="1899"/>
                  </a:lnTo>
                  <a:lnTo>
                    <a:pt x="9650" y="1899"/>
                  </a:lnTo>
                  <a:lnTo>
                    <a:pt x="9650" y="1296"/>
                  </a:lnTo>
                  <a:lnTo>
                    <a:pt x="7841" y="1296"/>
                  </a:lnTo>
                  <a:lnTo>
                    <a:pt x="6635" y="90"/>
                  </a:lnTo>
                  <a:lnTo>
                    <a:pt x="6212" y="512"/>
                  </a:lnTo>
                  <a:lnTo>
                    <a:pt x="6965" y="1296"/>
                  </a:lnTo>
                  <a:lnTo>
                    <a:pt x="4130" y="1296"/>
                  </a:lnTo>
                  <a:lnTo>
                    <a:pt x="413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 name="Google Shape;1190;p67"/>
          <p:cNvGrpSpPr/>
          <p:nvPr/>
        </p:nvGrpSpPr>
        <p:grpSpPr>
          <a:xfrm>
            <a:off x="1896403" y="3315181"/>
            <a:ext cx="434452" cy="491238"/>
            <a:chOff x="1896403" y="3373381"/>
            <a:chExt cx="434452" cy="491238"/>
          </a:xfrm>
        </p:grpSpPr>
        <p:sp>
          <p:nvSpPr>
            <p:cNvPr id="1191" name="Google Shape;1191;p67"/>
            <p:cNvSpPr/>
            <p:nvPr/>
          </p:nvSpPr>
          <p:spPr>
            <a:xfrm>
              <a:off x="1896403" y="3373381"/>
              <a:ext cx="434452" cy="491238"/>
            </a:xfrm>
            <a:custGeom>
              <a:avLst/>
              <a:gdLst/>
              <a:ahLst/>
              <a:cxnLst/>
              <a:rect l="l" t="t" r="r" b="b"/>
              <a:pathLst>
                <a:path w="18216" h="20597" extrusionOk="0">
                  <a:moveTo>
                    <a:pt x="9742" y="603"/>
                  </a:moveTo>
                  <a:lnTo>
                    <a:pt x="9742" y="1658"/>
                  </a:lnTo>
                  <a:lnTo>
                    <a:pt x="7781" y="1658"/>
                  </a:lnTo>
                  <a:lnTo>
                    <a:pt x="7781" y="603"/>
                  </a:lnTo>
                  <a:close/>
                  <a:moveTo>
                    <a:pt x="15079" y="2261"/>
                  </a:moveTo>
                  <a:lnTo>
                    <a:pt x="15774" y="2956"/>
                  </a:lnTo>
                  <a:lnTo>
                    <a:pt x="13301" y="2956"/>
                  </a:lnTo>
                  <a:lnTo>
                    <a:pt x="13301" y="3559"/>
                  </a:lnTo>
                  <a:lnTo>
                    <a:pt x="16377" y="3559"/>
                  </a:lnTo>
                  <a:lnTo>
                    <a:pt x="17371" y="4524"/>
                  </a:lnTo>
                  <a:lnTo>
                    <a:pt x="15079" y="6816"/>
                  </a:lnTo>
                  <a:lnTo>
                    <a:pt x="2625" y="6816"/>
                  </a:lnTo>
                  <a:lnTo>
                    <a:pt x="2625" y="6121"/>
                  </a:lnTo>
                  <a:lnTo>
                    <a:pt x="4917" y="6121"/>
                  </a:lnTo>
                  <a:lnTo>
                    <a:pt x="4917" y="5518"/>
                  </a:lnTo>
                  <a:lnTo>
                    <a:pt x="2625" y="5518"/>
                  </a:lnTo>
                  <a:lnTo>
                    <a:pt x="2625" y="3559"/>
                  </a:lnTo>
                  <a:lnTo>
                    <a:pt x="7511" y="3559"/>
                  </a:lnTo>
                  <a:lnTo>
                    <a:pt x="7511" y="2956"/>
                  </a:lnTo>
                  <a:lnTo>
                    <a:pt x="2625" y="2956"/>
                  </a:lnTo>
                  <a:lnTo>
                    <a:pt x="2625" y="2261"/>
                  </a:lnTo>
                  <a:close/>
                  <a:moveTo>
                    <a:pt x="9742" y="7419"/>
                  </a:moveTo>
                  <a:lnTo>
                    <a:pt x="9742" y="8746"/>
                  </a:lnTo>
                  <a:lnTo>
                    <a:pt x="7781" y="8746"/>
                  </a:lnTo>
                  <a:lnTo>
                    <a:pt x="7781" y="7419"/>
                  </a:lnTo>
                  <a:close/>
                  <a:moveTo>
                    <a:pt x="15532" y="9349"/>
                  </a:moveTo>
                  <a:lnTo>
                    <a:pt x="15532" y="10012"/>
                  </a:lnTo>
                  <a:lnTo>
                    <a:pt x="9441" y="10012"/>
                  </a:lnTo>
                  <a:lnTo>
                    <a:pt x="9441" y="10616"/>
                  </a:lnTo>
                  <a:lnTo>
                    <a:pt x="15532" y="10616"/>
                  </a:lnTo>
                  <a:lnTo>
                    <a:pt x="15532" y="12606"/>
                  </a:lnTo>
                  <a:lnTo>
                    <a:pt x="13301" y="12606"/>
                  </a:lnTo>
                  <a:lnTo>
                    <a:pt x="13301" y="13209"/>
                  </a:lnTo>
                  <a:lnTo>
                    <a:pt x="15532" y="13209"/>
                  </a:lnTo>
                  <a:lnTo>
                    <a:pt x="15532" y="13872"/>
                  </a:lnTo>
                  <a:lnTo>
                    <a:pt x="3108" y="13872"/>
                  </a:lnTo>
                  <a:lnTo>
                    <a:pt x="1146" y="11911"/>
                  </a:lnTo>
                  <a:lnTo>
                    <a:pt x="3651" y="11911"/>
                  </a:lnTo>
                  <a:lnTo>
                    <a:pt x="3651" y="11308"/>
                  </a:lnTo>
                  <a:lnTo>
                    <a:pt x="1146" y="11308"/>
                  </a:lnTo>
                  <a:lnTo>
                    <a:pt x="1841" y="10616"/>
                  </a:lnTo>
                  <a:lnTo>
                    <a:pt x="4917" y="10616"/>
                  </a:lnTo>
                  <a:lnTo>
                    <a:pt x="4917" y="10012"/>
                  </a:lnTo>
                  <a:lnTo>
                    <a:pt x="2444" y="10012"/>
                  </a:lnTo>
                  <a:lnTo>
                    <a:pt x="3108" y="9349"/>
                  </a:lnTo>
                  <a:close/>
                  <a:moveTo>
                    <a:pt x="7178" y="0"/>
                  </a:moveTo>
                  <a:lnTo>
                    <a:pt x="7178" y="1658"/>
                  </a:lnTo>
                  <a:lnTo>
                    <a:pt x="2022" y="1658"/>
                  </a:lnTo>
                  <a:lnTo>
                    <a:pt x="2022" y="7419"/>
                  </a:lnTo>
                  <a:lnTo>
                    <a:pt x="7178" y="7419"/>
                  </a:lnTo>
                  <a:lnTo>
                    <a:pt x="7178" y="8746"/>
                  </a:lnTo>
                  <a:lnTo>
                    <a:pt x="2867" y="8746"/>
                  </a:lnTo>
                  <a:lnTo>
                    <a:pt x="0" y="11609"/>
                  </a:lnTo>
                  <a:lnTo>
                    <a:pt x="2867" y="14476"/>
                  </a:lnTo>
                  <a:lnTo>
                    <a:pt x="7178" y="14476"/>
                  </a:lnTo>
                  <a:lnTo>
                    <a:pt x="7178" y="19993"/>
                  </a:lnTo>
                  <a:lnTo>
                    <a:pt x="5581" y="19993"/>
                  </a:lnTo>
                  <a:lnTo>
                    <a:pt x="5581" y="20596"/>
                  </a:lnTo>
                  <a:lnTo>
                    <a:pt x="12003" y="20596"/>
                  </a:lnTo>
                  <a:lnTo>
                    <a:pt x="12003" y="19993"/>
                  </a:lnTo>
                  <a:lnTo>
                    <a:pt x="7781" y="19993"/>
                  </a:lnTo>
                  <a:lnTo>
                    <a:pt x="7781" y="14476"/>
                  </a:lnTo>
                  <a:lnTo>
                    <a:pt x="9742" y="14476"/>
                  </a:lnTo>
                  <a:lnTo>
                    <a:pt x="9742" y="19301"/>
                  </a:lnTo>
                  <a:lnTo>
                    <a:pt x="10345" y="19301"/>
                  </a:lnTo>
                  <a:lnTo>
                    <a:pt x="10345" y="14476"/>
                  </a:lnTo>
                  <a:lnTo>
                    <a:pt x="16136" y="14476"/>
                  </a:lnTo>
                  <a:lnTo>
                    <a:pt x="16136" y="8746"/>
                  </a:lnTo>
                  <a:lnTo>
                    <a:pt x="10345" y="8746"/>
                  </a:lnTo>
                  <a:lnTo>
                    <a:pt x="10345" y="7419"/>
                  </a:lnTo>
                  <a:lnTo>
                    <a:pt x="15351" y="7419"/>
                  </a:lnTo>
                  <a:lnTo>
                    <a:pt x="18215" y="4524"/>
                  </a:lnTo>
                  <a:lnTo>
                    <a:pt x="15351" y="1658"/>
                  </a:lnTo>
                  <a:lnTo>
                    <a:pt x="10345" y="1658"/>
                  </a:lnTo>
                  <a:lnTo>
                    <a:pt x="103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7"/>
            <p:cNvSpPr/>
            <p:nvPr/>
          </p:nvSpPr>
          <p:spPr>
            <a:xfrm>
              <a:off x="2105734" y="3443858"/>
              <a:ext cx="46054" cy="14405"/>
            </a:xfrm>
            <a:custGeom>
              <a:avLst/>
              <a:gdLst/>
              <a:ahLst/>
              <a:cxnLst/>
              <a:rect l="l" t="t" r="r" b="b"/>
              <a:pathLst>
                <a:path w="1931" h="604" extrusionOk="0">
                  <a:moveTo>
                    <a:pt x="0" y="1"/>
                  </a:moveTo>
                  <a:lnTo>
                    <a:pt x="0" y="604"/>
                  </a:lnTo>
                  <a:lnTo>
                    <a:pt x="1930" y="604"/>
                  </a:lnTo>
                  <a:lnTo>
                    <a:pt x="19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7"/>
            <p:cNvSpPr/>
            <p:nvPr/>
          </p:nvSpPr>
          <p:spPr>
            <a:xfrm>
              <a:off x="2044559" y="3504961"/>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7"/>
            <p:cNvSpPr/>
            <p:nvPr/>
          </p:nvSpPr>
          <p:spPr>
            <a:xfrm>
              <a:off x="1983455" y="3474076"/>
              <a:ext cx="15097" cy="14405"/>
            </a:xfrm>
            <a:custGeom>
              <a:avLst/>
              <a:gdLst/>
              <a:ahLst/>
              <a:cxnLst/>
              <a:rect l="l" t="t" r="r" b="b"/>
              <a:pathLst>
                <a:path w="633" h="604" extrusionOk="0">
                  <a:moveTo>
                    <a:pt x="1" y="0"/>
                  </a:moveTo>
                  <a:lnTo>
                    <a:pt x="1" y="603"/>
                  </a:lnTo>
                  <a:lnTo>
                    <a:pt x="633" y="603"/>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67"/>
            <p:cNvSpPr/>
            <p:nvPr/>
          </p:nvSpPr>
          <p:spPr>
            <a:xfrm>
              <a:off x="2090589" y="3504961"/>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7"/>
            <p:cNvSpPr/>
            <p:nvPr/>
          </p:nvSpPr>
          <p:spPr>
            <a:xfrm>
              <a:off x="2167577" y="3504961"/>
              <a:ext cx="61128" cy="14405"/>
            </a:xfrm>
            <a:custGeom>
              <a:avLst/>
              <a:gdLst/>
              <a:ahLst/>
              <a:cxnLst/>
              <a:rect l="l" t="t" r="r" b="b"/>
              <a:pathLst>
                <a:path w="2563" h="604" extrusionOk="0">
                  <a:moveTo>
                    <a:pt x="1" y="1"/>
                  </a:moveTo>
                  <a:lnTo>
                    <a:pt x="1" y="604"/>
                  </a:lnTo>
                  <a:lnTo>
                    <a:pt x="2563" y="604"/>
                  </a:lnTo>
                  <a:lnTo>
                    <a:pt x="25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7"/>
            <p:cNvSpPr/>
            <p:nvPr/>
          </p:nvSpPr>
          <p:spPr>
            <a:xfrm>
              <a:off x="2136620" y="3474076"/>
              <a:ext cx="123042" cy="14405"/>
            </a:xfrm>
            <a:custGeom>
              <a:avLst/>
              <a:gdLst/>
              <a:ahLst/>
              <a:cxnLst/>
              <a:rect l="l" t="t" r="r" b="b"/>
              <a:pathLst>
                <a:path w="5159" h="604" extrusionOk="0">
                  <a:moveTo>
                    <a:pt x="1" y="0"/>
                  </a:moveTo>
                  <a:lnTo>
                    <a:pt x="1" y="603"/>
                  </a:lnTo>
                  <a:lnTo>
                    <a:pt x="5159" y="603"/>
                  </a:lnTo>
                  <a:lnTo>
                    <a:pt x="515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7"/>
            <p:cNvSpPr/>
            <p:nvPr/>
          </p:nvSpPr>
          <p:spPr>
            <a:xfrm>
              <a:off x="2029486" y="3474076"/>
              <a:ext cx="76272" cy="14405"/>
            </a:xfrm>
            <a:custGeom>
              <a:avLst/>
              <a:gdLst/>
              <a:ahLst/>
              <a:cxnLst/>
              <a:rect l="l" t="t" r="r" b="b"/>
              <a:pathLst>
                <a:path w="3198" h="604" extrusionOk="0">
                  <a:moveTo>
                    <a:pt x="1" y="0"/>
                  </a:moveTo>
                  <a:lnTo>
                    <a:pt x="1" y="603"/>
                  </a:lnTo>
                  <a:lnTo>
                    <a:pt x="3197" y="603"/>
                  </a:lnTo>
                  <a:lnTo>
                    <a:pt x="319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67"/>
            <p:cNvSpPr/>
            <p:nvPr/>
          </p:nvSpPr>
          <p:spPr>
            <a:xfrm>
              <a:off x="2228681" y="3643053"/>
              <a:ext cx="15169" cy="14429"/>
            </a:xfrm>
            <a:custGeom>
              <a:avLst/>
              <a:gdLst/>
              <a:ahLst/>
              <a:cxnLst/>
              <a:rect l="l" t="t" r="r" b="b"/>
              <a:pathLst>
                <a:path w="636" h="605"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7"/>
            <p:cNvSpPr/>
            <p:nvPr/>
          </p:nvSpPr>
          <p:spPr>
            <a:xfrm>
              <a:off x="2059704" y="3612167"/>
              <a:ext cx="15836" cy="14405"/>
            </a:xfrm>
            <a:custGeom>
              <a:avLst/>
              <a:gdLst/>
              <a:ahLst/>
              <a:cxnLst/>
              <a:rect l="l" t="t" r="r" b="b"/>
              <a:pathLst>
                <a:path w="664" h="604" extrusionOk="0">
                  <a:moveTo>
                    <a:pt x="0" y="0"/>
                  </a:moveTo>
                  <a:lnTo>
                    <a:pt x="0" y="604"/>
                  </a:lnTo>
                  <a:lnTo>
                    <a:pt x="664" y="604"/>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7"/>
            <p:cNvSpPr/>
            <p:nvPr/>
          </p:nvSpPr>
          <p:spPr>
            <a:xfrm>
              <a:off x="1998528" y="3674010"/>
              <a:ext cx="15169" cy="14405"/>
            </a:xfrm>
            <a:custGeom>
              <a:avLst/>
              <a:gdLst/>
              <a:ahLst/>
              <a:cxnLst/>
              <a:rect l="l" t="t" r="r" b="b"/>
              <a:pathLst>
                <a:path w="636" h="604" extrusionOk="0">
                  <a:moveTo>
                    <a:pt x="1" y="1"/>
                  </a:moveTo>
                  <a:lnTo>
                    <a:pt x="1"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67"/>
            <p:cNvSpPr/>
            <p:nvPr/>
          </p:nvSpPr>
          <p:spPr>
            <a:xfrm>
              <a:off x="2044559" y="3674010"/>
              <a:ext cx="123042" cy="14405"/>
            </a:xfrm>
            <a:custGeom>
              <a:avLst/>
              <a:gdLst/>
              <a:ahLst/>
              <a:cxnLst/>
              <a:rect l="l" t="t" r="r" b="b"/>
              <a:pathLst>
                <a:path w="5159" h="604" extrusionOk="0">
                  <a:moveTo>
                    <a:pt x="1" y="1"/>
                  </a:moveTo>
                  <a:lnTo>
                    <a:pt x="1" y="604"/>
                  </a:lnTo>
                  <a:lnTo>
                    <a:pt x="5159" y="604"/>
                  </a:lnTo>
                  <a:lnTo>
                    <a:pt x="515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7"/>
            <p:cNvSpPr/>
            <p:nvPr/>
          </p:nvSpPr>
          <p:spPr>
            <a:xfrm>
              <a:off x="2013673" y="3643053"/>
              <a:ext cx="184146" cy="14429"/>
            </a:xfrm>
            <a:custGeom>
              <a:avLst/>
              <a:gdLst/>
              <a:ahLst/>
              <a:cxnLst/>
              <a:rect l="l" t="t" r="r" b="b"/>
              <a:pathLst>
                <a:path w="7721" h="605" extrusionOk="0">
                  <a:moveTo>
                    <a:pt x="0" y="1"/>
                  </a:moveTo>
                  <a:lnTo>
                    <a:pt x="0" y="604"/>
                  </a:lnTo>
                  <a:lnTo>
                    <a:pt x="7720" y="604"/>
                  </a:lnTo>
                  <a:lnTo>
                    <a:pt x="772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 name="Google Shape;1204;p67"/>
          <p:cNvGrpSpPr/>
          <p:nvPr/>
        </p:nvGrpSpPr>
        <p:grpSpPr>
          <a:xfrm>
            <a:off x="2570356" y="3343205"/>
            <a:ext cx="491238" cy="435883"/>
            <a:chOff x="2570356" y="3401405"/>
            <a:chExt cx="491238" cy="435883"/>
          </a:xfrm>
        </p:grpSpPr>
        <p:sp>
          <p:nvSpPr>
            <p:cNvPr id="1205" name="Google Shape;1205;p67"/>
            <p:cNvSpPr/>
            <p:nvPr/>
          </p:nvSpPr>
          <p:spPr>
            <a:xfrm>
              <a:off x="2570356" y="3401405"/>
              <a:ext cx="491238" cy="435883"/>
            </a:xfrm>
            <a:custGeom>
              <a:avLst/>
              <a:gdLst/>
              <a:ahLst/>
              <a:cxnLst/>
              <a:rect l="l" t="t" r="r" b="b"/>
              <a:pathLst>
                <a:path w="20597" h="18276" extrusionOk="0">
                  <a:moveTo>
                    <a:pt x="9651" y="845"/>
                  </a:moveTo>
                  <a:lnTo>
                    <a:pt x="14838" y="2565"/>
                  </a:lnTo>
                  <a:lnTo>
                    <a:pt x="14838" y="6425"/>
                  </a:lnTo>
                  <a:lnTo>
                    <a:pt x="9349" y="4615"/>
                  </a:lnTo>
                  <a:lnTo>
                    <a:pt x="3861" y="6425"/>
                  </a:lnTo>
                  <a:lnTo>
                    <a:pt x="3861" y="2565"/>
                  </a:lnTo>
                  <a:lnTo>
                    <a:pt x="9048" y="845"/>
                  </a:lnTo>
                  <a:lnTo>
                    <a:pt x="9048" y="3650"/>
                  </a:lnTo>
                  <a:lnTo>
                    <a:pt x="9651" y="3650"/>
                  </a:lnTo>
                  <a:lnTo>
                    <a:pt x="9651" y="845"/>
                  </a:lnTo>
                  <a:close/>
                  <a:moveTo>
                    <a:pt x="19993" y="845"/>
                  </a:moveTo>
                  <a:lnTo>
                    <a:pt x="19993" y="4705"/>
                  </a:lnTo>
                  <a:lnTo>
                    <a:pt x="15441" y="6425"/>
                  </a:lnTo>
                  <a:lnTo>
                    <a:pt x="15441" y="2565"/>
                  </a:lnTo>
                  <a:lnTo>
                    <a:pt x="19993" y="845"/>
                  </a:lnTo>
                  <a:close/>
                  <a:moveTo>
                    <a:pt x="9651" y="5339"/>
                  </a:moveTo>
                  <a:lnTo>
                    <a:pt x="15139" y="7178"/>
                  </a:lnTo>
                  <a:lnTo>
                    <a:pt x="19993" y="5368"/>
                  </a:lnTo>
                  <a:lnTo>
                    <a:pt x="19993" y="9228"/>
                  </a:lnTo>
                  <a:lnTo>
                    <a:pt x="15441" y="10917"/>
                  </a:lnTo>
                  <a:lnTo>
                    <a:pt x="15441" y="8143"/>
                  </a:lnTo>
                  <a:lnTo>
                    <a:pt x="14838" y="8143"/>
                  </a:lnTo>
                  <a:lnTo>
                    <a:pt x="14838" y="10948"/>
                  </a:lnTo>
                  <a:lnTo>
                    <a:pt x="9651" y="9199"/>
                  </a:lnTo>
                  <a:lnTo>
                    <a:pt x="9651" y="5339"/>
                  </a:lnTo>
                  <a:close/>
                  <a:moveTo>
                    <a:pt x="9651" y="9863"/>
                  </a:moveTo>
                  <a:lnTo>
                    <a:pt x="14838" y="11580"/>
                  </a:lnTo>
                  <a:lnTo>
                    <a:pt x="14838" y="15440"/>
                  </a:lnTo>
                  <a:lnTo>
                    <a:pt x="9651" y="13723"/>
                  </a:lnTo>
                  <a:lnTo>
                    <a:pt x="9651" y="9863"/>
                  </a:lnTo>
                  <a:close/>
                  <a:moveTo>
                    <a:pt x="19993" y="9863"/>
                  </a:moveTo>
                  <a:lnTo>
                    <a:pt x="19993" y="13723"/>
                  </a:lnTo>
                  <a:lnTo>
                    <a:pt x="15441" y="15440"/>
                  </a:lnTo>
                  <a:lnTo>
                    <a:pt x="15441" y="11580"/>
                  </a:lnTo>
                  <a:lnTo>
                    <a:pt x="19993" y="9863"/>
                  </a:lnTo>
                  <a:close/>
                  <a:moveTo>
                    <a:pt x="2864" y="11009"/>
                  </a:moveTo>
                  <a:cubicBezTo>
                    <a:pt x="4131" y="11009"/>
                    <a:pt x="5156" y="12034"/>
                    <a:pt x="5156" y="13301"/>
                  </a:cubicBezTo>
                  <a:cubicBezTo>
                    <a:pt x="5156" y="14266"/>
                    <a:pt x="3680" y="16316"/>
                    <a:pt x="2864" y="17310"/>
                  </a:cubicBezTo>
                  <a:cubicBezTo>
                    <a:pt x="2080" y="16316"/>
                    <a:pt x="604" y="14266"/>
                    <a:pt x="604" y="13301"/>
                  </a:cubicBezTo>
                  <a:cubicBezTo>
                    <a:pt x="604" y="12034"/>
                    <a:pt x="1629" y="11009"/>
                    <a:pt x="2864" y="11009"/>
                  </a:cubicBezTo>
                  <a:close/>
                  <a:moveTo>
                    <a:pt x="20597" y="0"/>
                  </a:moveTo>
                  <a:lnTo>
                    <a:pt x="15139" y="2022"/>
                  </a:lnTo>
                  <a:lnTo>
                    <a:pt x="9349" y="92"/>
                  </a:lnTo>
                  <a:lnTo>
                    <a:pt x="3258" y="2143"/>
                  </a:lnTo>
                  <a:lnTo>
                    <a:pt x="3258" y="10434"/>
                  </a:lnTo>
                  <a:cubicBezTo>
                    <a:pt x="3137" y="10434"/>
                    <a:pt x="3016" y="10406"/>
                    <a:pt x="2864" y="10406"/>
                  </a:cubicBezTo>
                  <a:cubicBezTo>
                    <a:pt x="1296" y="10406"/>
                    <a:pt x="1" y="11701"/>
                    <a:pt x="1" y="13301"/>
                  </a:cubicBezTo>
                  <a:cubicBezTo>
                    <a:pt x="1" y="13933"/>
                    <a:pt x="452" y="14929"/>
                    <a:pt x="1328" y="16256"/>
                  </a:cubicBezTo>
                  <a:cubicBezTo>
                    <a:pt x="1991" y="17190"/>
                    <a:pt x="2623" y="17945"/>
                    <a:pt x="2654" y="17974"/>
                  </a:cubicBezTo>
                  <a:lnTo>
                    <a:pt x="2864" y="18275"/>
                  </a:lnTo>
                  <a:lnTo>
                    <a:pt x="3106" y="17974"/>
                  </a:lnTo>
                  <a:cubicBezTo>
                    <a:pt x="3137" y="17945"/>
                    <a:pt x="3769" y="17190"/>
                    <a:pt x="4404" y="16256"/>
                  </a:cubicBezTo>
                  <a:cubicBezTo>
                    <a:pt x="5308" y="14929"/>
                    <a:pt x="5759" y="13933"/>
                    <a:pt x="5759" y="13301"/>
                  </a:cubicBezTo>
                  <a:cubicBezTo>
                    <a:pt x="5759" y="12063"/>
                    <a:pt x="4975" y="10977"/>
                    <a:pt x="3861" y="10586"/>
                  </a:cubicBezTo>
                  <a:lnTo>
                    <a:pt x="3861" y="7088"/>
                  </a:lnTo>
                  <a:lnTo>
                    <a:pt x="9048" y="5339"/>
                  </a:lnTo>
                  <a:lnTo>
                    <a:pt x="9048" y="9199"/>
                  </a:lnTo>
                  <a:lnTo>
                    <a:pt x="5067" y="10555"/>
                  </a:lnTo>
                  <a:lnTo>
                    <a:pt x="5248" y="11129"/>
                  </a:lnTo>
                  <a:lnTo>
                    <a:pt x="9048" y="9863"/>
                  </a:lnTo>
                  <a:lnTo>
                    <a:pt x="9048" y="13723"/>
                  </a:lnTo>
                  <a:lnTo>
                    <a:pt x="5699" y="14837"/>
                  </a:lnTo>
                  <a:lnTo>
                    <a:pt x="5880" y="15412"/>
                  </a:lnTo>
                  <a:lnTo>
                    <a:pt x="9349" y="14266"/>
                  </a:lnTo>
                  <a:lnTo>
                    <a:pt x="15139" y="16196"/>
                  </a:lnTo>
                  <a:lnTo>
                    <a:pt x="20597" y="14145"/>
                  </a:lnTo>
                  <a:lnTo>
                    <a:pt x="2059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7"/>
            <p:cNvSpPr/>
            <p:nvPr/>
          </p:nvSpPr>
          <p:spPr>
            <a:xfrm>
              <a:off x="2616386" y="3695594"/>
              <a:ext cx="45315" cy="45315"/>
            </a:xfrm>
            <a:custGeom>
              <a:avLst/>
              <a:gdLst/>
              <a:ahLst/>
              <a:cxnLst/>
              <a:rect l="l" t="t" r="r" b="b"/>
              <a:pathLst>
                <a:path w="1900" h="1900" extrusionOk="0">
                  <a:moveTo>
                    <a:pt x="934" y="604"/>
                  </a:moveTo>
                  <a:cubicBezTo>
                    <a:pt x="1147" y="604"/>
                    <a:pt x="1296" y="753"/>
                    <a:pt x="1296" y="966"/>
                  </a:cubicBezTo>
                  <a:cubicBezTo>
                    <a:pt x="1296" y="1147"/>
                    <a:pt x="1147" y="1296"/>
                    <a:pt x="934" y="1296"/>
                  </a:cubicBezTo>
                  <a:cubicBezTo>
                    <a:pt x="753" y="1296"/>
                    <a:pt x="604" y="1147"/>
                    <a:pt x="604" y="966"/>
                  </a:cubicBezTo>
                  <a:cubicBezTo>
                    <a:pt x="604" y="753"/>
                    <a:pt x="753" y="604"/>
                    <a:pt x="934" y="604"/>
                  </a:cubicBezTo>
                  <a:close/>
                  <a:moveTo>
                    <a:pt x="934" y="1"/>
                  </a:moveTo>
                  <a:cubicBezTo>
                    <a:pt x="423" y="1"/>
                    <a:pt x="1" y="423"/>
                    <a:pt x="1" y="966"/>
                  </a:cubicBezTo>
                  <a:cubicBezTo>
                    <a:pt x="1" y="1477"/>
                    <a:pt x="423" y="1899"/>
                    <a:pt x="934" y="1899"/>
                  </a:cubicBezTo>
                  <a:cubicBezTo>
                    <a:pt x="1477" y="1899"/>
                    <a:pt x="1899" y="1477"/>
                    <a:pt x="1899" y="966"/>
                  </a:cubicBezTo>
                  <a:cubicBezTo>
                    <a:pt x="1899" y="423"/>
                    <a:pt x="1477" y="1"/>
                    <a:pt x="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7"/>
            <p:cNvSpPr/>
            <p:nvPr/>
          </p:nvSpPr>
          <p:spPr>
            <a:xfrm>
              <a:off x="2708447" y="3481254"/>
              <a:ext cx="15097" cy="14405"/>
            </a:xfrm>
            <a:custGeom>
              <a:avLst/>
              <a:gdLst/>
              <a:ahLst/>
              <a:cxnLst/>
              <a:rect l="l" t="t" r="r" b="b"/>
              <a:pathLst>
                <a:path w="633" h="604" extrusionOk="0">
                  <a:moveTo>
                    <a:pt x="1" y="1"/>
                  </a:moveTo>
                  <a:lnTo>
                    <a:pt x="1"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7"/>
            <p:cNvSpPr/>
            <p:nvPr/>
          </p:nvSpPr>
          <p:spPr>
            <a:xfrm>
              <a:off x="3015540" y="3558195"/>
              <a:ext cx="15169" cy="14405"/>
            </a:xfrm>
            <a:custGeom>
              <a:avLst/>
              <a:gdLst/>
              <a:ahLst/>
              <a:cxnLst/>
              <a:rect l="l" t="t" r="r" b="b"/>
              <a:pathLst>
                <a:path w="636" h="604" extrusionOk="0">
                  <a:moveTo>
                    <a:pt x="1" y="0"/>
                  </a:moveTo>
                  <a:lnTo>
                    <a:pt x="1" y="604"/>
                  </a:lnTo>
                  <a:lnTo>
                    <a:pt x="635" y="60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7"/>
            <p:cNvSpPr/>
            <p:nvPr/>
          </p:nvSpPr>
          <p:spPr>
            <a:xfrm>
              <a:off x="2846539" y="3711431"/>
              <a:ext cx="15097" cy="14405"/>
            </a:xfrm>
            <a:custGeom>
              <a:avLst/>
              <a:gdLst/>
              <a:ahLst/>
              <a:cxnLst/>
              <a:rect l="l" t="t" r="r" b="b"/>
              <a:pathLst>
                <a:path w="633" h="604" extrusionOk="0">
                  <a:moveTo>
                    <a:pt x="1" y="0"/>
                  </a:moveTo>
                  <a:lnTo>
                    <a:pt x="1" y="603"/>
                  </a:lnTo>
                  <a:lnTo>
                    <a:pt x="633" y="603"/>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 name="Google Shape;1210;p67"/>
          <p:cNvGrpSpPr/>
          <p:nvPr/>
        </p:nvGrpSpPr>
        <p:grpSpPr>
          <a:xfrm>
            <a:off x="3288169" y="3315181"/>
            <a:ext cx="460329" cy="491238"/>
            <a:chOff x="3288169" y="3373381"/>
            <a:chExt cx="460329" cy="491238"/>
          </a:xfrm>
        </p:grpSpPr>
        <p:sp>
          <p:nvSpPr>
            <p:cNvPr id="1211" name="Google Shape;1211;p67"/>
            <p:cNvSpPr/>
            <p:nvPr/>
          </p:nvSpPr>
          <p:spPr>
            <a:xfrm>
              <a:off x="3288169" y="3392771"/>
              <a:ext cx="460329" cy="452458"/>
            </a:xfrm>
            <a:custGeom>
              <a:avLst/>
              <a:gdLst/>
              <a:ahLst/>
              <a:cxnLst/>
              <a:rect l="l" t="t" r="r" b="b"/>
              <a:pathLst>
                <a:path w="19301" h="18971" extrusionOk="0">
                  <a:moveTo>
                    <a:pt x="3076" y="7872"/>
                  </a:moveTo>
                  <a:lnTo>
                    <a:pt x="3769" y="8565"/>
                  </a:lnTo>
                  <a:lnTo>
                    <a:pt x="934" y="8565"/>
                  </a:lnTo>
                  <a:lnTo>
                    <a:pt x="934" y="7872"/>
                  </a:lnTo>
                  <a:close/>
                  <a:moveTo>
                    <a:pt x="9711" y="7872"/>
                  </a:moveTo>
                  <a:cubicBezTo>
                    <a:pt x="10102" y="7901"/>
                    <a:pt x="10463" y="8174"/>
                    <a:pt x="10584" y="8565"/>
                  </a:cubicBezTo>
                  <a:lnTo>
                    <a:pt x="8714" y="8565"/>
                  </a:lnTo>
                  <a:cubicBezTo>
                    <a:pt x="8835" y="8174"/>
                    <a:pt x="9197" y="7872"/>
                    <a:pt x="9650" y="7872"/>
                  </a:cubicBezTo>
                  <a:close/>
                  <a:moveTo>
                    <a:pt x="9650" y="997"/>
                  </a:moveTo>
                  <a:cubicBezTo>
                    <a:pt x="10314" y="1962"/>
                    <a:pt x="12213" y="4946"/>
                    <a:pt x="12514" y="8565"/>
                  </a:cubicBezTo>
                  <a:lnTo>
                    <a:pt x="11670" y="8565"/>
                  </a:lnTo>
                  <a:cubicBezTo>
                    <a:pt x="11308" y="7812"/>
                    <a:pt x="10555" y="7269"/>
                    <a:pt x="9650" y="7269"/>
                  </a:cubicBezTo>
                  <a:cubicBezTo>
                    <a:pt x="8866" y="7269"/>
                    <a:pt x="8232" y="7812"/>
                    <a:pt x="8082" y="8565"/>
                  </a:cubicBezTo>
                  <a:lnTo>
                    <a:pt x="6784" y="8565"/>
                  </a:lnTo>
                  <a:cubicBezTo>
                    <a:pt x="6936" y="6425"/>
                    <a:pt x="7689" y="4555"/>
                    <a:pt x="8292" y="3289"/>
                  </a:cubicBezTo>
                  <a:cubicBezTo>
                    <a:pt x="8835" y="2203"/>
                    <a:pt x="9349" y="1419"/>
                    <a:pt x="9650" y="997"/>
                  </a:cubicBezTo>
                  <a:close/>
                  <a:moveTo>
                    <a:pt x="18336" y="7872"/>
                  </a:moveTo>
                  <a:lnTo>
                    <a:pt x="18336" y="8565"/>
                  </a:lnTo>
                  <a:lnTo>
                    <a:pt x="15530" y="8565"/>
                  </a:lnTo>
                  <a:lnTo>
                    <a:pt x="16193" y="7872"/>
                  </a:lnTo>
                  <a:close/>
                  <a:moveTo>
                    <a:pt x="3769" y="9168"/>
                  </a:moveTo>
                  <a:lnTo>
                    <a:pt x="3076" y="9863"/>
                  </a:lnTo>
                  <a:lnTo>
                    <a:pt x="934" y="9863"/>
                  </a:lnTo>
                  <a:lnTo>
                    <a:pt x="934" y="9168"/>
                  </a:lnTo>
                  <a:close/>
                  <a:moveTo>
                    <a:pt x="10584" y="9168"/>
                  </a:moveTo>
                  <a:cubicBezTo>
                    <a:pt x="10463" y="9530"/>
                    <a:pt x="10073" y="9863"/>
                    <a:pt x="9650" y="9863"/>
                  </a:cubicBezTo>
                  <a:cubicBezTo>
                    <a:pt x="9197" y="9863"/>
                    <a:pt x="8835" y="9530"/>
                    <a:pt x="8714" y="9168"/>
                  </a:cubicBezTo>
                  <a:close/>
                  <a:moveTo>
                    <a:pt x="18336" y="9168"/>
                  </a:moveTo>
                  <a:lnTo>
                    <a:pt x="18336" y="9863"/>
                  </a:lnTo>
                  <a:lnTo>
                    <a:pt x="16193" y="9863"/>
                  </a:lnTo>
                  <a:lnTo>
                    <a:pt x="15530" y="9168"/>
                  </a:lnTo>
                  <a:close/>
                  <a:moveTo>
                    <a:pt x="12546" y="9168"/>
                  </a:moveTo>
                  <a:cubicBezTo>
                    <a:pt x="12574" y="9260"/>
                    <a:pt x="12574" y="9380"/>
                    <a:pt x="12574" y="9501"/>
                  </a:cubicBezTo>
                  <a:cubicBezTo>
                    <a:pt x="12574" y="12003"/>
                    <a:pt x="11701" y="14266"/>
                    <a:pt x="11006" y="15713"/>
                  </a:cubicBezTo>
                  <a:cubicBezTo>
                    <a:pt x="10463" y="16768"/>
                    <a:pt x="9952" y="17583"/>
                    <a:pt x="9650" y="17974"/>
                  </a:cubicBezTo>
                  <a:cubicBezTo>
                    <a:pt x="8927" y="16948"/>
                    <a:pt x="6724" y="13511"/>
                    <a:pt x="6724" y="9501"/>
                  </a:cubicBezTo>
                  <a:lnTo>
                    <a:pt x="6724" y="9168"/>
                  </a:lnTo>
                  <a:lnTo>
                    <a:pt x="8082" y="9168"/>
                  </a:lnTo>
                  <a:cubicBezTo>
                    <a:pt x="8232" y="9892"/>
                    <a:pt x="8866" y="10466"/>
                    <a:pt x="9650" y="10466"/>
                  </a:cubicBezTo>
                  <a:cubicBezTo>
                    <a:pt x="10435" y="10466"/>
                    <a:pt x="11067" y="9892"/>
                    <a:pt x="11219" y="9168"/>
                  </a:cubicBezTo>
                  <a:lnTo>
                    <a:pt x="11248" y="9168"/>
                  </a:lnTo>
                  <a:cubicBezTo>
                    <a:pt x="11279" y="9260"/>
                    <a:pt x="11279" y="9380"/>
                    <a:pt x="11279" y="9501"/>
                  </a:cubicBezTo>
                  <a:cubicBezTo>
                    <a:pt x="11279" y="10406"/>
                    <a:pt x="10555" y="11129"/>
                    <a:pt x="9650" y="11129"/>
                  </a:cubicBezTo>
                  <a:cubicBezTo>
                    <a:pt x="8746" y="11129"/>
                    <a:pt x="8022" y="10374"/>
                    <a:pt x="8022" y="9501"/>
                  </a:cubicBezTo>
                  <a:lnTo>
                    <a:pt x="7419" y="9501"/>
                  </a:lnTo>
                  <a:cubicBezTo>
                    <a:pt x="7419" y="10707"/>
                    <a:pt x="8413" y="11733"/>
                    <a:pt x="9650" y="11733"/>
                  </a:cubicBezTo>
                  <a:cubicBezTo>
                    <a:pt x="10886" y="11733"/>
                    <a:pt x="11882" y="10736"/>
                    <a:pt x="11882" y="9501"/>
                  </a:cubicBezTo>
                  <a:cubicBezTo>
                    <a:pt x="11882" y="9380"/>
                    <a:pt x="11882" y="9260"/>
                    <a:pt x="11851" y="9168"/>
                  </a:cubicBezTo>
                  <a:close/>
                  <a:moveTo>
                    <a:pt x="9650" y="0"/>
                  </a:moveTo>
                  <a:lnTo>
                    <a:pt x="9409" y="302"/>
                  </a:lnTo>
                  <a:cubicBezTo>
                    <a:pt x="9378" y="333"/>
                    <a:pt x="8594" y="1359"/>
                    <a:pt x="7781" y="2987"/>
                  </a:cubicBezTo>
                  <a:cubicBezTo>
                    <a:pt x="6695" y="5219"/>
                    <a:pt x="6273" y="7117"/>
                    <a:pt x="6181" y="8565"/>
                  </a:cubicBezTo>
                  <a:lnTo>
                    <a:pt x="4794" y="8565"/>
                  </a:lnTo>
                  <a:lnTo>
                    <a:pt x="4794" y="7872"/>
                  </a:lnTo>
                  <a:lnTo>
                    <a:pt x="4191" y="7872"/>
                  </a:lnTo>
                  <a:lnTo>
                    <a:pt x="4191" y="8114"/>
                  </a:lnTo>
                  <a:lnTo>
                    <a:pt x="3346" y="7269"/>
                  </a:lnTo>
                  <a:lnTo>
                    <a:pt x="331" y="7269"/>
                  </a:lnTo>
                  <a:lnTo>
                    <a:pt x="331" y="8565"/>
                  </a:lnTo>
                  <a:lnTo>
                    <a:pt x="0" y="8565"/>
                  </a:lnTo>
                  <a:lnTo>
                    <a:pt x="0" y="9168"/>
                  </a:lnTo>
                  <a:lnTo>
                    <a:pt x="331" y="9168"/>
                  </a:lnTo>
                  <a:lnTo>
                    <a:pt x="331" y="10466"/>
                  </a:lnTo>
                  <a:lnTo>
                    <a:pt x="3346" y="10466"/>
                  </a:lnTo>
                  <a:lnTo>
                    <a:pt x="4191" y="9561"/>
                  </a:lnTo>
                  <a:lnTo>
                    <a:pt x="4191" y="9803"/>
                  </a:lnTo>
                  <a:lnTo>
                    <a:pt x="4794" y="9803"/>
                  </a:lnTo>
                  <a:lnTo>
                    <a:pt x="4794" y="9168"/>
                  </a:lnTo>
                  <a:lnTo>
                    <a:pt x="6121" y="9168"/>
                  </a:lnTo>
                  <a:lnTo>
                    <a:pt x="6121" y="9501"/>
                  </a:lnTo>
                  <a:cubicBezTo>
                    <a:pt x="6121" y="12123"/>
                    <a:pt x="7026" y="14476"/>
                    <a:pt x="7781" y="15983"/>
                  </a:cubicBezTo>
                  <a:cubicBezTo>
                    <a:pt x="8594" y="17643"/>
                    <a:pt x="9378" y="18637"/>
                    <a:pt x="9409" y="18698"/>
                  </a:cubicBezTo>
                  <a:lnTo>
                    <a:pt x="9650" y="18970"/>
                  </a:lnTo>
                  <a:lnTo>
                    <a:pt x="9892" y="18698"/>
                  </a:lnTo>
                  <a:cubicBezTo>
                    <a:pt x="9921" y="18637"/>
                    <a:pt x="10705" y="17643"/>
                    <a:pt x="11520" y="15983"/>
                  </a:cubicBezTo>
                  <a:cubicBezTo>
                    <a:pt x="12876" y="13240"/>
                    <a:pt x="13178" y="10948"/>
                    <a:pt x="13178" y="9501"/>
                  </a:cubicBezTo>
                  <a:cubicBezTo>
                    <a:pt x="13178" y="9380"/>
                    <a:pt x="13178" y="9260"/>
                    <a:pt x="13149" y="9168"/>
                  </a:cubicBezTo>
                  <a:lnTo>
                    <a:pt x="14476" y="9168"/>
                  </a:lnTo>
                  <a:lnTo>
                    <a:pt x="14476" y="9803"/>
                  </a:lnTo>
                  <a:lnTo>
                    <a:pt x="15079" y="9803"/>
                  </a:lnTo>
                  <a:lnTo>
                    <a:pt x="15079" y="9561"/>
                  </a:lnTo>
                  <a:lnTo>
                    <a:pt x="15952" y="10466"/>
                  </a:lnTo>
                  <a:lnTo>
                    <a:pt x="18939" y="10466"/>
                  </a:lnTo>
                  <a:lnTo>
                    <a:pt x="18939" y="9168"/>
                  </a:lnTo>
                  <a:lnTo>
                    <a:pt x="19301" y="9168"/>
                  </a:lnTo>
                  <a:lnTo>
                    <a:pt x="19301" y="8565"/>
                  </a:lnTo>
                  <a:lnTo>
                    <a:pt x="18939" y="8565"/>
                  </a:lnTo>
                  <a:lnTo>
                    <a:pt x="18939" y="7269"/>
                  </a:lnTo>
                  <a:lnTo>
                    <a:pt x="15952" y="7269"/>
                  </a:lnTo>
                  <a:lnTo>
                    <a:pt x="15079" y="8114"/>
                  </a:lnTo>
                  <a:lnTo>
                    <a:pt x="15079" y="7872"/>
                  </a:lnTo>
                  <a:lnTo>
                    <a:pt x="14476" y="7872"/>
                  </a:lnTo>
                  <a:lnTo>
                    <a:pt x="14476" y="8565"/>
                  </a:lnTo>
                  <a:lnTo>
                    <a:pt x="13117" y="8565"/>
                  </a:lnTo>
                  <a:cubicBezTo>
                    <a:pt x="12968" y="6304"/>
                    <a:pt x="12184" y="4314"/>
                    <a:pt x="11520" y="2987"/>
                  </a:cubicBezTo>
                  <a:cubicBezTo>
                    <a:pt x="10705" y="1359"/>
                    <a:pt x="9921" y="333"/>
                    <a:pt x="9892" y="302"/>
                  </a:cubicBezTo>
                  <a:lnTo>
                    <a:pt x="96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7"/>
            <p:cNvSpPr/>
            <p:nvPr/>
          </p:nvSpPr>
          <p:spPr>
            <a:xfrm>
              <a:off x="3487365" y="3720041"/>
              <a:ext cx="61867" cy="14429"/>
            </a:xfrm>
            <a:custGeom>
              <a:avLst/>
              <a:gdLst/>
              <a:ahLst/>
              <a:cxnLst/>
              <a:rect l="l" t="t" r="r" b="b"/>
              <a:pathLst>
                <a:path w="2594" h="605" extrusionOk="0">
                  <a:moveTo>
                    <a:pt x="1" y="1"/>
                  </a:moveTo>
                  <a:lnTo>
                    <a:pt x="1" y="604"/>
                  </a:lnTo>
                  <a:lnTo>
                    <a:pt x="2594" y="604"/>
                  </a:lnTo>
                  <a:lnTo>
                    <a:pt x="259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67"/>
            <p:cNvSpPr/>
            <p:nvPr/>
          </p:nvSpPr>
          <p:spPr>
            <a:xfrm>
              <a:off x="3487365" y="3504961"/>
              <a:ext cx="61867" cy="14405"/>
            </a:xfrm>
            <a:custGeom>
              <a:avLst/>
              <a:gdLst/>
              <a:ahLst/>
              <a:cxnLst/>
              <a:rect l="l" t="t" r="r" b="b"/>
              <a:pathLst>
                <a:path w="2594" h="604" extrusionOk="0">
                  <a:moveTo>
                    <a:pt x="1" y="1"/>
                  </a:moveTo>
                  <a:lnTo>
                    <a:pt x="1" y="604"/>
                  </a:lnTo>
                  <a:lnTo>
                    <a:pt x="2594" y="604"/>
                  </a:lnTo>
                  <a:lnTo>
                    <a:pt x="259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67"/>
            <p:cNvSpPr/>
            <p:nvPr/>
          </p:nvSpPr>
          <p:spPr>
            <a:xfrm>
              <a:off x="3403246" y="3373381"/>
              <a:ext cx="14405" cy="169001"/>
            </a:xfrm>
            <a:custGeom>
              <a:avLst/>
              <a:gdLst/>
              <a:ahLst/>
              <a:cxnLst/>
              <a:rect l="l" t="t" r="r" b="b"/>
              <a:pathLst>
                <a:path w="604" h="7086" extrusionOk="0">
                  <a:moveTo>
                    <a:pt x="0" y="0"/>
                  </a:moveTo>
                  <a:lnTo>
                    <a:pt x="0" y="7086"/>
                  </a:lnTo>
                  <a:lnTo>
                    <a:pt x="603" y="7086"/>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67"/>
            <p:cNvSpPr/>
            <p:nvPr/>
          </p:nvSpPr>
          <p:spPr>
            <a:xfrm>
              <a:off x="3403246" y="3726504"/>
              <a:ext cx="14405" cy="138115"/>
            </a:xfrm>
            <a:custGeom>
              <a:avLst/>
              <a:gdLst/>
              <a:ahLst/>
              <a:cxnLst/>
              <a:rect l="l" t="t" r="r" b="b"/>
              <a:pathLst>
                <a:path w="604" h="5791" extrusionOk="0">
                  <a:moveTo>
                    <a:pt x="0" y="0"/>
                  </a:moveTo>
                  <a:lnTo>
                    <a:pt x="0" y="5790"/>
                  </a:lnTo>
                  <a:lnTo>
                    <a:pt x="603" y="5790"/>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7"/>
            <p:cNvSpPr/>
            <p:nvPr/>
          </p:nvSpPr>
          <p:spPr>
            <a:xfrm>
              <a:off x="3618277" y="3649564"/>
              <a:ext cx="14405" cy="138115"/>
            </a:xfrm>
            <a:custGeom>
              <a:avLst/>
              <a:gdLst/>
              <a:ahLst/>
              <a:cxnLst/>
              <a:rect l="l" t="t" r="r" b="b"/>
              <a:pathLst>
                <a:path w="604" h="5791" extrusionOk="0">
                  <a:moveTo>
                    <a:pt x="0" y="1"/>
                  </a:moveTo>
                  <a:lnTo>
                    <a:pt x="0" y="5791"/>
                  </a:lnTo>
                  <a:lnTo>
                    <a:pt x="603" y="5791"/>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7"/>
            <p:cNvSpPr/>
            <p:nvPr/>
          </p:nvSpPr>
          <p:spPr>
            <a:xfrm>
              <a:off x="3618277" y="3818565"/>
              <a:ext cx="14405" cy="46054"/>
            </a:xfrm>
            <a:custGeom>
              <a:avLst/>
              <a:gdLst/>
              <a:ahLst/>
              <a:cxnLst/>
              <a:rect l="l" t="t" r="r" b="b"/>
              <a:pathLst>
                <a:path w="604" h="1931" extrusionOk="0">
                  <a:moveTo>
                    <a:pt x="0" y="0"/>
                  </a:moveTo>
                  <a:lnTo>
                    <a:pt x="0" y="1930"/>
                  </a:lnTo>
                  <a:lnTo>
                    <a:pt x="603" y="1930"/>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7"/>
            <p:cNvSpPr/>
            <p:nvPr/>
          </p:nvSpPr>
          <p:spPr>
            <a:xfrm>
              <a:off x="3618277" y="3373381"/>
              <a:ext cx="14405" cy="107897"/>
            </a:xfrm>
            <a:custGeom>
              <a:avLst/>
              <a:gdLst/>
              <a:ahLst/>
              <a:cxnLst/>
              <a:rect l="l" t="t" r="r" b="b"/>
              <a:pathLst>
                <a:path w="604" h="4524" extrusionOk="0">
                  <a:moveTo>
                    <a:pt x="0" y="0"/>
                  </a:moveTo>
                  <a:lnTo>
                    <a:pt x="0" y="4524"/>
                  </a:lnTo>
                  <a:lnTo>
                    <a:pt x="603" y="4524"/>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67"/>
            <p:cNvSpPr/>
            <p:nvPr/>
          </p:nvSpPr>
          <p:spPr>
            <a:xfrm>
              <a:off x="3618277" y="3511472"/>
              <a:ext cx="14405" cy="15836"/>
            </a:xfrm>
            <a:custGeom>
              <a:avLst/>
              <a:gdLst/>
              <a:ahLst/>
              <a:cxnLst/>
              <a:rect l="l" t="t" r="r" b="b"/>
              <a:pathLst>
                <a:path w="604" h="664" extrusionOk="0">
                  <a:moveTo>
                    <a:pt x="0" y="0"/>
                  </a:moveTo>
                  <a:lnTo>
                    <a:pt x="0" y="664"/>
                  </a:lnTo>
                  <a:lnTo>
                    <a:pt x="603" y="664"/>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67"/>
            <p:cNvSpPr/>
            <p:nvPr/>
          </p:nvSpPr>
          <p:spPr>
            <a:xfrm>
              <a:off x="3403246" y="3680473"/>
              <a:ext cx="14405" cy="15145"/>
            </a:xfrm>
            <a:custGeom>
              <a:avLst/>
              <a:gdLst/>
              <a:ahLst/>
              <a:cxnLst/>
              <a:rect l="l" t="t" r="r" b="b"/>
              <a:pathLst>
                <a:path w="604" h="635" extrusionOk="0">
                  <a:moveTo>
                    <a:pt x="0" y="0"/>
                  </a:moveTo>
                  <a:lnTo>
                    <a:pt x="0" y="635"/>
                  </a:lnTo>
                  <a:lnTo>
                    <a:pt x="603" y="635"/>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7"/>
            <p:cNvSpPr/>
            <p:nvPr/>
          </p:nvSpPr>
          <p:spPr>
            <a:xfrm>
              <a:off x="3449276" y="3404267"/>
              <a:ext cx="14405" cy="61199"/>
            </a:xfrm>
            <a:custGeom>
              <a:avLst/>
              <a:gdLst/>
              <a:ahLst/>
              <a:cxnLst/>
              <a:rect l="l" t="t" r="r" b="b"/>
              <a:pathLst>
                <a:path w="604" h="2566" extrusionOk="0">
                  <a:moveTo>
                    <a:pt x="0" y="1"/>
                  </a:moveTo>
                  <a:lnTo>
                    <a:pt x="0" y="2565"/>
                  </a:lnTo>
                  <a:lnTo>
                    <a:pt x="604" y="256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7"/>
            <p:cNvSpPr/>
            <p:nvPr/>
          </p:nvSpPr>
          <p:spPr>
            <a:xfrm>
              <a:off x="3449276" y="3772534"/>
              <a:ext cx="14405" cy="92085"/>
            </a:xfrm>
            <a:custGeom>
              <a:avLst/>
              <a:gdLst/>
              <a:ahLst/>
              <a:cxnLst/>
              <a:rect l="l" t="t" r="r" b="b"/>
              <a:pathLst>
                <a:path w="604" h="3861" extrusionOk="0">
                  <a:moveTo>
                    <a:pt x="0" y="0"/>
                  </a:moveTo>
                  <a:lnTo>
                    <a:pt x="0" y="3860"/>
                  </a:lnTo>
                  <a:lnTo>
                    <a:pt x="604" y="3860"/>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7"/>
            <p:cNvSpPr/>
            <p:nvPr/>
          </p:nvSpPr>
          <p:spPr>
            <a:xfrm>
              <a:off x="3587368" y="3741625"/>
              <a:ext cx="14405" cy="15860"/>
            </a:xfrm>
            <a:custGeom>
              <a:avLst/>
              <a:gdLst/>
              <a:ahLst/>
              <a:cxnLst/>
              <a:rect l="l" t="t" r="r" b="b"/>
              <a:pathLst>
                <a:path w="604" h="665" extrusionOk="0">
                  <a:moveTo>
                    <a:pt x="1" y="1"/>
                  </a:moveTo>
                  <a:lnTo>
                    <a:pt x="1" y="664"/>
                  </a:lnTo>
                  <a:lnTo>
                    <a:pt x="604" y="664"/>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7"/>
            <p:cNvSpPr/>
            <p:nvPr/>
          </p:nvSpPr>
          <p:spPr>
            <a:xfrm>
              <a:off x="3587368" y="3404267"/>
              <a:ext cx="14405" cy="15169"/>
            </a:xfrm>
            <a:custGeom>
              <a:avLst/>
              <a:gdLst/>
              <a:ahLst/>
              <a:cxnLst/>
              <a:rect l="l" t="t" r="r" b="b"/>
              <a:pathLst>
                <a:path w="604" h="636" extrusionOk="0">
                  <a:moveTo>
                    <a:pt x="1" y="1"/>
                  </a:moveTo>
                  <a:lnTo>
                    <a:pt x="1"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67"/>
            <p:cNvSpPr/>
            <p:nvPr/>
          </p:nvSpPr>
          <p:spPr>
            <a:xfrm>
              <a:off x="3587368" y="3787655"/>
              <a:ext cx="14405" cy="46054"/>
            </a:xfrm>
            <a:custGeom>
              <a:avLst/>
              <a:gdLst/>
              <a:ahLst/>
              <a:cxnLst/>
              <a:rect l="l" t="t" r="r" b="b"/>
              <a:pathLst>
                <a:path w="604" h="1931" extrusionOk="0">
                  <a:moveTo>
                    <a:pt x="1" y="1"/>
                  </a:moveTo>
                  <a:lnTo>
                    <a:pt x="1" y="1931"/>
                  </a:lnTo>
                  <a:lnTo>
                    <a:pt x="604" y="1931"/>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 name="Google Shape;1226;p67"/>
          <p:cNvGrpSpPr/>
          <p:nvPr/>
        </p:nvGrpSpPr>
        <p:grpSpPr>
          <a:xfrm>
            <a:off x="4052681" y="3315181"/>
            <a:ext cx="336643" cy="491238"/>
            <a:chOff x="4052681" y="3373381"/>
            <a:chExt cx="336643" cy="491238"/>
          </a:xfrm>
        </p:grpSpPr>
        <p:sp>
          <p:nvSpPr>
            <p:cNvPr id="1227" name="Google Shape;1227;p67"/>
            <p:cNvSpPr/>
            <p:nvPr/>
          </p:nvSpPr>
          <p:spPr>
            <a:xfrm>
              <a:off x="4267021" y="3573315"/>
              <a:ext cx="14405" cy="15097"/>
            </a:xfrm>
            <a:custGeom>
              <a:avLst/>
              <a:gdLst/>
              <a:ahLst/>
              <a:cxnLst/>
              <a:rect l="l" t="t" r="r" b="b"/>
              <a:pathLst>
                <a:path w="604" h="633" extrusionOk="0">
                  <a:moveTo>
                    <a:pt x="1" y="1"/>
                  </a:moveTo>
                  <a:lnTo>
                    <a:pt x="1"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7"/>
            <p:cNvSpPr/>
            <p:nvPr/>
          </p:nvSpPr>
          <p:spPr>
            <a:xfrm>
              <a:off x="4267021" y="3527285"/>
              <a:ext cx="14405" cy="15097"/>
            </a:xfrm>
            <a:custGeom>
              <a:avLst/>
              <a:gdLst/>
              <a:ahLst/>
              <a:cxnLst/>
              <a:rect l="l" t="t" r="r" b="b"/>
              <a:pathLst>
                <a:path w="604" h="633" extrusionOk="0">
                  <a:moveTo>
                    <a:pt x="1" y="1"/>
                  </a:moveTo>
                  <a:lnTo>
                    <a:pt x="1"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67"/>
            <p:cNvSpPr/>
            <p:nvPr/>
          </p:nvSpPr>
          <p:spPr>
            <a:xfrm>
              <a:off x="4267021" y="3619346"/>
              <a:ext cx="14405" cy="15121"/>
            </a:xfrm>
            <a:custGeom>
              <a:avLst/>
              <a:gdLst/>
              <a:ahLst/>
              <a:cxnLst/>
              <a:rect l="l" t="t" r="r" b="b"/>
              <a:pathLst>
                <a:path w="604" h="634" extrusionOk="0">
                  <a:moveTo>
                    <a:pt x="1" y="1"/>
                  </a:moveTo>
                  <a:lnTo>
                    <a:pt x="1"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67"/>
            <p:cNvSpPr/>
            <p:nvPr/>
          </p:nvSpPr>
          <p:spPr>
            <a:xfrm>
              <a:off x="4052681" y="3373381"/>
              <a:ext cx="259703" cy="413559"/>
            </a:xfrm>
            <a:custGeom>
              <a:avLst/>
              <a:gdLst/>
              <a:ahLst/>
              <a:cxnLst/>
              <a:rect l="l" t="t" r="r" b="b"/>
              <a:pathLst>
                <a:path w="10889" h="17340" extrusionOk="0">
                  <a:moveTo>
                    <a:pt x="9321" y="1267"/>
                  </a:moveTo>
                  <a:cubicBezTo>
                    <a:pt x="9863" y="1267"/>
                    <a:pt x="10286" y="1689"/>
                    <a:pt x="10286" y="2232"/>
                  </a:cubicBezTo>
                  <a:lnTo>
                    <a:pt x="10286" y="15108"/>
                  </a:lnTo>
                  <a:cubicBezTo>
                    <a:pt x="10286" y="15650"/>
                    <a:pt x="9863" y="16104"/>
                    <a:pt x="9321" y="16104"/>
                  </a:cubicBezTo>
                  <a:lnTo>
                    <a:pt x="8324" y="16104"/>
                  </a:lnTo>
                  <a:lnTo>
                    <a:pt x="8324" y="1267"/>
                  </a:lnTo>
                  <a:close/>
                  <a:moveTo>
                    <a:pt x="7721" y="603"/>
                  </a:moveTo>
                  <a:lnTo>
                    <a:pt x="7721" y="16736"/>
                  </a:lnTo>
                  <a:lnTo>
                    <a:pt x="7029" y="16736"/>
                  </a:lnTo>
                  <a:lnTo>
                    <a:pt x="7029" y="603"/>
                  </a:lnTo>
                  <a:close/>
                  <a:moveTo>
                    <a:pt x="6425" y="0"/>
                  </a:moveTo>
                  <a:lnTo>
                    <a:pt x="6425" y="664"/>
                  </a:lnTo>
                  <a:lnTo>
                    <a:pt x="1" y="664"/>
                  </a:lnTo>
                  <a:lnTo>
                    <a:pt x="1" y="16707"/>
                  </a:lnTo>
                  <a:lnTo>
                    <a:pt x="5460" y="16707"/>
                  </a:lnTo>
                  <a:lnTo>
                    <a:pt x="5460" y="16104"/>
                  </a:lnTo>
                  <a:lnTo>
                    <a:pt x="604" y="16104"/>
                  </a:lnTo>
                  <a:lnTo>
                    <a:pt x="604" y="1267"/>
                  </a:lnTo>
                  <a:lnTo>
                    <a:pt x="6425" y="1267"/>
                  </a:lnTo>
                  <a:lnTo>
                    <a:pt x="6425" y="17339"/>
                  </a:lnTo>
                  <a:lnTo>
                    <a:pt x="8324" y="17339"/>
                  </a:lnTo>
                  <a:lnTo>
                    <a:pt x="8324" y="16707"/>
                  </a:lnTo>
                  <a:lnTo>
                    <a:pt x="9321" y="16707"/>
                  </a:lnTo>
                  <a:cubicBezTo>
                    <a:pt x="10194" y="16707"/>
                    <a:pt x="10889" y="15983"/>
                    <a:pt x="10889" y="15108"/>
                  </a:cubicBezTo>
                  <a:lnTo>
                    <a:pt x="10889" y="2232"/>
                  </a:lnTo>
                  <a:cubicBezTo>
                    <a:pt x="10889" y="1356"/>
                    <a:pt x="10194" y="664"/>
                    <a:pt x="9321" y="664"/>
                  </a:cubicBezTo>
                  <a:lnTo>
                    <a:pt x="8324" y="664"/>
                  </a:lnTo>
                  <a:lnTo>
                    <a:pt x="83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7"/>
            <p:cNvSpPr/>
            <p:nvPr/>
          </p:nvSpPr>
          <p:spPr>
            <a:xfrm>
              <a:off x="4082899" y="3412209"/>
              <a:ext cx="14405" cy="337334"/>
            </a:xfrm>
            <a:custGeom>
              <a:avLst/>
              <a:gdLst/>
              <a:ahLst/>
              <a:cxnLst/>
              <a:rect l="l" t="t" r="r" b="b"/>
              <a:pathLst>
                <a:path w="604" h="14144" extrusionOk="0">
                  <a:moveTo>
                    <a:pt x="0" y="1"/>
                  </a:moveTo>
                  <a:lnTo>
                    <a:pt x="0" y="14143"/>
                  </a:lnTo>
                  <a:lnTo>
                    <a:pt x="604" y="1414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67"/>
            <p:cNvSpPr/>
            <p:nvPr/>
          </p:nvSpPr>
          <p:spPr>
            <a:xfrm>
              <a:off x="4344009" y="3543121"/>
              <a:ext cx="45315" cy="321498"/>
            </a:xfrm>
            <a:custGeom>
              <a:avLst/>
              <a:gdLst/>
              <a:ahLst/>
              <a:cxnLst/>
              <a:rect l="l" t="t" r="r" b="b"/>
              <a:pathLst>
                <a:path w="1900" h="13480" extrusionOk="0">
                  <a:moveTo>
                    <a:pt x="934" y="603"/>
                  </a:moveTo>
                  <a:cubicBezTo>
                    <a:pt x="1115" y="603"/>
                    <a:pt x="1296" y="753"/>
                    <a:pt x="1296" y="965"/>
                  </a:cubicBezTo>
                  <a:lnTo>
                    <a:pt x="1296" y="1930"/>
                  </a:lnTo>
                  <a:lnTo>
                    <a:pt x="604" y="1930"/>
                  </a:lnTo>
                  <a:lnTo>
                    <a:pt x="604" y="965"/>
                  </a:lnTo>
                  <a:cubicBezTo>
                    <a:pt x="604" y="753"/>
                    <a:pt x="753" y="603"/>
                    <a:pt x="934" y="603"/>
                  </a:cubicBezTo>
                  <a:close/>
                  <a:moveTo>
                    <a:pt x="1296" y="2534"/>
                  </a:moveTo>
                  <a:lnTo>
                    <a:pt x="1296" y="3226"/>
                  </a:lnTo>
                  <a:lnTo>
                    <a:pt x="604" y="3226"/>
                  </a:lnTo>
                  <a:lnTo>
                    <a:pt x="604" y="2534"/>
                  </a:lnTo>
                  <a:close/>
                  <a:moveTo>
                    <a:pt x="1296" y="3829"/>
                  </a:moveTo>
                  <a:lnTo>
                    <a:pt x="1296" y="10946"/>
                  </a:lnTo>
                  <a:lnTo>
                    <a:pt x="604" y="10946"/>
                  </a:lnTo>
                  <a:lnTo>
                    <a:pt x="604" y="3829"/>
                  </a:lnTo>
                  <a:close/>
                  <a:moveTo>
                    <a:pt x="1207" y="11549"/>
                  </a:moveTo>
                  <a:lnTo>
                    <a:pt x="966" y="12304"/>
                  </a:lnTo>
                  <a:lnTo>
                    <a:pt x="724" y="11549"/>
                  </a:lnTo>
                  <a:close/>
                  <a:moveTo>
                    <a:pt x="934" y="0"/>
                  </a:moveTo>
                  <a:cubicBezTo>
                    <a:pt x="423" y="0"/>
                    <a:pt x="1" y="423"/>
                    <a:pt x="1" y="965"/>
                  </a:cubicBezTo>
                  <a:lnTo>
                    <a:pt x="1" y="11279"/>
                  </a:lnTo>
                  <a:lnTo>
                    <a:pt x="693" y="13479"/>
                  </a:lnTo>
                  <a:lnTo>
                    <a:pt x="1236" y="13479"/>
                  </a:lnTo>
                  <a:lnTo>
                    <a:pt x="1899" y="11279"/>
                  </a:lnTo>
                  <a:lnTo>
                    <a:pt x="1899" y="965"/>
                  </a:lnTo>
                  <a:cubicBezTo>
                    <a:pt x="1899" y="423"/>
                    <a:pt x="1448" y="0"/>
                    <a:pt x="9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 name="Google Shape;1233;p67"/>
          <p:cNvGrpSpPr/>
          <p:nvPr/>
        </p:nvGrpSpPr>
        <p:grpSpPr>
          <a:xfrm>
            <a:off x="4677742" y="3384918"/>
            <a:ext cx="490547" cy="352455"/>
            <a:chOff x="4677742" y="3443118"/>
            <a:chExt cx="490547" cy="352455"/>
          </a:xfrm>
        </p:grpSpPr>
        <p:sp>
          <p:nvSpPr>
            <p:cNvPr id="1234" name="Google Shape;1234;p67"/>
            <p:cNvSpPr/>
            <p:nvPr/>
          </p:nvSpPr>
          <p:spPr>
            <a:xfrm>
              <a:off x="4892082" y="3458931"/>
              <a:ext cx="69070" cy="75581"/>
            </a:xfrm>
            <a:custGeom>
              <a:avLst/>
              <a:gdLst/>
              <a:ahLst/>
              <a:cxnLst/>
              <a:rect l="l" t="t" r="r" b="b"/>
              <a:pathLst>
                <a:path w="2896" h="3169" extrusionOk="0">
                  <a:moveTo>
                    <a:pt x="1296" y="604"/>
                  </a:moveTo>
                  <a:cubicBezTo>
                    <a:pt x="1839" y="604"/>
                    <a:pt x="2292" y="1026"/>
                    <a:pt x="2292" y="1569"/>
                  </a:cubicBezTo>
                  <a:cubicBezTo>
                    <a:pt x="2292" y="2112"/>
                    <a:pt x="1839" y="2565"/>
                    <a:pt x="1296" y="2565"/>
                  </a:cubicBezTo>
                  <a:lnTo>
                    <a:pt x="1267" y="2565"/>
                  </a:lnTo>
                  <a:cubicBezTo>
                    <a:pt x="1477" y="2293"/>
                    <a:pt x="1597" y="1962"/>
                    <a:pt x="1597" y="1569"/>
                  </a:cubicBezTo>
                  <a:cubicBezTo>
                    <a:pt x="1597" y="1207"/>
                    <a:pt x="1477" y="845"/>
                    <a:pt x="1267" y="604"/>
                  </a:cubicBezTo>
                  <a:close/>
                  <a:moveTo>
                    <a:pt x="0" y="1"/>
                  </a:moveTo>
                  <a:lnTo>
                    <a:pt x="0" y="575"/>
                  </a:lnTo>
                  <a:cubicBezTo>
                    <a:pt x="543" y="575"/>
                    <a:pt x="994" y="1026"/>
                    <a:pt x="994" y="1569"/>
                  </a:cubicBezTo>
                  <a:cubicBezTo>
                    <a:pt x="994" y="2112"/>
                    <a:pt x="543" y="2534"/>
                    <a:pt x="0" y="2534"/>
                  </a:cubicBezTo>
                  <a:lnTo>
                    <a:pt x="0" y="3168"/>
                  </a:lnTo>
                  <a:lnTo>
                    <a:pt x="1296" y="3168"/>
                  </a:lnTo>
                  <a:cubicBezTo>
                    <a:pt x="2171" y="3168"/>
                    <a:pt x="2895" y="2445"/>
                    <a:pt x="2895" y="1569"/>
                  </a:cubicBezTo>
                  <a:cubicBezTo>
                    <a:pt x="2895" y="696"/>
                    <a:pt x="217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7"/>
            <p:cNvSpPr/>
            <p:nvPr/>
          </p:nvSpPr>
          <p:spPr>
            <a:xfrm>
              <a:off x="4762600" y="3489149"/>
              <a:ext cx="106490" cy="37421"/>
            </a:xfrm>
            <a:custGeom>
              <a:avLst/>
              <a:gdLst/>
              <a:ahLst/>
              <a:cxnLst/>
              <a:rect l="l" t="t" r="r" b="b"/>
              <a:pathLst>
                <a:path w="4465" h="1569" extrusionOk="0">
                  <a:moveTo>
                    <a:pt x="2865" y="0"/>
                  </a:moveTo>
                  <a:cubicBezTo>
                    <a:pt x="2261" y="0"/>
                    <a:pt x="1750" y="333"/>
                    <a:pt x="1477" y="816"/>
                  </a:cubicBezTo>
                  <a:cubicBezTo>
                    <a:pt x="1328" y="695"/>
                    <a:pt x="1147" y="635"/>
                    <a:pt x="935" y="635"/>
                  </a:cubicBezTo>
                  <a:cubicBezTo>
                    <a:pt x="423" y="635"/>
                    <a:pt x="1" y="1057"/>
                    <a:pt x="1" y="1569"/>
                  </a:cubicBezTo>
                  <a:lnTo>
                    <a:pt x="604" y="1569"/>
                  </a:lnTo>
                  <a:cubicBezTo>
                    <a:pt x="604" y="1388"/>
                    <a:pt x="754" y="1238"/>
                    <a:pt x="935" y="1238"/>
                  </a:cubicBezTo>
                  <a:cubicBezTo>
                    <a:pt x="1116" y="1238"/>
                    <a:pt x="1268" y="1388"/>
                    <a:pt x="1268" y="1569"/>
                  </a:cubicBezTo>
                  <a:lnTo>
                    <a:pt x="1871" y="1569"/>
                  </a:lnTo>
                  <a:cubicBezTo>
                    <a:pt x="1871" y="1026"/>
                    <a:pt x="2322" y="604"/>
                    <a:pt x="2865" y="604"/>
                  </a:cubicBezTo>
                  <a:cubicBezTo>
                    <a:pt x="3407" y="604"/>
                    <a:pt x="3861" y="1026"/>
                    <a:pt x="3861" y="1569"/>
                  </a:cubicBezTo>
                  <a:lnTo>
                    <a:pt x="4464" y="1569"/>
                  </a:lnTo>
                  <a:cubicBezTo>
                    <a:pt x="4464" y="695"/>
                    <a:pt x="3740" y="0"/>
                    <a:pt x="2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67"/>
            <p:cNvSpPr/>
            <p:nvPr/>
          </p:nvSpPr>
          <p:spPr>
            <a:xfrm>
              <a:off x="4976940" y="3443118"/>
              <a:ext cx="106466" cy="37421"/>
            </a:xfrm>
            <a:custGeom>
              <a:avLst/>
              <a:gdLst/>
              <a:ahLst/>
              <a:cxnLst/>
              <a:rect l="l" t="t" r="r" b="b"/>
              <a:pathLst>
                <a:path w="4464" h="1569" extrusionOk="0">
                  <a:moveTo>
                    <a:pt x="2896" y="0"/>
                  </a:moveTo>
                  <a:cubicBezTo>
                    <a:pt x="2293" y="0"/>
                    <a:pt x="1779" y="333"/>
                    <a:pt x="1509" y="816"/>
                  </a:cubicBezTo>
                  <a:cubicBezTo>
                    <a:pt x="1357" y="695"/>
                    <a:pt x="1147" y="635"/>
                    <a:pt x="966" y="635"/>
                  </a:cubicBezTo>
                  <a:cubicBezTo>
                    <a:pt x="423" y="635"/>
                    <a:pt x="1" y="1057"/>
                    <a:pt x="1" y="1568"/>
                  </a:cubicBezTo>
                  <a:lnTo>
                    <a:pt x="604" y="1568"/>
                  </a:lnTo>
                  <a:cubicBezTo>
                    <a:pt x="604" y="1388"/>
                    <a:pt x="785" y="1238"/>
                    <a:pt x="966" y="1238"/>
                  </a:cubicBezTo>
                  <a:cubicBezTo>
                    <a:pt x="1147" y="1238"/>
                    <a:pt x="1296" y="1388"/>
                    <a:pt x="1296" y="1568"/>
                  </a:cubicBezTo>
                  <a:lnTo>
                    <a:pt x="1899" y="1568"/>
                  </a:lnTo>
                  <a:cubicBezTo>
                    <a:pt x="1899" y="1026"/>
                    <a:pt x="2353" y="603"/>
                    <a:pt x="2896" y="603"/>
                  </a:cubicBezTo>
                  <a:cubicBezTo>
                    <a:pt x="3439" y="603"/>
                    <a:pt x="3861" y="1026"/>
                    <a:pt x="3861" y="1568"/>
                  </a:cubicBezTo>
                  <a:lnTo>
                    <a:pt x="4464" y="1568"/>
                  </a:lnTo>
                  <a:cubicBezTo>
                    <a:pt x="4464" y="695"/>
                    <a:pt x="3769" y="0"/>
                    <a:pt x="2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7"/>
            <p:cNvSpPr/>
            <p:nvPr/>
          </p:nvSpPr>
          <p:spPr>
            <a:xfrm>
              <a:off x="4677742" y="3581210"/>
              <a:ext cx="490547" cy="214364"/>
            </a:xfrm>
            <a:custGeom>
              <a:avLst/>
              <a:gdLst/>
              <a:ahLst/>
              <a:cxnLst/>
              <a:rect l="l" t="t" r="r" b="b"/>
              <a:pathLst>
                <a:path w="20568" h="8988" extrusionOk="0">
                  <a:moveTo>
                    <a:pt x="5699" y="1810"/>
                  </a:moveTo>
                  <a:lnTo>
                    <a:pt x="4251" y="7088"/>
                  </a:lnTo>
                  <a:lnTo>
                    <a:pt x="1870" y="7088"/>
                  </a:lnTo>
                  <a:lnTo>
                    <a:pt x="5699" y="1810"/>
                  </a:lnTo>
                  <a:close/>
                  <a:moveTo>
                    <a:pt x="6092" y="2534"/>
                  </a:moveTo>
                  <a:lnTo>
                    <a:pt x="6092" y="7088"/>
                  </a:lnTo>
                  <a:lnTo>
                    <a:pt x="4886" y="7088"/>
                  </a:lnTo>
                  <a:lnTo>
                    <a:pt x="6092" y="2534"/>
                  </a:lnTo>
                  <a:close/>
                  <a:moveTo>
                    <a:pt x="13993" y="604"/>
                  </a:moveTo>
                  <a:lnTo>
                    <a:pt x="18698" y="7088"/>
                  </a:lnTo>
                  <a:lnTo>
                    <a:pt x="11730" y="7088"/>
                  </a:lnTo>
                  <a:lnTo>
                    <a:pt x="7026" y="604"/>
                  </a:lnTo>
                  <a:close/>
                  <a:moveTo>
                    <a:pt x="6092" y="7692"/>
                  </a:moveTo>
                  <a:lnTo>
                    <a:pt x="6092" y="8384"/>
                  </a:lnTo>
                  <a:lnTo>
                    <a:pt x="1569" y="8384"/>
                  </a:lnTo>
                  <a:lnTo>
                    <a:pt x="1569" y="7692"/>
                  </a:lnTo>
                  <a:close/>
                  <a:moveTo>
                    <a:pt x="6695" y="1207"/>
                  </a:moveTo>
                  <a:lnTo>
                    <a:pt x="10978" y="7088"/>
                  </a:lnTo>
                  <a:lnTo>
                    <a:pt x="9651" y="7088"/>
                  </a:lnTo>
                  <a:lnTo>
                    <a:pt x="9651" y="7692"/>
                  </a:lnTo>
                  <a:lnTo>
                    <a:pt x="11248" y="7692"/>
                  </a:lnTo>
                  <a:lnTo>
                    <a:pt x="11248" y="8384"/>
                  </a:lnTo>
                  <a:lnTo>
                    <a:pt x="6695" y="8384"/>
                  </a:lnTo>
                  <a:lnTo>
                    <a:pt x="6695" y="7692"/>
                  </a:lnTo>
                  <a:lnTo>
                    <a:pt x="8353" y="7692"/>
                  </a:lnTo>
                  <a:lnTo>
                    <a:pt x="8353" y="7088"/>
                  </a:lnTo>
                  <a:lnTo>
                    <a:pt x="6695" y="7088"/>
                  </a:lnTo>
                  <a:lnTo>
                    <a:pt x="6695" y="1207"/>
                  </a:lnTo>
                  <a:close/>
                  <a:moveTo>
                    <a:pt x="18968" y="7692"/>
                  </a:moveTo>
                  <a:lnTo>
                    <a:pt x="18968" y="8384"/>
                  </a:lnTo>
                  <a:lnTo>
                    <a:pt x="11851" y="8384"/>
                  </a:lnTo>
                  <a:lnTo>
                    <a:pt x="11851" y="7692"/>
                  </a:lnTo>
                  <a:close/>
                  <a:moveTo>
                    <a:pt x="6273" y="0"/>
                  </a:moveTo>
                  <a:lnTo>
                    <a:pt x="965" y="7269"/>
                  </a:lnTo>
                  <a:lnTo>
                    <a:pt x="965" y="8384"/>
                  </a:lnTo>
                  <a:lnTo>
                    <a:pt x="0" y="8384"/>
                  </a:lnTo>
                  <a:lnTo>
                    <a:pt x="0" y="8987"/>
                  </a:lnTo>
                  <a:lnTo>
                    <a:pt x="20567" y="8987"/>
                  </a:lnTo>
                  <a:lnTo>
                    <a:pt x="20567" y="8384"/>
                  </a:lnTo>
                  <a:lnTo>
                    <a:pt x="19571" y="8384"/>
                  </a:lnTo>
                  <a:lnTo>
                    <a:pt x="19571" y="7269"/>
                  </a:lnTo>
                  <a:lnTo>
                    <a:pt x="1429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7"/>
            <p:cNvSpPr/>
            <p:nvPr/>
          </p:nvSpPr>
          <p:spPr>
            <a:xfrm>
              <a:off x="4938112" y="3612167"/>
              <a:ext cx="15836" cy="14405"/>
            </a:xfrm>
            <a:custGeom>
              <a:avLst/>
              <a:gdLst/>
              <a:ahLst/>
              <a:cxnLst/>
              <a:rect l="l" t="t" r="r" b="b"/>
              <a:pathLst>
                <a:path w="664" h="604" extrusionOk="0">
                  <a:moveTo>
                    <a:pt x="0" y="0"/>
                  </a:moveTo>
                  <a:lnTo>
                    <a:pt x="0" y="604"/>
                  </a:lnTo>
                  <a:lnTo>
                    <a:pt x="664" y="604"/>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67"/>
            <p:cNvSpPr/>
            <p:nvPr/>
          </p:nvSpPr>
          <p:spPr>
            <a:xfrm>
              <a:off x="4892082" y="3612167"/>
              <a:ext cx="15836" cy="14405"/>
            </a:xfrm>
            <a:custGeom>
              <a:avLst/>
              <a:gdLst/>
              <a:ahLst/>
              <a:cxnLst/>
              <a:rect l="l" t="t" r="r" b="b"/>
              <a:pathLst>
                <a:path w="664" h="604" extrusionOk="0">
                  <a:moveTo>
                    <a:pt x="0" y="0"/>
                  </a:moveTo>
                  <a:lnTo>
                    <a:pt x="0" y="604"/>
                  </a:lnTo>
                  <a:lnTo>
                    <a:pt x="664" y="604"/>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7"/>
            <p:cNvSpPr/>
            <p:nvPr/>
          </p:nvSpPr>
          <p:spPr>
            <a:xfrm>
              <a:off x="4984143" y="3612167"/>
              <a:ext cx="15836" cy="14405"/>
            </a:xfrm>
            <a:custGeom>
              <a:avLst/>
              <a:gdLst/>
              <a:ahLst/>
              <a:cxnLst/>
              <a:rect l="l" t="t" r="r" b="b"/>
              <a:pathLst>
                <a:path w="664" h="604" extrusionOk="0">
                  <a:moveTo>
                    <a:pt x="0" y="0"/>
                  </a:moveTo>
                  <a:lnTo>
                    <a:pt x="0" y="604"/>
                  </a:lnTo>
                  <a:lnTo>
                    <a:pt x="664" y="604"/>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67"/>
          <p:cNvGrpSpPr/>
          <p:nvPr/>
        </p:nvGrpSpPr>
        <p:grpSpPr>
          <a:xfrm>
            <a:off x="5379719" y="3338888"/>
            <a:ext cx="491238" cy="443825"/>
            <a:chOff x="5379719" y="3397088"/>
            <a:chExt cx="491238" cy="443825"/>
          </a:xfrm>
        </p:grpSpPr>
        <p:sp>
          <p:nvSpPr>
            <p:cNvPr id="1242" name="Google Shape;1242;p67"/>
            <p:cNvSpPr/>
            <p:nvPr/>
          </p:nvSpPr>
          <p:spPr>
            <a:xfrm>
              <a:off x="5379719" y="3595591"/>
              <a:ext cx="491238" cy="245321"/>
            </a:xfrm>
            <a:custGeom>
              <a:avLst/>
              <a:gdLst/>
              <a:ahLst/>
              <a:cxnLst/>
              <a:rect l="l" t="t" r="r" b="b"/>
              <a:pathLst>
                <a:path w="20597" h="10286" extrusionOk="0">
                  <a:moveTo>
                    <a:pt x="15320" y="4495"/>
                  </a:moveTo>
                  <a:cubicBezTo>
                    <a:pt x="15590" y="4495"/>
                    <a:pt x="15832" y="4705"/>
                    <a:pt x="15832" y="5007"/>
                  </a:cubicBezTo>
                  <a:cubicBezTo>
                    <a:pt x="15832" y="5279"/>
                    <a:pt x="15590" y="5520"/>
                    <a:pt x="15320" y="5520"/>
                  </a:cubicBezTo>
                  <a:cubicBezTo>
                    <a:pt x="15019" y="5520"/>
                    <a:pt x="14777" y="5279"/>
                    <a:pt x="14777" y="5007"/>
                  </a:cubicBezTo>
                  <a:cubicBezTo>
                    <a:pt x="14777" y="4705"/>
                    <a:pt x="15019" y="4495"/>
                    <a:pt x="15320" y="4495"/>
                  </a:cubicBezTo>
                  <a:close/>
                  <a:moveTo>
                    <a:pt x="5156" y="9320"/>
                  </a:moveTo>
                  <a:cubicBezTo>
                    <a:pt x="5429" y="9320"/>
                    <a:pt x="5639" y="9441"/>
                    <a:pt x="5759" y="9682"/>
                  </a:cubicBezTo>
                  <a:lnTo>
                    <a:pt x="4553" y="9682"/>
                  </a:lnTo>
                  <a:cubicBezTo>
                    <a:pt x="4674" y="9441"/>
                    <a:pt x="4886" y="9320"/>
                    <a:pt x="5156" y="9320"/>
                  </a:cubicBezTo>
                  <a:close/>
                  <a:moveTo>
                    <a:pt x="5156" y="8054"/>
                  </a:moveTo>
                  <a:cubicBezTo>
                    <a:pt x="6121" y="8054"/>
                    <a:pt x="6937" y="8717"/>
                    <a:pt x="7086" y="9682"/>
                  </a:cubicBezTo>
                  <a:lnTo>
                    <a:pt x="6394" y="9682"/>
                  </a:lnTo>
                  <a:cubicBezTo>
                    <a:pt x="6242" y="9139"/>
                    <a:pt x="5759" y="8717"/>
                    <a:pt x="5156" y="8717"/>
                  </a:cubicBezTo>
                  <a:cubicBezTo>
                    <a:pt x="4553" y="8717"/>
                    <a:pt x="4071" y="9139"/>
                    <a:pt x="3921" y="9682"/>
                  </a:cubicBezTo>
                  <a:lnTo>
                    <a:pt x="3226" y="9682"/>
                  </a:lnTo>
                  <a:cubicBezTo>
                    <a:pt x="3378" y="8717"/>
                    <a:pt x="4191" y="8054"/>
                    <a:pt x="5156" y="8054"/>
                  </a:cubicBezTo>
                  <a:close/>
                  <a:moveTo>
                    <a:pt x="5156" y="6756"/>
                  </a:moveTo>
                  <a:cubicBezTo>
                    <a:pt x="6845" y="6756"/>
                    <a:pt x="8232" y="8054"/>
                    <a:pt x="8384" y="9682"/>
                  </a:cubicBezTo>
                  <a:lnTo>
                    <a:pt x="7689" y="9682"/>
                  </a:lnTo>
                  <a:cubicBezTo>
                    <a:pt x="7540" y="8416"/>
                    <a:pt x="6454" y="7450"/>
                    <a:pt x="5156" y="7450"/>
                  </a:cubicBezTo>
                  <a:cubicBezTo>
                    <a:pt x="3861" y="7450"/>
                    <a:pt x="2775" y="8416"/>
                    <a:pt x="2623" y="9682"/>
                  </a:cubicBezTo>
                  <a:lnTo>
                    <a:pt x="1931" y="9682"/>
                  </a:lnTo>
                  <a:cubicBezTo>
                    <a:pt x="2080" y="8054"/>
                    <a:pt x="3467" y="6756"/>
                    <a:pt x="5156" y="6756"/>
                  </a:cubicBezTo>
                  <a:close/>
                  <a:moveTo>
                    <a:pt x="9981" y="1"/>
                  </a:moveTo>
                  <a:lnTo>
                    <a:pt x="9981" y="242"/>
                  </a:lnTo>
                  <a:cubicBezTo>
                    <a:pt x="9981" y="454"/>
                    <a:pt x="9921" y="635"/>
                    <a:pt x="9832" y="785"/>
                  </a:cubicBezTo>
                  <a:lnTo>
                    <a:pt x="7902" y="3680"/>
                  </a:lnTo>
                  <a:cubicBezTo>
                    <a:pt x="7569" y="4162"/>
                    <a:pt x="7419" y="4705"/>
                    <a:pt x="7419" y="5279"/>
                  </a:cubicBezTo>
                  <a:lnTo>
                    <a:pt x="7419" y="6153"/>
                  </a:lnTo>
                  <a:lnTo>
                    <a:pt x="5156" y="6153"/>
                  </a:lnTo>
                  <a:cubicBezTo>
                    <a:pt x="3137" y="6153"/>
                    <a:pt x="1477" y="7692"/>
                    <a:pt x="1327" y="9682"/>
                  </a:cubicBezTo>
                  <a:lnTo>
                    <a:pt x="1" y="9682"/>
                  </a:lnTo>
                  <a:lnTo>
                    <a:pt x="1" y="10285"/>
                  </a:lnTo>
                  <a:lnTo>
                    <a:pt x="10314" y="10285"/>
                  </a:lnTo>
                  <a:lnTo>
                    <a:pt x="10314" y="9682"/>
                  </a:lnTo>
                  <a:lnTo>
                    <a:pt x="8987" y="9682"/>
                  </a:lnTo>
                  <a:cubicBezTo>
                    <a:pt x="8896" y="8444"/>
                    <a:pt x="8203" y="7359"/>
                    <a:pt x="7207" y="6756"/>
                  </a:cubicBezTo>
                  <a:lnTo>
                    <a:pt x="12997" y="6756"/>
                  </a:lnTo>
                  <a:lnTo>
                    <a:pt x="11972" y="8536"/>
                  </a:lnTo>
                  <a:lnTo>
                    <a:pt x="12486" y="8838"/>
                  </a:lnTo>
                  <a:lnTo>
                    <a:pt x="14355" y="5581"/>
                  </a:lnTo>
                  <a:cubicBezTo>
                    <a:pt x="14536" y="5911"/>
                    <a:pt x="14898" y="6124"/>
                    <a:pt x="15289" y="6124"/>
                  </a:cubicBezTo>
                  <a:lnTo>
                    <a:pt x="13902" y="8536"/>
                  </a:lnTo>
                  <a:lnTo>
                    <a:pt x="14416" y="8838"/>
                  </a:lnTo>
                  <a:lnTo>
                    <a:pt x="15622" y="6756"/>
                  </a:lnTo>
                  <a:lnTo>
                    <a:pt x="15771" y="6756"/>
                  </a:lnTo>
                  <a:cubicBezTo>
                    <a:pt x="17460" y="6756"/>
                    <a:pt x="18847" y="8054"/>
                    <a:pt x="18999" y="9682"/>
                  </a:cubicBezTo>
                  <a:lnTo>
                    <a:pt x="11581" y="9682"/>
                  </a:lnTo>
                  <a:lnTo>
                    <a:pt x="11581" y="10285"/>
                  </a:lnTo>
                  <a:lnTo>
                    <a:pt x="20597" y="10285"/>
                  </a:lnTo>
                  <a:lnTo>
                    <a:pt x="20597" y="9682"/>
                  </a:lnTo>
                  <a:lnTo>
                    <a:pt x="19603" y="9682"/>
                  </a:lnTo>
                  <a:cubicBezTo>
                    <a:pt x="19451" y="7752"/>
                    <a:pt x="17882" y="6244"/>
                    <a:pt x="15952" y="6153"/>
                  </a:cubicBezTo>
                  <a:lnTo>
                    <a:pt x="16285" y="5581"/>
                  </a:lnTo>
                  <a:cubicBezTo>
                    <a:pt x="16375" y="5400"/>
                    <a:pt x="16435" y="5219"/>
                    <a:pt x="16435" y="5007"/>
                  </a:cubicBezTo>
                  <a:cubicBezTo>
                    <a:pt x="16435" y="4375"/>
                    <a:pt x="15923" y="3892"/>
                    <a:pt x="15320" y="3892"/>
                  </a:cubicBezTo>
                  <a:lnTo>
                    <a:pt x="15289" y="3892"/>
                  </a:lnTo>
                  <a:cubicBezTo>
                    <a:pt x="14898" y="3892"/>
                    <a:pt x="14505" y="4102"/>
                    <a:pt x="14295" y="4464"/>
                  </a:cubicBezTo>
                  <a:lnTo>
                    <a:pt x="13359" y="6153"/>
                  </a:lnTo>
                  <a:lnTo>
                    <a:pt x="11882" y="6153"/>
                  </a:lnTo>
                  <a:lnTo>
                    <a:pt x="11882" y="5549"/>
                  </a:lnTo>
                  <a:cubicBezTo>
                    <a:pt x="11882" y="5219"/>
                    <a:pt x="11791" y="4917"/>
                    <a:pt x="11610" y="4645"/>
                  </a:cubicBezTo>
                  <a:lnTo>
                    <a:pt x="10765" y="3378"/>
                  </a:lnTo>
                  <a:cubicBezTo>
                    <a:pt x="10645" y="3197"/>
                    <a:pt x="10616" y="3016"/>
                    <a:pt x="10616" y="2806"/>
                  </a:cubicBezTo>
                  <a:lnTo>
                    <a:pt x="10013" y="2806"/>
                  </a:lnTo>
                  <a:cubicBezTo>
                    <a:pt x="10013" y="3016"/>
                    <a:pt x="9952" y="3197"/>
                    <a:pt x="9832" y="3378"/>
                  </a:cubicBezTo>
                  <a:lnTo>
                    <a:pt x="8987" y="4645"/>
                  </a:lnTo>
                  <a:cubicBezTo>
                    <a:pt x="8806" y="4917"/>
                    <a:pt x="8686" y="5219"/>
                    <a:pt x="8686" y="5549"/>
                  </a:cubicBezTo>
                  <a:lnTo>
                    <a:pt x="8686" y="5791"/>
                  </a:lnTo>
                  <a:lnTo>
                    <a:pt x="9289" y="5791"/>
                  </a:lnTo>
                  <a:lnTo>
                    <a:pt x="9289" y="5549"/>
                  </a:lnTo>
                  <a:cubicBezTo>
                    <a:pt x="9289" y="5340"/>
                    <a:pt x="9378" y="5159"/>
                    <a:pt x="9470" y="4978"/>
                  </a:cubicBezTo>
                  <a:lnTo>
                    <a:pt x="10283" y="3771"/>
                  </a:lnTo>
                  <a:lnTo>
                    <a:pt x="11098" y="4978"/>
                  </a:lnTo>
                  <a:cubicBezTo>
                    <a:pt x="11219" y="5159"/>
                    <a:pt x="11279" y="5340"/>
                    <a:pt x="11279" y="5549"/>
                  </a:cubicBezTo>
                  <a:lnTo>
                    <a:pt x="11279" y="6153"/>
                  </a:lnTo>
                  <a:lnTo>
                    <a:pt x="8022" y="6153"/>
                  </a:lnTo>
                  <a:lnTo>
                    <a:pt x="8022" y="5279"/>
                  </a:lnTo>
                  <a:cubicBezTo>
                    <a:pt x="8022" y="4826"/>
                    <a:pt x="8143" y="4403"/>
                    <a:pt x="8413" y="4013"/>
                  </a:cubicBezTo>
                  <a:lnTo>
                    <a:pt x="10283" y="1178"/>
                  </a:lnTo>
                  <a:lnTo>
                    <a:pt x="12184" y="4013"/>
                  </a:lnTo>
                  <a:cubicBezTo>
                    <a:pt x="12454" y="4375"/>
                    <a:pt x="12575" y="4826"/>
                    <a:pt x="12575" y="5279"/>
                  </a:cubicBezTo>
                  <a:lnTo>
                    <a:pt x="13178" y="5279"/>
                  </a:lnTo>
                  <a:cubicBezTo>
                    <a:pt x="13178" y="4705"/>
                    <a:pt x="12997" y="4162"/>
                    <a:pt x="12695" y="3680"/>
                  </a:cubicBezTo>
                  <a:lnTo>
                    <a:pt x="10765" y="785"/>
                  </a:lnTo>
                  <a:cubicBezTo>
                    <a:pt x="10645" y="635"/>
                    <a:pt x="10584" y="454"/>
                    <a:pt x="10584" y="242"/>
                  </a:cubicBezTo>
                  <a:lnTo>
                    <a:pt x="1058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67"/>
            <p:cNvSpPr/>
            <p:nvPr/>
          </p:nvSpPr>
          <p:spPr>
            <a:xfrm>
              <a:off x="5510632" y="3397088"/>
              <a:ext cx="260370" cy="198527"/>
            </a:xfrm>
            <a:custGeom>
              <a:avLst/>
              <a:gdLst/>
              <a:ahLst/>
              <a:cxnLst/>
              <a:rect l="l" t="t" r="r" b="b"/>
              <a:pathLst>
                <a:path w="10917" h="8324" extrusionOk="0">
                  <a:moveTo>
                    <a:pt x="9650" y="603"/>
                  </a:moveTo>
                  <a:cubicBezTo>
                    <a:pt x="10012" y="603"/>
                    <a:pt x="10314" y="905"/>
                    <a:pt x="10314" y="1267"/>
                  </a:cubicBezTo>
                  <a:cubicBezTo>
                    <a:pt x="10314" y="1629"/>
                    <a:pt x="10012" y="1930"/>
                    <a:pt x="9650" y="1930"/>
                  </a:cubicBezTo>
                  <a:lnTo>
                    <a:pt x="8775" y="1930"/>
                  </a:lnTo>
                  <a:cubicBezTo>
                    <a:pt x="8895" y="1720"/>
                    <a:pt x="8987" y="1508"/>
                    <a:pt x="8987" y="1267"/>
                  </a:cubicBezTo>
                  <a:cubicBezTo>
                    <a:pt x="8987" y="1026"/>
                    <a:pt x="8895" y="755"/>
                    <a:pt x="8775" y="603"/>
                  </a:cubicBezTo>
                  <a:close/>
                  <a:moveTo>
                    <a:pt x="2775" y="2533"/>
                  </a:moveTo>
                  <a:cubicBezTo>
                    <a:pt x="2654" y="2685"/>
                    <a:pt x="2594" y="2956"/>
                    <a:pt x="2594" y="3197"/>
                  </a:cubicBezTo>
                  <a:cubicBezTo>
                    <a:pt x="2594" y="3438"/>
                    <a:pt x="2654" y="3650"/>
                    <a:pt x="2775" y="3860"/>
                  </a:cubicBezTo>
                  <a:lnTo>
                    <a:pt x="1930" y="3860"/>
                  </a:lnTo>
                  <a:cubicBezTo>
                    <a:pt x="1568" y="3860"/>
                    <a:pt x="1267" y="3559"/>
                    <a:pt x="1267" y="3197"/>
                  </a:cubicBezTo>
                  <a:cubicBezTo>
                    <a:pt x="1267" y="2835"/>
                    <a:pt x="1568" y="2533"/>
                    <a:pt x="1930" y="2533"/>
                  </a:cubicBezTo>
                  <a:close/>
                  <a:moveTo>
                    <a:pt x="7057" y="4464"/>
                  </a:moveTo>
                  <a:cubicBezTo>
                    <a:pt x="7419" y="4464"/>
                    <a:pt x="7720" y="4765"/>
                    <a:pt x="7720" y="5127"/>
                  </a:cubicBezTo>
                  <a:cubicBezTo>
                    <a:pt x="7720" y="5489"/>
                    <a:pt x="7419" y="5790"/>
                    <a:pt x="7057" y="5790"/>
                  </a:cubicBezTo>
                  <a:lnTo>
                    <a:pt x="6212" y="5790"/>
                  </a:lnTo>
                  <a:cubicBezTo>
                    <a:pt x="6333" y="5581"/>
                    <a:pt x="6393" y="5368"/>
                    <a:pt x="6393" y="5127"/>
                  </a:cubicBezTo>
                  <a:cubicBezTo>
                    <a:pt x="6393" y="4886"/>
                    <a:pt x="6333" y="4616"/>
                    <a:pt x="6212" y="4464"/>
                  </a:cubicBezTo>
                  <a:close/>
                  <a:moveTo>
                    <a:pt x="2140" y="6394"/>
                  </a:moveTo>
                  <a:cubicBezTo>
                    <a:pt x="2019" y="6546"/>
                    <a:pt x="1930" y="6816"/>
                    <a:pt x="1930" y="7057"/>
                  </a:cubicBezTo>
                  <a:cubicBezTo>
                    <a:pt x="1930" y="7298"/>
                    <a:pt x="2019" y="7511"/>
                    <a:pt x="2140" y="7720"/>
                  </a:cubicBezTo>
                  <a:lnTo>
                    <a:pt x="1267" y="7720"/>
                  </a:lnTo>
                  <a:cubicBezTo>
                    <a:pt x="905" y="7720"/>
                    <a:pt x="603" y="7419"/>
                    <a:pt x="603" y="7057"/>
                  </a:cubicBezTo>
                  <a:cubicBezTo>
                    <a:pt x="603" y="6695"/>
                    <a:pt x="905" y="6394"/>
                    <a:pt x="1267" y="6394"/>
                  </a:cubicBezTo>
                  <a:close/>
                  <a:moveTo>
                    <a:pt x="6755" y="0"/>
                  </a:moveTo>
                  <a:lnTo>
                    <a:pt x="6755" y="603"/>
                  </a:lnTo>
                  <a:lnTo>
                    <a:pt x="7720" y="603"/>
                  </a:lnTo>
                  <a:cubicBezTo>
                    <a:pt x="8082" y="603"/>
                    <a:pt x="8384" y="905"/>
                    <a:pt x="8384" y="1267"/>
                  </a:cubicBezTo>
                  <a:cubicBezTo>
                    <a:pt x="8384" y="1629"/>
                    <a:pt x="8082" y="1930"/>
                    <a:pt x="7720" y="1930"/>
                  </a:cubicBezTo>
                  <a:lnTo>
                    <a:pt x="1930" y="1930"/>
                  </a:lnTo>
                  <a:cubicBezTo>
                    <a:pt x="1235" y="1930"/>
                    <a:pt x="664" y="2505"/>
                    <a:pt x="664" y="3197"/>
                  </a:cubicBezTo>
                  <a:cubicBezTo>
                    <a:pt x="664" y="3892"/>
                    <a:pt x="1235" y="4464"/>
                    <a:pt x="1930" y="4464"/>
                  </a:cubicBezTo>
                  <a:lnTo>
                    <a:pt x="5127" y="4464"/>
                  </a:lnTo>
                  <a:cubicBezTo>
                    <a:pt x="5489" y="4464"/>
                    <a:pt x="5790" y="4765"/>
                    <a:pt x="5790" y="5127"/>
                  </a:cubicBezTo>
                  <a:cubicBezTo>
                    <a:pt x="5790" y="5489"/>
                    <a:pt x="5489" y="5790"/>
                    <a:pt x="5127" y="5790"/>
                  </a:cubicBezTo>
                  <a:lnTo>
                    <a:pt x="1267" y="5790"/>
                  </a:lnTo>
                  <a:cubicBezTo>
                    <a:pt x="572" y="5790"/>
                    <a:pt x="0" y="6365"/>
                    <a:pt x="0" y="7057"/>
                  </a:cubicBezTo>
                  <a:cubicBezTo>
                    <a:pt x="0" y="7752"/>
                    <a:pt x="572" y="8324"/>
                    <a:pt x="1267" y="8324"/>
                  </a:cubicBezTo>
                  <a:lnTo>
                    <a:pt x="4162" y="8324"/>
                  </a:lnTo>
                  <a:lnTo>
                    <a:pt x="4162" y="7720"/>
                  </a:lnTo>
                  <a:lnTo>
                    <a:pt x="3197" y="7720"/>
                  </a:lnTo>
                  <a:cubicBezTo>
                    <a:pt x="2835" y="7720"/>
                    <a:pt x="2533" y="7419"/>
                    <a:pt x="2533" y="7057"/>
                  </a:cubicBezTo>
                  <a:cubicBezTo>
                    <a:pt x="2533" y="6695"/>
                    <a:pt x="2835" y="6394"/>
                    <a:pt x="3197" y="6394"/>
                  </a:cubicBezTo>
                  <a:lnTo>
                    <a:pt x="7057" y="6394"/>
                  </a:lnTo>
                  <a:cubicBezTo>
                    <a:pt x="7749" y="6394"/>
                    <a:pt x="8323" y="5822"/>
                    <a:pt x="8323" y="5127"/>
                  </a:cubicBezTo>
                  <a:cubicBezTo>
                    <a:pt x="8323" y="4435"/>
                    <a:pt x="7749" y="3860"/>
                    <a:pt x="7057" y="3860"/>
                  </a:cubicBezTo>
                  <a:lnTo>
                    <a:pt x="3860" y="3860"/>
                  </a:lnTo>
                  <a:cubicBezTo>
                    <a:pt x="3498" y="3860"/>
                    <a:pt x="3197" y="3559"/>
                    <a:pt x="3197" y="3197"/>
                  </a:cubicBezTo>
                  <a:cubicBezTo>
                    <a:pt x="3197" y="2835"/>
                    <a:pt x="3498" y="2533"/>
                    <a:pt x="3860" y="2533"/>
                  </a:cubicBezTo>
                  <a:lnTo>
                    <a:pt x="9650" y="2533"/>
                  </a:lnTo>
                  <a:cubicBezTo>
                    <a:pt x="10343" y="2533"/>
                    <a:pt x="10917" y="1962"/>
                    <a:pt x="10917" y="1267"/>
                  </a:cubicBezTo>
                  <a:cubicBezTo>
                    <a:pt x="10917" y="575"/>
                    <a:pt x="10343" y="0"/>
                    <a:pt x="9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67"/>
            <p:cNvSpPr/>
            <p:nvPr/>
          </p:nvSpPr>
          <p:spPr>
            <a:xfrm>
              <a:off x="5625708" y="3719301"/>
              <a:ext cx="15097" cy="14405"/>
            </a:xfrm>
            <a:custGeom>
              <a:avLst/>
              <a:gdLst/>
              <a:ahLst/>
              <a:cxnLst/>
              <a:rect l="l" t="t" r="r" b="b"/>
              <a:pathLst>
                <a:path w="633" h="604" extrusionOk="0">
                  <a:moveTo>
                    <a:pt x="0" y="1"/>
                  </a:moveTo>
                  <a:lnTo>
                    <a:pt x="0" y="604"/>
                  </a:lnTo>
                  <a:lnTo>
                    <a:pt x="632" y="604"/>
                  </a:lnTo>
                  <a:lnTo>
                    <a:pt x="6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67"/>
            <p:cNvSpPr/>
            <p:nvPr/>
          </p:nvSpPr>
          <p:spPr>
            <a:xfrm>
              <a:off x="5763799" y="3796289"/>
              <a:ext cx="15097" cy="14405"/>
            </a:xfrm>
            <a:custGeom>
              <a:avLst/>
              <a:gdLst/>
              <a:ahLst/>
              <a:cxnLst/>
              <a:rect l="l" t="t" r="r" b="b"/>
              <a:pathLst>
                <a:path w="633" h="604" extrusionOk="0">
                  <a:moveTo>
                    <a:pt x="0" y="1"/>
                  </a:moveTo>
                  <a:lnTo>
                    <a:pt x="0" y="604"/>
                  </a:lnTo>
                  <a:lnTo>
                    <a:pt x="632" y="604"/>
                  </a:lnTo>
                  <a:lnTo>
                    <a:pt x="6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 name="Google Shape;1246;p67"/>
          <p:cNvGrpSpPr/>
          <p:nvPr/>
        </p:nvGrpSpPr>
        <p:grpSpPr>
          <a:xfrm>
            <a:off x="6213300" y="3315181"/>
            <a:ext cx="229485" cy="491238"/>
            <a:chOff x="6213300" y="3373381"/>
            <a:chExt cx="229485" cy="491238"/>
          </a:xfrm>
        </p:grpSpPr>
        <p:sp>
          <p:nvSpPr>
            <p:cNvPr id="1247" name="Google Shape;1247;p67"/>
            <p:cNvSpPr/>
            <p:nvPr/>
          </p:nvSpPr>
          <p:spPr>
            <a:xfrm>
              <a:off x="6213300" y="3373381"/>
              <a:ext cx="229485" cy="491238"/>
            </a:xfrm>
            <a:custGeom>
              <a:avLst/>
              <a:gdLst/>
              <a:ahLst/>
              <a:cxnLst/>
              <a:rect l="l" t="t" r="r" b="b"/>
              <a:pathLst>
                <a:path w="9622" h="20597" extrusionOk="0">
                  <a:moveTo>
                    <a:pt x="3228" y="603"/>
                  </a:moveTo>
                  <a:lnTo>
                    <a:pt x="3228" y="1658"/>
                  </a:lnTo>
                  <a:lnTo>
                    <a:pt x="1901" y="1658"/>
                  </a:lnTo>
                  <a:lnTo>
                    <a:pt x="1901" y="603"/>
                  </a:lnTo>
                  <a:close/>
                  <a:moveTo>
                    <a:pt x="7720" y="2261"/>
                  </a:moveTo>
                  <a:lnTo>
                    <a:pt x="7720" y="7749"/>
                  </a:lnTo>
                  <a:lnTo>
                    <a:pt x="5098" y="6273"/>
                  </a:lnTo>
                  <a:lnTo>
                    <a:pt x="5098" y="3226"/>
                  </a:lnTo>
                  <a:lnTo>
                    <a:pt x="4495" y="3226"/>
                  </a:lnTo>
                  <a:lnTo>
                    <a:pt x="4495" y="6152"/>
                  </a:lnTo>
                  <a:lnTo>
                    <a:pt x="603" y="6152"/>
                  </a:lnTo>
                  <a:lnTo>
                    <a:pt x="603" y="2261"/>
                  </a:lnTo>
                  <a:close/>
                  <a:moveTo>
                    <a:pt x="9018" y="2261"/>
                  </a:moveTo>
                  <a:lnTo>
                    <a:pt x="9018" y="8505"/>
                  </a:lnTo>
                  <a:lnTo>
                    <a:pt x="8324" y="8111"/>
                  </a:lnTo>
                  <a:lnTo>
                    <a:pt x="8324" y="2261"/>
                  </a:lnTo>
                  <a:close/>
                  <a:moveTo>
                    <a:pt x="1298" y="0"/>
                  </a:moveTo>
                  <a:lnTo>
                    <a:pt x="1298" y="1658"/>
                  </a:lnTo>
                  <a:lnTo>
                    <a:pt x="0" y="1658"/>
                  </a:lnTo>
                  <a:lnTo>
                    <a:pt x="0" y="6755"/>
                  </a:lnTo>
                  <a:lnTo>
                    <a:pt x="1298" y="6755"/>
                  </a:lnTo>
                  <a:lnTo>
                    <a:pt x="1298" y="20596"/>
                  </a:lnTo>
                  <a:lnTo>
                    <a:pt x="4463" y="20596"/>
                  </a:lnTo>
                  <a:lnTo>
                    <a:pt x="4463" y="18606"/>
                  </a:lnTo>
                  <a:lnTo>
                    <a:pt x="3831" y="16676"/>
                  </a:lnTo>
                  <a:lnTo>
                    <a:pt x="3831" y="14806"/>
                  </a:lnTo>
                  <a:lnTo>
                    <a:pt x="3228" y="14806"/>
                  </a:lnTo>
                  <a:lnTo>
                    <a:pt x="3228" y="16796"/>
                  </a:lnTo>
                  <a:lnTo>
                    <a:pt x="3860" y="18726"/>
                  </a:lnTo>
                  <a:lnTo>
                    <a:pt x="3860" y="19993"/>
                  </a:lnTo>
                  <a:lnTo>
                    <a:pt x="1901" y="19993"/>
                  </a:lnTo>
                  <a:lnTo>
                    <a:pt x="1901" y="6755"/>
                  </a:lnTo>
                  <a:lnTo>
                    <a:pt x="2263" y="6755"/>
                  </a:lnTo>
                  <a:lnTo>
                    <a:pt x="2263" y="8384"/>
                  </a:lnTo>
                  <a:lnTo>
                    <a:pt x="2866" y="8384"/>
                  </a:lnTo>
                  <a:lnTo>
                    <a:pt x="2866" y="6755"/>
                  </a:lnTo>
                  <a:lnTo>
                    <a:pt x="3228" y="6755"/>
                  </a:lnTo>
                  <a:lnTo>
                    <a:pt x="3228" y="13511"/>
                  </a:lnTo>
                  <a:lnTo>
                    <a:pt x="3831" y="13511"/>
                  </a:lnTo>
                  <a:lnTo>
                    <a:pt x="3831" y="6755"/>
                  </a:lnTo>
                  <a:lnTo>
                    <a:pt x="4736" y="6755"/>
                  </a:lnTo>
                  <a:lnTo>
                    <a:pt x="9621" y="9530"/>
                  </a:lnTo>
                  <a:lnTo>
                    <a:pt x="9621" y="1658"/>
                  </a:lnTo>
                  <a:lnTo>
                    <a:pt x="3831" y="1658"/>
                  </a:lnTo>
                  <a:lnTo>
                    <a:pt x="383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67"/>
            <p:cNvSpPr/>
            <p:nvPr/>
          </p:nvSpPr>
          <p:spPr>
            <a:xfrm>
              <a:off x="6244258" y="3442427"/>
              <a:ext cx="14405" cy="15836"/>
            </a:xfrm>
            <a:custGeom>
              <a:avLst/>
              <a:gdLst/>
              <a:ahLst/>
              <a:cxnLst/>
              <a:rect l="l" t="t" r="r" b="b"/>
              <a:pathLst>
                <a:path w="604" h="664" extrusionOk="0">
                  <a:moveTo>
                    <a:pt x="0" y="0"/>
                  </a:moveTo>
                  <a:lnTo>
                    <a:pt x="0" y="664"/>
                  </a:lnTo>
                  <a:lnTo>
                    <a:pt x="603" y="664"/>
                  </a:lnTo>
                  <a:lnTo>
                    <a:pt x="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 name="Google Shape;1249;p67"/>
          <p:cNvGrpSpPr/>
          <p:nvPr/>
        </p:nvGrpSpPr>
        <p:grpSpPr>
          <a:xfrm>
            <a:off x="6908075" y="3315181"/>
            <a:ext cx="244582" cy="491238"/>
            <a:chOff x="6908075" y="3373381"/>
            <a:chExt cx="244582" cy="491238"/>
          </a:xfrm>
        </p:grpSpPr>
        <p:sp>
          <p:nvSpPr>
            <p:cNvPr id="1250" name="Google Shape;1250;p67"/>
            <p:cNvSpPr/>
            <p:nvPr/>
          </p:nvSpPr>
          <p:spPr>
            <a:xfrm>
              <a:off x="7007338" y="3396396"/>
              <a:ext cx="14405" cy="69070"/>
            </a:xfrm>
            <a:custGeom>
              <a:avLst/>
              <a:gdLst/>
              <a:ahLst/>
              <a:cxnLst/>
              <a:rect l="l" t="t" r="r" b="b"/>
              <a:pathLst>
                <a:path w="604" h="2896" extrusionOk="0">
                  <a:moveTo>
                    <a:pt x="0" y="0"/>
                  </a:moveTo>
                  <a:lnTo>
                    <a:pt x="0" y="2895"/>
                  </a:lnTo>
                  <a:lnTo>
                    <a:pt x="604" y="2895"/>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67"/>
            <p:cNvSpPr/>
            <p:nvPr/>
          </p:nvSpPr>
          <p:spPr>
            <a:xfrm>
              <a:off x="7038296" y="3450297"/>
              <a:ext cx="14405" cy="15169"/>
            </a:xfrm>
            <a:custGeom>
              <a:avLst/>
              <a:gdLst/>
              <a:ahLst/>
              <a:cxnLst/>
              <a:rect l="l" t="t" r="r" b="b"/>
              <a:pathLst>
                <a:path w="604" h="636" extrusionOk="0">
                  <a:moveTo>
                    <a:pt x="0" y="1"/>
                  </a:moveTo>
                  <a:lnTo>
                    <a:pt x="0" y="635"/>
                  </a:lnTo>
                  <a:lnTo>
                    <a:pt x="604" y="635"/>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67"/>
            <p:cNvSpPr/>
            <p:nvPr/>
          </p:nvSpPr>
          <p:spPr>
            <a:xfrm>
              <a:off x="7038296" y="3481254"/>
              <a:ext cx="14405" cy="15097"/>
            </a:xfrm>
            <a:custGeom>
              <a:avLst/>
              <a:gdLst/>
              <a:ahLst/>
              <a:cxnLst/>
              <a:rect l="l" t="t" r="r" b="b"/>
              <a:pathLst>
                <a:path w="604" h="633" extrusionOk="0">
                  <a:moveTo>
                    <a:pt x="0" y="1"/>
                  </a:moveTo>
                  <a:lnTo>
                    <a:pt x="0" y="633"/>
                  </a:lnTo>
                  <a:lnTo>
                    <a:pt x="604" y="633"/>
                  </a:lnTo>
                  <a:lnTo>
                    <a:pt x="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7"/>
            <p:cNvSpPr/>
            <p:nvPr/>
          </p:nvSpPr>
          <p:spPr>
            <a:xfrm>
              <a:off x="7038296" y="3396396"/>
              <a:ext cx="14405" cy="30910"/>
            </a:xfrm>
            <a:custGeom>
              <a:avLst/>
              <a:gdLst/>
              <a:ahLst/>
              <a:cxnLst/>
              <a:rect l="l" t="t" r="r" b="b"/>
              <a:pathLst>
                <a:path w="604" h="1296" extrusionOk="0">
                  <a:moveTo>
                    <a:pt x="0" y="0"/>
                  </a:moveTo>
                  <a:lnTo>
                    <a:pt x="0" y="1296"/>
                  </a:lnTo>
                  <a:lnTo>
                    <a:pt x="604" y="1296"/>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67"/>
            <p:cNvSpPr/>
            <p:nvPr/>
          </p:nvSpPr>
          <p:spPr>
            <a:xfrm>
              <a:off x="6908075" y="3373381"/>
              <a:ext cx="244582" cy="491238"/>
            </a:xfrm>
            <a:custGeom>
              <a:avLst/>
              <a:gdLst/>
              <a:ahLst/>
              <a:cxnLst/>
              <a:rect l="l" t="t" r="r" b="b"/>
              <a:pathLst>
                <a:path w="10255" h="20597" extrusionOk="0">
                  <a:moveTo>
                    <a:pt x="2896" y="603"/>
                  </a:moveTo>
                  <a:lnTo>
                    <a:pt x="2896" y="6152"/>
                  </a:lnTo>
                  <a:lnTo>
                    <a:pt x="2203" y="6152"/>
                  </a:lnTo>
                  <a:lnTo>
                    <a:pt x="2203" y="603"/>
                  </a:lnTo>
                  <a:close/>
                  <a:moveTo>
                    <a:pt x="6756" y="603"/>
                  </a:moveTo>
                  <a:lnTo>
                    <a:pt x="6756" y="6152"/>
                  </a:lnTo>
                  <a:lnTo>
                    <a:pt x="3499" y="6152"/>
                  </a:lnTo>
                  <a:lnTo>
                    <a:pt x="3499" y="603"/>
                  </a:lnTo>
                  <a:close/>
                  <a:moveTo>
                    <a:pt x="9320" y="6755"/>
                  </a:moveTo>
                  <a:cubicBezTo>
                    <a:pt x="9501" y="6755"/>
                    <a:pt x="9651" y="6905"/>
                    <a:pt x="9651" y="7086"/>
                  </a:cubicBezTo>
                  <a:lnTo>
                    <a:pt x="9651" y="19663"/>
                  </a:lnTo>
                  <a:cubicBezTo>
                    <a:pt x="9651" y="19843"/>
                    <a:pt x="9501" y="19993"/>
                    <a:pt x="9320" y="19993"/>
                  </a:cubicBezTo>
                  <a:lnTo>
                    <a:pt x="604" y="19993"/>
                  </a:lnTo>
                  <a:lnTo>
                    <a:pt x="604" y="6755"/>
                  </a:lnTo>
                  <a:close/>
                  <a:moveTo>
                    <a:pt x="1600" y="0"/>
                  </a:moveTo>
                  <a:lnTo>
                    <a:pt x="1600" y="6152"/>
                  </a:lnTo>
                  <a:lnTo>
                    <a:pt x="1" y="6152"/>
                  </a:lnTo>
                  <a:lnTo>
                    <a:pt x="1" y="20596"/>
                  </a:lnTo>
                  <a:lnTo>
                    <a:pt x="9320" y="20596"/>
                  </a:lnTo>
                  <a:cubicBezTo>
                    <a:pt x="9832" y="20596"/>
                    <a:pt x="10254" y="20174"/>
                    <a:pt x="10254" y="19663"/>
                  </a:cubicBezTo>
                  <a:lnTo>
                    <a:pt x="10254" y="7086"/>
                  </a:lnTo>
                  <a:cubicBezTo>
                    <a:pt x="10254" y="6575"/>
                    <a:pt x="9832" y="6152"/>
                    <a:pt x="9320" y="6152"/>
                  </a:cubicBezTo>
                  <a:lnTo>
                    <a:pt x="7359" y="6152"/>
                  </a:lnTo>
                  <a:lnTo>
                    <a:pt x="7359" y="603"/>
                  </a:lnTo>
                  <a:lnTo>
                    <a:pt x="8023" y="603"/>
                  </a:lnTo>
                  <a:lnTo>
                    <a:pt x="8023" y="5156"/>
                  </a:lnTo>
                  <a:lnTo>
                    <a:pt x="8626" y="5156"/>
                  </a:lnTo>
                  <a:lnTo>
                    <a:pt x="86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67"/>
            <p:cNvSpPr/>
            <p:nvPr/>
          </p:nvSpPr>
          <p:spPr>
            <a:xfrm>
              <a:off x="6938293" y="3557503"/>
              <a:ext cx="14405" cy="269720"/>
            </a:xfrm>
            <a:custGeom>
              <a:avLst/>
              <a:gdLst/>
              <a:ahLst/>
              <a:cxnLst/>
              <a:rect l="l" t="t" r="r" b="b"/>
              <a:pathLst>
                <a:path w="604" h="11309" extrusionOk="0">
                  <a:moveTo>
                    <a:pt x="0" y="0"/>
                  </a:moveTo>
                  <a:lnTo>
                    <a:pt x="0" y="11308"/>
                  </a:lnTo>
                  <a:lnTo>
                    <a:pt x="604" y="11308"/>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67"/>
            <p:cNvSpPr/>
            <p:nvPr/>
          </p:nvSpPr>
          <p:spPr>
            <a:xfrm>
              <a:off x="6977120" y="3573315"/>
              <a:ext cx="137448" cy="136684"/>
            </a:xfrm>
            <a:custGeom>
              <a:avLst/>
              <a:gdLst/>
              <a:ahLst/>
              <a:cxnLst/>
              <a:rect l="l" t="t" r="r" b="b"/>
              <a:pathLst>
                <a:path w="5763" h="5731" extrusionOk="0">
                  <a:moveTo>
                    <a:pt x="1690" y="935"/>
                  </a:moveTo>
                  <a:lnTo>
                    <a:pt x="1690" y="935"/>
                  </a:lnTo>
                  <a:cubicBezTo>
                    <a:pt x="1480" y="1388"/>
                    <a:pt x="1359" y="1960"/>
                    <a:pt x="1299" y="2563"/>
                  </a:cubicBezTo>
                  <a:lnTo>
                    <a:pt x="635" y="2563"/>
                  </a:lnTo>
                  <a:cubicBezTo>
                    <a:pt x="725" y="1871"/>
                    <a:pt x="1147" y="1268"/>
                    <a:pt x="1690" y="935"/>
                  </a:cubicBezTo>
                  <a:close/>
                  <a:moveTo>
                    <a:pt x="2565" y="725"/>
                  </a:moveTo>
                  <a:lnTo>
                    <a:pt x="2565" y="2563"/>
                  </a:lnTo>
                  <a:lnTo>
                    <a:pt x="1902" y="2563"/>
                  </a:lnTo>
                  <a:cubicBezTo>
                    <a:pt x="1962" y="2020"/>
                    <a:pt x="2052" y="1538"/>
                    <a:pt x="2232" y="1176"/>
                  </a:cubicBezTo>
                  <a:cubicBezTo>
                    <a:pt x="2353" y="966"/>
                    <a:pt x="2474" y="814"/>
                    <a:pt x="2565" y="725"/>
                  </a:cubicBezTo>
                  <a:close/>
                  <a:moveTo>
                    <a:pt x="3169" y="725"/>
                  </a:moveTo>
                  <a:cubicBezTo>
                    <a:pt x="3289" y="814"/>
                    <a:pt x="3410" y="966"/>
                    <a:pt x="3530" y="1176"/>
                  </a:cubicBezTo>
                  <a:cubicBezTo>
                    <a:pt x="3711" y="1538"/>
                    <a:pt x="3832" y="2020"/>
                    <a:pt x="3861" y="2563"/>
                  </a:cubicBezTo>
                  <a:lnTo>
                    <a:pt x="3169" y="2563"/>
                  </a:lnTo>
                  <a:lnTo>
                    <a:pt x="3169" y="725"/>
                  </a:lnTo>
                  <a:close/>
                  <a:moveTo>
                    <a:pt x="4073" y="935"/>
                  </a:moveTo>
                  <a:lnTo>
                    <a:pt x="4073" y="935"/>
                  </a:lnTo>
                  <a:cubicBezTo>
                    <a:pt x="4645" y="1268"/>
                    <a:pt x="5038" y="1871"/>
                    <a:pt x="5128" y="2563"/>
                  </a:cubicBezTo>
                  <a:lnTo>
                    <a:pt x="4464" y="2563"/>
                  </a:lnTo>
                  <a:cubicBezTo>
                    <a:pt x="4435" y="1960"/>
                    <a:pt x="4314" y="1388"/>
                    <a:pt x="4073" y="935"/>
                  </a:cubicBezTo>
                  <a:close/>
                  <a:moveTo>
                    <a:pt x="1299" y="3166"/>
                  </a:moveTo>
                  <a:cubicBezTo>
                    <a:pt x="1359" y="3769"/>
                    <a:pt x="1480" y="4343"/>
                    <a:pt x="1690" y="4795"/>
                  </a:cubicBezTo>
                  <a:cubicBezTo>
                    <a:pt x="1147" y="4433"/>
                    <a:pt x="725" y="3861"/>
                    <a:pt x="635" y="3166"/>
                  </a:cubicBezTo>
                  <a:close/>
                  <a:moveTo>
                    <a:pt x="5128" y="3166"/>
                  </a:moveTo>
                  <a:cubicBezTo>
                    <a:pt x="5038" y="3861"/>
                    <a:pt x="4645" y="4433"/>
                    <a:pt x="4073" y="4795"/>
                  </a:cubicBezTo>
                  <a:cubicBezTo>
                    <a:pt x="4314" y="4343"/>
                    <a:pt x="4435" y="3769"/>
                    <a:pt x="4464" y="3166"/>
                  </a:cubicBezTo>
                  <a:close/>
                  <a:moveTo>
                    <a:pt x="2565" y="3166"/>
                  </a:moveTo>
                  <a:lnTo>
                    <a:pt x="2565" y="5007"/>
                  </a:lnTo>
                  <a:cubicBezTo>
                    <a:pt x="2474" y="4915"/>
                    <a:pt x="2353" y="4766"/>
                    <a:pt x="2232" y="4553"/>
                  </a:cubicBezTo>
                  <a:cubicBezTo>
                    <a:pt x="2052" y="4163"/>
                    <a:pt x="1962" y="3680"/>
                    <a:pt x="1902" y="3166"/>
                  </a:cubicBezTo>
                  <a:close/>
                  <a:moveTo>
                    <a:pt x="3861" y="3166"/>
                  </a:moveTo>
                  <a:cubicBezTo>
                    <a:pt x="3832" y="3680"/>
                    <a:pt x="3711" y="4163"/>
                    <a:pt x="3530" y="4553"/>
                  </a:cubicBezTo>
                  <a:cubicBezTo>
                    <a:pt x="3410" y="4766"/>
                    <a:pt x="3289" y="4915"/>
                    <a:pt x="3169" y="5007"/>
                  </a:cubicBezTo>
                  <a:lnTo>
                    <a:pt x="3169" y="3166"/>
                  </a:lnTo>
                  <a:close/>
                  <a:moveTo>
                    <a:pt x="2896" y="1"/>
                  </a:moveTo>
                  <a:cubicBezTo>
                    <a:pt x="1299" y="1"/>
                    <a:pt x="1" y="1268"/>
                    <a:pt x="1" y="2865"/>
                  </a:cubicBezTo>
                  <a:cubicBezTo>
                    <a:pt x="1" y="4433"/>
                    <a:pt x="1299" y="5731"/>
                    <a:pt x="2896" y="5731"/>
                  </a:cubicBezTo>
                  <a:cubicBezTo>
                    <a:pt x="4464" y="5731"/>
                    <a:pt x="5762" y="4433"/>
                    <a:pt x="5762" y="2865"/>
                  </a:cubicBezTo>
                  <a:cubicBezTo>
                    <a:pt x="5762" y="1268"/>
                    <a:pt x="4464" y="1"/>
                    <a:pt x="28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67"/>
            <p:cNvSpPr/>
            <p:nvPr/>
          </p:nvSpPr>
          <p:spPr>
            <a:xfrm>
              <a:off x="6977120" y="3766071"/>
              <a:ext cx="138115" cy="14429"/>
            </a:xfrm>
            <a:custGeom>
              <a:avLst/>
              <a:gdLst/>
              <a:ahLst/>
              <a:cxnLst/>
              <a:rect l="l" t="t" r="r" b="b"/>
              <a:pathLst>
                <a:path w="5791" h="605" extrusionOk="0">
                  <a:moveTo>
                    <a:pt x="1" y="1"/>
                  </a:moveTo>
                  <a:lnTo>
                    <a:pt x="1" y="604"/>
                  </a:lnTo>
                  <a:lnTo>
                    <a:pt x="5791" y="604"/>
                  </a:lnTo>
                  <a:lnTo>
                    <a:pt x="57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67"/>
            <p:cNvSpPr/>
            <p:nvPr/>
          </p:nvSpPr>
          <p:spPr>
            <a:xfrm>
              <a:off x="7000136" y="3796289"/>
              <a:ext cx="92085" cy="14405"/>
            </a:xfrm>
            <a:custGeom>
              <a:avLst/>
              <a:gdLst/>
              <a:ahLst/>
              <a:cxnLst/>
              <a:rect l="l" t="t" r="r" b="b"/>
              <a:pathLst>
                <a:path w="3861" h="604" extrusionOk="0">
                  <a:moveTo>
                    <a:pt x="1" y="1"/>
                  </a:moveTo>
                  <a:lnTo>
                    <a:pt x="1" y="604"/>
                  </a:lnTo>
                  <a:lnTo>
                    <a:pt x="3861" y="604"/>
                  </a:lnTo>
                  <a:lnTo>
                    <a:pt x="386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7"/>
            <p:cNvSpPr/>
            <p:nvPr/>
          </p:nvSpPr>
          <p:spPr>
            <a:xfrm>
              <a:off x="6992265" y="3735114"/>
              <a:ext cx="15097" cy="14429"/>
            </a:xfrm>
            <a:custGeom>
              <a:avLst/>
              <a:gdLst/>
              <a:ahLst/>
              <a:cxnLst/>
              <a:rect l="l" t="t" r="r" b="b"/>
              <a:pathLst>
                <a:path w="633" h="605" extrusionOk="0">
                  <a:moveTo>
                    <a:pt x="0" y="1"/>
                  </a:moveTo>
                  <a:lnTo>
                    <a:pt x="0" y="604"/>
                  </a:lnTo>
                  <a:lnTo>
                    <a:pt x="632" y="604"/>
                  </a:lnTo>
                  <a:lnTo>
                    <a:pt x="6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7"/>
            <p:cNvSpPr/>
            <p:nvPr/>
          </p:nvSpPr>
          <p:spPr>
            <a:xfrm>
              <a:off x="7038296" y="3735114"/>
              <a:ext cx="15097" cy="14429"/>
            </a:xfrm>
            <a:custGeom>
              <a:avLst/>
              <a:gdLst/>
              <a:ahLst/>
              <a:cxnLst/>
              <a:rect l="l" t="t" r="r" b="b"/>
              <a:pathLst>
                <a:path w="633" h="605" extrusionOk="0">
                  <a:moveTo>
                    <a:pt x="0" y="1"/>
                  </a:moveTo>
                  <a:lnTo>
                    <a:pt x="0" y="604"/>
                  </a:lnTo>
                  <a:lnTo>
                    <a:pt x="632" y="604"/>
                  </a:lnTo>
                  <a:lnTo>
                    <a:pt x="6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67"/>
            <p:cNvSpPr/>
            <p:nvPr/>
          </p:nvSpPr>
          <p:spPr>
            <a:xfrm>
              <a:off x="7084326" y="3735114"/>
              <a:ext cx="15097" cy="14429"/>
            </a:xfrm>
            <a:custGeom>
              <a:avLst/>
              <a:gdLst/>
              <a:ahLst/>
              <a:cxnLst/>
              <a:rect l="l" t="t" r="r" b="b"/>
              <a:pathLst>
                <a:path w="633" h="605" extrusionOk="0">
                  <a:moveTo>
                    <a:pt x="0" y="1"/>
                  </a:moveTo>
                  <a:lnTo>
                    <a:pt x="0" y="604"/>
                  </a:lnTo>
                  <a:lnTo>
                    <a:pt x="633" y="604"/>
                  </a:lnTo>
                  <a:lnTo>
                    <a:pt x="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 name="Google Shape;1262;p67"/>
          <p:cNvGrpSpPr/>
          <p:nvPr/>
        </p:nvGrpSpPr>
        <p:grpSpPr>
          <a:xfrm>
            <a:off x="7525933" y="3315181"/>
            <a:ext cx="413559" cy="491238"/>
            <a:chOff x="7525933" y="3373381"/>
            <a:chExt cx="413559" cy="491238"/>
          </a:xfrm>
        </p:grpSpPr>
        <p:sp>
          <p:nvSpPr>
            <p:cNvPr id="1263" name="Google Shape;1263;p67"/>
            <p:cNvSpPr/>
            <p:nvPr/>
          </p:nvSpPr>
          <p:spPr>
            <a:xfrm>
              <a:off x="7525933" y="3373381"/>
              <a:ext cx="14405" cy="215032"/>
            </a:xfrm>
            <a:custGeom>
              <a:avLst/>
              <a:gdLst/>
              <a:ahLst/>
              <a:cxnLst/>
              <a:rect l="l" t="t" r="r" b="b"/>
              <a:pathLst>
                <a:path w="604" h="9016" extrusionOk="0">
                  <a:moveTo>
                    <a:pt x="1" y="0"/>
                  </a:moveTo>
                  <a:lnTo>
                    <a:pt x="1" y="9016"/>
                  </a:lnTo>
                  <a:lnTo>
                    <a:pt x="604" y="9016"/>
                  </a:lnTo>
                  <a:lnTo>
                    <a:pt x="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67"/>
            <p:cNvSpPr/>
            <p:nvPr/>
          </p:nvSpPr>
          <p:spPr>
            <a:xfrm>
              <a:off x="7863243" y="3565373"/>
              <a:ext cx="14405" cy="123042"/>
            </a:xfrm>
            <a:custGeom>
              <a:avLst/>
              <a:gdLst/>
              <a:ahLst/>
              <a:cxnLst/>
              <a:rect l="l" t="t" r="r" b="b"/>
              <a:pathLst>
                <a:path w="604" h="5159" extrusionOk="0">
                  <a:moveTo>
                    <a:pt x="0" y="1"/>
                  </a:moveTo>
                  <a:lnTo>
                    <a:pt x="0" y="5159"/>
                  </a:lnTo>
                  <a:lnTo>
                    <a:pt x="603" y="5159"/>
                  </a:lnTo>
                  <a:lnTo>
                    <a:pt x="6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67"/>
            <p:cNvSpPr/>
            <p:nvPr/>
          </p:nvSpPr>
          <p:spPr>
            <a:xfrm>
              <a:off x="7579858" y="3674010"/>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67"/>
            <p:cNvSpPr/>
            <p:nvPr/>
          </p:nvSpPr>
          <p:spPr>
            <a:xfrm>
              <a:off x="7579858" y="3627980"/>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67"/>
            <p:cNvSpPr/>
            <p:nvPr/>
          </p:nvSpPr>
          <p:spPr>
            <a:xfrm>
              <a:off x="7526624" y="3373381"/>
              <a:ext cx="412867" cy="491238"/>
            </a:xfrm>
            <a:custGeom>
              <a:avLst/>
              <a:gdLst/>
              <a:ahLst/>
              <a:cxnLst/>
              <a:rect l="l" t="t" r="r" b="b"/>
              <a:pathLst>
                <a:path w="17311" h="20597" extrusionOk="0">
                  <a:moveTo>
                    <a:pt x="5762" y="3559"/>
                  </a:moveTo>
                  <a:lnTo>
                    <a:pt x="5762" y="4222"/>
                  </a:lnTo>
                  <a:lnTo>
                    <a:pt x="3137" y="4222"/>
                  </a:lnTo>
                  <a:lnTo>
                    <a:pt x="3137" y="3559"/>
                  </a:lnTo>
                  <a:close/>
                  <a:moveTo>
                    <a:pt x="14114" y="3559"/>
                  </a:moveTo>
                  <a:lnTo>
                    <a:pt x="14114" y="4222"/>
                  </a:lnTo>
                  <a:lnTo>
                    <a:pt x="11521" y="4222"/>
                  </a:lnTo>
                  <a:lnTo>
                    <a:pt x="11521" y="3559"/>
                  </a:lnTo>
                  <a:close/>
                  <a:moveTo>
                    <a:pt x="5762" y="4825"/>
                  </a:moveTo>
                  <a:lnTo>
                    <a:pt x="5762" y="5518"/>
                  </a:lnTo>
                  <a:lnTo>
                    <a:pt x="3137" y="5518"/>
                  </a:lnTo>
                  <a:lnTo>
                    <a:pt x="3137" y="4825"/>
                  </a:lnTo>
                  <a:close/>
                  <a:moveTo>
                    <a:pt x="14114" y="4825"/>
                  </a:moveTo>
                  <a:lnTo>
                    <a:pt x="14114" y="5518"/>
                  </a:lnTo>
                  <a:lnTo>
                    <a:pt x="11521" y="5518"/>
                  </a:lnTo>
                  <a:lnTo>
                    <a:pt x="11521" y="4825"/>
                  </a:lnTo>
                  <a:close/>
                  <a:moveTo>
                    <a:pt x="5127" y="6121"/>
                  </a:moveTo>
                  <a:lnTo>
                    <a:pt x="5127" y="6816"/>
                  </a:lnTo>
                  <a:lnTo>
                    <a:pt x="3801" y="6816"/>
                  </a:lnTo>
                  <a:lnTo>
                    <a:pt x="3801" y="6121"/>
                  </a:lnTo>
                  <a:close/>
                  <a:moveTo>
                    <a:pt x="13482" y="6121"/>
                  </a:moveTo>
                  <a:lnTo>
                    <a:pt x="13482" y="6816"/>
                  </a:lnTo>
                  <a:lnTo>
                    <a:pt x="12155" y="6816"/>
                  </a:lnTo>
                  <a:lnTo>
                    <a:pt x="12155" y="6121"/>
                  </a:lnTo>
                  <a:close/>
                  <a:moveTo>
                    <a:pt x="937" y="10283"/>
                  </a:moveTo>
                  <a:cubicBezTo>
                    <a:pt x="1118" y="10283"/>
                    <a:pt x="1267" y="10435"/>
                    <a:pt x="1267" y="10616"/>
                  </a:cubicBezTo>
                  <a:cubicBezTo>
                    <a:pt x="1267" y="10825"/>
                    <a:pt x="1118" y="10977"/>
                    <a:pt x="937" y="10977"/>
                  </a:cubicBezTo>
                  <a:cubicBezTo>
                    <a:pt x="756" y="10977"/>
                    <a:pt x="604" y="10825"/>
                    <a:pt x="604" y="10616"/>
                  </a:cubicBezTo>
                  <a:cubicBezTo>
                    <a:pt x="604" y="10435"/>
                    <a:pt x="756" y="10283"/>
                    <a:pt x="937" y="10283"/>
                  </a:cubicBezTo>
                  <a:close/>
                  <a:moveTo>
                    <a:pt x="16377" y="10283"/>
                  </a:moveTo>
                  <a:cubicBezTo>
                    <a:pt x="16558" y="10283"/>
                    <a:pt x="16708" y="10435"/>
                    <a:pt x="16708" y="10616"/>
                  </a:cubicBezTo>
                  <a:cubicBezTo>
                    <a:pt x="16708" y="10825"/>
                    <a:pt x="16558" y="10977"/>
                    <a:pt x="16377" y="10977"/>
                  </a:cubicBezTo>
                  <a:cubicBezTo>
                    <a:pt x="16196" y="10977"/>
                    <a:pt x="16044" y="10825"/>
                    <a:pt x="16044" y="10616"/>
                  </a:cubicBezTo>
                  <a:cubicBezTo>
                    <a:pt x="16044" y="10435"/>
                    <a:pt x="16196" y="10283"/>
                    <a:pt x="16377" y="10283"/>
                  </a:cubicBezTo>
                  <a:close/>
                  <a:moveTo>
                    <a:pt x="6394" y="7419"/>
                  </a:moveTo>
                  <a:lnTo>
                    <a:pt x="6394" y="13872"/>
                  </a:lnTo>
                  <a:lnTo>
                    <a:pt x="1870" y="13872"/>
                  </a:lnTo>
                  <a:lnTo>
                    <a:pt x="1870" y="7419"/>
                  </a:lnTo>
                  <a:close/>
                  <a:moveTo>
                    <a:pt x="10254" y="7419"/>
                  </a:moveTo>
                  <a:lnTo>
                    <a:pt x="10254" y="13872"/>
                  </a:lnTo>
                  <a:lnTo>
                    <a:pt x="8927" y="13872"/>
                  </a:lnTo>
                  <a:lnTo>
                    <a:pt x="8927" y="8384"/>
                  </a:lnTo>
                  <a:lnTo>
                    <a:pt x="8324" y="8384"/>
                  </a:lnTo>
                  <a:lnTo>
                    <a:pt x="8324" y="13872"/>
                  </a:lnTo>
                  <a:lnTo>
                    <a:pt x="6997" y="13872"/>
                  </a:lnTo>
                  <a:lnTo>
                    <a:pt x="6997" y="7419"/>
                  </a:lnTo>
                  <a:close/>
                  <a:moveTo>
                    <a:pt x="15412" y="7419"/>
                  </a:moveTo>
                  <a:lnTo>
                    <a:pt x="15412" y="13872"/>
                  </a:lnTo>
                  <a:lnTo>
                    <a:pt x="10857" y="13872"/>
                  </a:lnTo>
                  <a:lnTo>
                    <a:pt x="10857" y="7419"/>
                  </a:lnTo>
                  <a:close/>
                  <a:moveTo>
                    <a:pt x="6486" y="14476"/>
                  </a:moveTo>
                  <a:lnTo>
                    <a:pt x="7600" y="18396"/>
                  </a:lnTo>
                  <a:lnTo>
                    <a:pt x="1991" y="18396"/>
                  </a:lnTo>
                  <a:lnTo>
                    <a:pt x="3108" y="14476"/>
                  </a:lnTo>
                  <a:close/>
                  <a:moveTo>
                    <a:pt x="14206" y="14476"/>
                  </a:moveTo>
                  <a:lnTo>
                    <a:pt x="15320" y="18396"/>
                  </a:lnTo>
                  <a:lnTo>
                    <a:pt x="9711" y="18396"/>
                  </a:lnTo>
                  <a:lnTo>
                    <a:pt x="10828" y="14476"/>
                  </a:lnTo>
                  <a:close/>
                  <a:moveTo>
                    <a:pt x="2534" y="18999"/>
                  </a:moveTo>
                  <a:lnTo>
                    <a:pt x="2534" y="19993"/>
                  </a:lnTo>
                  <a:lnTo>
                    <a:pt x="1870" y="19993"/>
                  </a:lnTo>
                  <a:lnTo>
                    <a:pt x="1870" y="18999"/>
                  </a:lnTo>
                  <a:close/>
                  <a:moveTo>
                    <a:pt x="3832" y="18999"/>
                  </a:moveTo>
                  <a:lnTo>
                    <a:pt x="3832" y="19993"/>
                  </a:lnTo>
                  <a:lnTo>
                    <a:pt x="3137" y="19993"/>
                  </a:lnTo>
                  <a:lnTo>
                    <a:pt x="3137" y="18999"/>
                  </a:lnTo>
                  <a:close/>
                  <a:moveTo>
                    <a:pt x="5127" y="18999"/>
                  </a:moveTo>
                  <a:lnTo>
                    <a:pt x="5127" y="19993"/>
                  </a:lnTo>
                  <a:lnTo>
                    <a:pt x="4435" y="19993"/>
                  </a:lnTo>
                  <a:lnTo>
                    <a:pt x="4435" y="18999"/>
                  </a:lnTo>
                  <a:close/>
                  <a:moveTo>
                    <a:pt x="6394" y="18999"/>
                  </a:moveTo>
                  <a:lnTo>
                    <a:pt x="6394" y="19993"/>
                  </a:lnTo>
                  <a:lnTo>
                    <a:pt x="5731" y="19993"/>
                  </a:lnTo>
                  <a:lnTo>
                    <a:pt x="5731" y="18999"/>
                  </a:lnTo>
                  <a:close/>
                  <a:moveTo>
                    <a:pt x="7692" y="18999"/>
                  </a:moveTo>
                  <a:lnTo>
                    <a:pt x="7692" y="19993"/>
                  </a:lnTo>
                  <a:lnTo>
                    <a:pt x="6997" y="19993"/>
                  </a:lnTo>
                  <a:lnTo>
                    <a:pt x="6997" y="18999"/>
                  </a:lnTo>
                  <a:close/>
                  <a:moveTo>
                    <a:pt x="10254" y="18999"/>
                  </a:moveTo>
                  <a:lnTo>
                    <a:pt x="10254" y="19993"/>
                  </a:lnTo>
                  <a:lnTo>
                    <a:pt x="9591" y="19993"/>
                  </a:lnTo>
                  <a:lnTo>
                    <a:pt x="9591" y="18999"/>
                  </a:lnTo>
                  <a:close/>
                  <a:moveTo>
                    <a:pt x="11552" y="18999"/>
                  </a:moveTo>
                  <a:lnTo>
                    <a:pt x="11552" y="19993"/>
                  </a:lnTo>
                  <a:lnTo>
                    <a:pt x="10857" y="19993"/>
                  </a:lnTo>
                  <a:lnTo>
                    <a:pt x="10857" y="18999"/>
                  </a:lnTo>
                  <a:close/>
                  <a:moveTo>
                    <a:pt x="12848" y="18999"/>
                  </a:moveTo>
                  <a:lnTo>
                    <a:pt x="12848" y="19993"/>
                  </a:lnTo>
                  <a:lnTo>
                    <a:pt x="12155" y="19993"/>
                  </a:lnTo>
                  <a:lnTo>
                    <a:pt x="12155" y="18999"/>
                  </a:lnTo>
                  <a:close/>
                  <a:moveTo>
                    <a:pt x="14114" y="18999"/>
                  </a:moveTo>
                  <a:lnTo>
                    <a:pt x="14114" y="19993"/>
                  </a:lnTo>
                  <a:lnTo>
                    <a:pt x="13451" y="19993"/>
                  </a:lnTo>
                  <a:lnTo>
                    <a:pt x="13451" y="18999"/>
                  </a:lnTo>
                  <a:close/>
                  <a:moveTo>
                    <a:pt x="15412" y="18999"/>
                  </a:moveTo>
                  <a:lnTo>
                    <a:pt x="15412" y="19993"/>
                  </a:lnTo>
                  <a:lnTo>
                    <a:pt x="14717" y="19993"/>
                  </a:lnTo>
                  <a:lnTo>
                    <a:pt x="14717" y="18999"/>
                  </a:lnTo>
                  <a:close/>
                  <a:moveTo>
                    <a:pt x="16708" y="0"/>
                  </a:moveTo>
                  <a:lnTo>
                    <a:pt x="16708" y="9740"/>
                  </a:lnTo>
                  <a:cubicBezTo>
                    <a:pt x="16618" y="9711"/>
                    <a:pt x="16466" y="9679"/>
                    <a:pt x="16346" y="9679"/>
                  </a:cubicBezTo>
                  <a:cubicBezTo>
                    <a:pt x="16225" y="9679"/>
                    <a:pt x="16136" y="9711"/>
                    <a:pt x="16015" y="9740"/>
                  </a:cubicBezTo>
                  <a:lnTo>
                    <a:pt x="16015" y="6816"/>
                  </a:lnTo>
                  <a:lnTo>
                    <a:pt x="14085" y="6816"/>
                  </a:lnTo>
                  <a:lnTo>
                    <a:pt x="14085" y="6121"/>
                  </a:lnTo>
                  <a:lnTo>
                    <a:pt x="14717" y="6121"/>
                  </a:lnTo>
                  <a:lnTo>
                    <a:pt x="14717" y="2956"/>
                  </a:lnTo>
                  <a:lnTo>
                    <a:pt x="10918" y="2956"/>
                  </a:lnTo>
                  <a:lnTo>
                    <a:pt x="10918" y="6121"/>
                  </a:lnTo>
                  <a:lnTo>
                    <a:pt x="11552" y="6121"/>
                  </a:lnTo>
                  <a:lnTo>
                    <a:pt x="11552" y="6816"/>
                  </a:lnTo>
                  <a:lnTo>
                    <a:pt x="5731" y="6816"/>
                  </a:lnTo>
                  <a:lnTo>
                    <a:pt x="5731" y="6121"/>
                  </a:lnTo>
                  <a:lnTo>
                    <a:pt x="6365" y="6121"/>
                  </a:lnTo>
                  <a:lnTo>
                    <a:pt x="6365" y="2956"/>
                  </a:lnTo>
                  <a:lnTo>
                    <a:pt x="2534" y="2956"/>
                  </a:lnTo>
                  <a:lnTo>
                    <a:pt x="2534" y="6121"/>
                  </a:lnTo>
                  <a:lnTo>
                    <a:pt x="3197" y="6121"/>
                  </a:lnTo>
                  <a:lnTo>
                    <a:pt x="3197" y="6816"/>
                  </a:lnTo>
                  <a:lnTo>
                    <a:pt x="1267" y="6816"/>
                  </a:lnTo>
                  <a:lnTo>
                    <a:pt x="1267" y="9740"/>
                  </a:lnTo>
                  <a:cubicBezTo>
                    <a:pt x="1178" y="9711"/>
                    <a:pt x="1057" y="9679"/>
                    <a:pt x="937" y="9679"/>
                  </a:cubicBezTo>
                  <a:cubicBezTo>
                    <a:pt x="394" y="9679"/>
                    <a:pt x="1" y="10102"/>
                    <a:pt x="1" y="10616"/>
                  </a:cubicBezTo>
                  <a:cubicBezTo>
                    <a:pt x="1" y="11158"/>
                    <a:pt x="394" y="11581"/>
                    <a:pt x="937" y="11581"/>
                  </a:cubicBezTo>
                  <a:cubicBezTo>
                    <a:pt x="1057" y="11581"/>
                    <a:pt x="1178" y="11549"/>
                    <a:pt x="1267" y="11489"/>
                  </a:cubicBezTo>
                  <a:lnTo>
                    <a:pt x="1267" y="14476"/>
                  </a:lnTo>
                  <a:lnTo>
                    <a:pt x="2474" y="14476"/>
                  </a:lnTo>
                  <a:lnTo>
                    <a:pt x="1267" y="18637"/>
                  </a:lnTo>
                  <a:lnTo>
                    <a:pt x="1267" y="20596"/>
                  </a:lnTo>
                  <a:lnTo>
                    <a:pt x="8295" y="20596"/>
                  </a:lnTo>
                  <a:lnTo>
                    <a:pt x="8295" y="18637"/>
                  </a:lnTo>
                  <a:lnTo>
                    <a:pt x="7118" y="14476"/>
                  </a:lnTo>
                  <a:lnTo>
                    <a:pt x="10194" y="14476"/>
                  </a:lnTo>
                  <a:lnTo>
                    <a:pt x="8987" y="18637"/>
                  </a:lnTo>
                  <a:lnTo>
                    <a:pt x="8987" y="20596"/>
                  </a:lnTo>
                  <a:lnTo>
                    <a:pt x="16015" y="20596"/>
                  </a:lnTo>
                  <a:lnTo>
                    <a:pt x="16015" y="18637"/>
                  </a:lnTo>
                  <a:lnTo>
                    <a:pt x="14838" y="14476"/>
                  </a:lnTo>
                  <a:lnTo>
                    <a:pt x="16015" y="14476"/>
                  </a:lnTo>
                  <a:lnTo>
                    <a:pt x="16015" y="11489"/>
                  </a:lnTo>
                  <a:cubicBezTo>
                    <a:pt x="16136" y="11549"/>
                    <a:pt x="16225" y="11581"/>
                    <a:pt x="16346" y="11581"/>
                  </a:cubicBezTo>
                  <a:cubicBezTo>
                    <a:pt x="16889" y="11581"/>
                    <a:pt x="17311" y="11158"/>
                    <a:pt x="17311" y="10616"/>
                  </a:cubicBezTo>
                  <a:lnTo>
                    <a:pt x="1731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 name="Google Shape;1268;p67"/>
          <p:cNvGrpSpPr/>
          <p:nvPr/>
        </p:nvGrpSpPr>
        <p:grpSpPr>
          <a:xfrm>
            <a:off x="1281478" y="3978355"/>
            <a:ext cx="259631" cy="491238"/>
            <a:chOff x="1281478" y="4112755"/>
            <a:chExt cx="259631" cy="491238"/>
          </a:xfrm>
        </p:grpSpPr>
        <p:sp>
          <p:nvSpPr>
            <p:cNvPr id="1269" name="Google Shape;1269;p67"/>
            <p:cNvSpPr/>
            <p:nvPr/>
          </p:nvSpPr>
          <p:spPr>
            <a:xfrm>
              <a:off x="1281478" y="4112755"/>
              <a:ext cx="259631" cy="491238"/>
            </a:xfrm>
            <a:custGeom>
              <a:avLst/>
              <a:gdLst/>
              <a:ahLst/>
              <a:cxnLst/>
              <a:rect l="l" t="t" r="r" b="b"/>
              <a:pathLst>
                <a:path w="10886" h="20597" extrusionOk="0">
                  <a:moveTo>
                    <a:pt x="5458" y="604"/>
                  </a:moveTo>
                  <a:cubicBezTo>
                    <a:pt x="6242" y="604"/>
                    <a:pt x="6905" y="1175"/>
                    <a:pt x="7057" y="1930"/>
                  </a:cubicBezTo>
                  <a:lnTo>
                    <a:pt x="3861" y="1930"/>
                  </a:lnTo>
                  <a:cubicBezTo>
                    <a:pt x="4010" y="1175"/>
                    <a:pt x="4674" y="604"/>
                    <a:pt x="5458" y="604"/>
                  </a:cubicBezTo>
                  <a:close/>
                  <a:moveTo>
                    <a:pt x="8353" y="2534"/>
                  </a:moveTo>
                  <a:lnTo>
                    <a:pt x="8353" y="4222"/>
                  </a:lnTo>
                  <a:lnTo>
                    <a:pt x="7388" y="4222"/>
                  </a:lnTo>
                  <a:lnTo>
                    <a:pt x="7388" y="4826"/>
                  </a:lnTo>
                  <a:lnTo>
                    <a:pt x="9651" y="4826"/>
                  </a:lnTo>
                  <a:lnTo>
                    <a:pt x="9651" y="5518"/>
                  </a:lnTo>
                  <a:lnTo>
                    <a:pt x="1236" y="5518"/>
                  </a:lnTo>
                  <a:lnTo>
                    <a:pt x="1236" y="4826"/>
                  </a:lnTo>
                  <a:lnTo>
                    <a:pt x="6092" y="4826"/>
                  </a:lnTo>
                  <a:lnTo>
                    <a:pt x="6092" y="4222"/>
                  </a:lnTo>
                  <a:lnTo>
                    <a:pt x="2534" y="4222"/>
                  </a:lnTo>
                  <a:lnTo>
                    <a:pt x="2534" y="2534"/>
                  </a:lnTo>
                  <a:close/>
                  <a:moveTo>
                    <a:pt x="5458" y="11762"/>
                  </a:moveTo>
                  <a:lnTo>
                    <a:pt x="5972" y="12514"/>
                  </a:lnTo>
                  <a:cubicBezTo>
                    <a:pt x="6032" y="12635"/>
                    <a:pt x="6061" y="12756"/>
                    <a:pt x="6061" y="12876"/>
                  </a:cubicBezTo>
                  <a:cubicBezTo>
                    <a:pt x="6061" y="13057"/>
                    <a:pt x="5911" y="13238"/>
                    <a:pt x="5730" y="13238"/>
                  </a:cubicBezTo>
                  <a:lnTo>
                    <a:pt x="5187" y="13238"/>
                  </a:lnTo>
                  <a:cubicBezTo>
                    <a:pt x="5007" y="13238"/>
                    <a:pt x="4855" y="13057"/>
                    <a:pt x="4855" y="12876"/>
                  </a:cubicBezTo>
                  <a:cubicBezTo>
                    <a:pt x="4855" y="12756"/>
                    <a:pt x="4886" y="12635"/>
                    <a:pt x="4946" y="12546"/>
                  </a:cubicBezTo>
                  <a:lnTo>
                    <a:pt x="5458" y="11762"/>
                  </a:lnTo>
                  <a:close/>
                  <a:moveTo>
                    <a:pt x="5127" y="15108"/>
                  </a:moveTo>
                  <a:lnTo>
                    <a:pt x="5127" y="16435"/>
                  </a:lnTo>
                  <a:lnTo>
                    <a:pt x="3800" y="16435"/>
                  </a:lnTo>
                  <a:lnTo>
                    <a:pt x="3800" y="15108"/>
                  </a:lnTo>
                  <a:close/>
                  <a:moveTo>
                    <a:pt x="7057" y="15108"/>
                  </a:moveTo>
                  <a:lnTo>
                    <a:pt x="7057" y="16435"/>
                  </a:lnTo>
                  <a:lnTo>
                    <a:pt x="5730" y="16435"/>
                  </a:lnTo>
                  <a:lnTo>
                    <a:pt x="5730" y="15108"/>
                  </a:lnTo>
                  <a:close/>
                  <a:moveTo>
                    <a:pt x="1267" y="9981"/>
                  </a:moveTo>
                  <a:lnTo>
                    <a:pt x="1267" y="12997"/>
                  </a:lnTo>
                  <a:lnTo>
                    <a:pt x="2804" y="14505"/>
                  </a:lnTo>
                  <a:lnTo>
                    <a:pt x="2232" y="14505"/>
                  </a:lnTo>
                  <a:lnTo>
                    <a:pt x="2232" y="15108"/>
                  </a:lnTo>
                  <a:lnTo>
                    <a:pt x="3197" y="15108"/>
                  </a:lnTo>
                  <a:lnTo>
                    <a:pt x="3197" y="16435"/>
                  </a:lnTo>
                  <a:cubicBezTo>
                    <a:pt x="2775" y="16495"/>
                    <a:pt x="2353" y="16707"/>
                    <a:pt x="2020" y="17009"/>
                  </a:cubicBezTo>
                  <a:cubicBezTo>
                    <a:pt x="1115" y="16314"/>
                    <a:pt x="604" y="15289"/>
                    <a:pt x="604" y="14143"/>
                  </a:cubicBezTo>
                  <a:lnTo>
                    <a:pt x="604" y="9981"/>
                  </a:lnTo>
                  <a:close/>
                  <a:moveTo>
                    <a:pt x="10283" y="9981"/>
                  </a:moveTo>
                  <a:lnTo>
                    <a:pt x="10283" y="14143"/>
                  </a:lnTo>
                  <a:cubicBezTo>
                    <a:pt x="10283" y="15289"/>
                    <a:pt x="9740" y="16314"/>
                    <a:pt x="8867" y="17009"/>
                  </a:cubicBezTo>
                  <a:cubicBezTo>
                    <a:pt x="8534" y="16707"/>
                    <a:pt x="8143" y="16495"/>
                    <a:pt x="7660" y="16435"/>
                  </a:cubicBezTo>
                  <a:lnTo>
                    <a:pt x="7660" y="15108"/>
                  </a:lnTo>
                  <a:lnTo>
                    <a:pt x="8686" y="15108"/>
                  </a:lnTo>
                  <a:lnTo>
                    <a:pt x="8686" y="14505"/>
                  </a:lnTo>
                  <a:lnTo>
                    <a:pt x="8111" y="14505"/>
                  </a:lnTo>
                  <a:lnTo>
                    <a:pt x="9590" y="12997"/>
                  </a:lnTo>
                  <a:lnTo>
                    <a:pt x="9590" y="9981"/>
                  </a:lnTo>
                  <a:close/>
                  <a:moveTo>
                    <a:pt x="5458" y="0"/>
                  </a:moveTo>
                  <a:cubicBezTo>
                    <a:pt x="4343" y="0"/>
                    <a:pt x="3407" y="845"/>
                    <a:pt x="3257" y="1930"/>
                  </a:cubicBezTo>
                  <a:lnTo>
                    <a:pt x="1931" y="1930"/>
                  </a:lnTo>
                  <a:lnTo>
                    <a:pt x="1931" y="4222"/>
                  </a:lnTo>
                  <a:lnTo>
                    <a:pt x="633" y="4222"/>
                  </a:lnTo>
                  <a:lnTo>
                    <a:pt x="633" y="6121"/>
                  </a:lnTo>
                  <a:lnTo>
                    <a:pt x="8987" y="6121"/>
                  </a:lnTo>
                  <a:lnTo>
                    <a:pt x="8987" y="12756"/>
                  </a:lnTo>
                  <a:lnTo>
                    <a:pt x="7267" y="14505"/>
                  </a:lnTo>
                  <a:lnTo>
                    <a:pt x="5730" y="14505"/>
                  </a:lnTo>
                  <a:lnTo>
                    <a:pt x="5730" y="13812"/>
                  </a:lnTo>
                  <a:cubicBezTo>
                    <a:pt x="6273" y="13812"/>
                    <a:pt x="6664" y="13390"/>
                    <a:pt x="6664" y="12876"/>
                  </a:cubicBezTo>
                  <a:cubicBezTo>
                    <a:pt x="6664" y="12635"/>
                    <a:pt x="6604" y="12394"/>
                    <a:pt x="6454" y="12184"/>
                  </a:cubicBezTo>
                  <a:lnTo>
                    <a:pt x="5851" y="11279"/>
                  </a:lnTo>
                  <a:cubicBezTo>
                    <a:pt x="5791" y="11187"/>
                    <a:pt x="5759" y="11067"/>
                    <a:pt x="5759" y="10946"/>
                  </a:cubicBezTo>
                  <a:lnTo>
                    <a:pt x="5156" y="10946"/>
                  </a:lnTo>
                  <a:cubicBezTo>
                    <a:pt x="5156" y="11067"/>
                    <a:pt x="5127" y="11187"/>
                    <a:pt x="5067" y="11279"/>
                  </a:cubicBezTo>
                  <a:lnTo>
                    <a:pt x="4432" y="12184"/>
                  </a:lnTo>
                  <a:cubicBezTo>
                    <a:pt x="4312" y="12394"/>
                    <a:pt x="4222" y="12635"/>
                    <a:pt x="4222" y="12876"/>
                  </a:cubicBezTo>
                  <a:cubicBezTo>
                    <a:pt x="4222" y="13390"/>
                    <a:pt x="4645" y="13812"/>
                    <a:pt x="5127" y="13812"/>
                  </a:cubicBezTo>
                  <a:lnTo>
                    <a:pt x="5127" y="14505"/>
                  </a:lnTo>
                  <a:lnTo>
                    <a:pt x="3648" y="14505"/>
                  </a:lnTo>
                  <a:lnTo>
                    <a:pt x="1870" y="12756"/>
                  </a:lnTo>
                  <a:lnTo>
                    <a:pt x="1870" y="7086"/>
                  </a:lnTo>
                  <a:lnTo>
                    <a:pt x="1267" y="7086"/>
                  </a:lnTo>
                  <a:lnTo>
                    <a:pt x="1267" y="9378"/>
                  </a:lnTo>
                  <a:lnTo>
                    <a:pt x="0" y="9378"/>
                  </a:lnTo>
                  <a:lnTo>
                    <a:pt x="0" y="14143"/>
                  </a:lnTo>
                  <a:cubicBezTo>
                    <a:pt x="0" y="15470"/>
                    <a:pt x="604" y="16676"/>
                    <a:pt x="1629" y="17460"/>
                  </a:cubicBezTo>
                  <a:cubicBezTo>
                    <a:pt x="1417" y="17793"/>
                    <a:pt x="1267" y="18215"/>
                    <a:pt x="1267" y="18666"/>
                  </a:cubicBezTo>
                  <a:lnTo>
                    <a:pt x="1267" y="19993"/>
                  </a:lnTo>
                  <a:lnTo>
                    <a:pt x="302" y="19993"/>
                  </a:lnTo>
                  <a:lnTo>
                    <a:pt x="302" y="20596"/>
                  </a:lnTo>
                  <a:lnTo>
                    <a:pt x="10616" y="20596"/>
                  </a:lnTo>
                  <a:lnTo>
                    <a:pt x="10616" y="19993"/>
                  </a:lnTo>
                  <a:lnTo>
                    <a:pt x="1870" y="19993"/>
                  </a:lnTo>
                  <a:lnTo>
                    <a:pt x="1870" y="18666"/>
                  </a:lnTo>
                  <a:cubicBezTo>
                    <a:pt x="1870" y="17762"/>
                    <a:pt x="2623" y="17038"/>
                    <a:pt x="3528" y="17038"/>
                  </a:cubicBezTo>
                  <a:lnTo>
                    <a:pt x="7388" y="17038"/>
                  </a:lnTo>
                  <a:cubicBezTo>
                    <a:pt x="8292" y="17038"/>
                    <a:pt x="8987" y="17762"/>
                    <a:pt x="8987" y="18666"/>
                  </a:cubicBezTo>
                  <a:lnTo>
                    <a:pt x="8987" y="19301"/>
                  </a:lnTo>
                  <a:lnTo>
                    <a:pt x="9590" y="19301"/>
                  </a:lnTo>
                  <a:lnTo>
                    <a:pt x="9590" y="18666"/>
                  </a:lnTo>
                  <a:cubicBezTo>
                    <a:pt x="9590" y="18215"/>
                    <a:pt x="9470" y="17793"/>
                    <a:pt x="9257" y="17460"/>
                  </a:cubicBezTo>
                  <a:cubicBezTo>
                    <a:pt x="10283" y="16676"/>
                    <a:pt x="10886" y="15470"/>
                    <a:pt x="10886" y="14143"/>
                  </a:cubicBezTo>
                  <a:lnTo>
                    <a:pt x="10886" y="9378"/>
                  </a:lnTo>
                  <a:lnTo>
                    <a:pt x="9590" y="9378"/>
                  </a:lnTo>
                  <a:lnTo>
                    <a:pt x="9590" y="6121"/>
                  </a:lnTo>
                  <a:lnTo>
                    <a:pt x="10254" y="6121"/>
                  </a:lnTo>
                  <a:lnTo>
                    <a:pt x="10254" y="4222"/>
                  </a:lnTo>
                  <a:lnTo>
                    <a:pt x="8956" y="4222"/>
                  </a:lnTo>
                  <a:lnTo>
                    <a:pt x="8956" y="1930"/>
                  </a:lnTo>
                  <a:lnTo>
                    <a:pt x="7660" y="1930"/>
                  </a:lnTo>
                  <a:cubicBezTo>
                    <a:pt x="7508" y="845"/>
                    <a:pt x="6575" y="0"/>
                    <a:pt x="54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67"/>
            <p:cNvSpPr/>
            <p:nvPr/>
          </p:nvSpPr>
          <p:spPr>
            <a:xfrm>
              <a:off x="1403757" y="4274553"/>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67"/>
            <p:cNvSpPr/>
            <p:nvPr/>
          </p:nvSpPr>
          <p:spPr>
            <a:xfrm>
              <a:off x="1357727" y="4274553"/>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67"/>
            <p:cNvSpPr/>
            <p:nvPr/>
          </p:nvSpPr>
          <p:spPr>
            <a:xfrm>
              <a:off x="1449788" y="4274553"/>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67"/>
            <p:cNvSpPr/>
            <p:nvPr/>
          </p:nvSpPr>
          <p:spPr>
            <a:xfrm>
              <a:off x="1389375" y="4534924"/>
              <a:ext cx="44600" cy="45363"/>
            </a:xfrm>
            <a:custGeom>
              <a:avLst/>
              <a:gdLst/>
              <a:ahLst/>
              <a:cxnLst/>
              <a:rect l="l" t="t" r="r" b="b"/>
              <a:pathLst>
                <a:path w="1870" h="1902" extrusionOk="0">
                  <a:moveTo>
                    <a:pt x="934" y="603"/>
                  </a:moveTo>
                  <a:cubicBezTo>
                    <a:pt x="1115" y="603"/>
                    <a:pt x="1267" y="755"/>
                    <a:pt x="1267" y="965"/>
                  </a:cubicBezTo>
                  <a:cubicBezTo>
                    <a:pt x="1267" y="1146"/>
                    <a:pt x="1115" y="1298"/>
                    <a:pt x="934" y="1298"/>
                  </a:cubicBezTo>
                  <a:cubicBezTo>
                    <a:pt x="753" y="1298"/>
                    <a:pt x="603" y="1146"/>
                    <a:pt x="603" y="965"/>
                  </a:cubicBezTo>
                  <a:cubicBezTo>
                    <a:pt x="603" y="755"/>
                    <a:pt x="753" y="603"/>
                    <a:pt x="934" y="603"/>
                  </a:cubicBezTo>
                  <a:close/>
                  <a:moveTo>
                    <a:pt x="934" y="0"/>
                  </a:moveTo>
                  <a:cubicBezTo>
                    <a:pt x="422" y="0"/>
                    <a:pt x="0" y="422"/>
                    <a:pt x="0" y="965"/>
                  </a:cubicBezTo>
                  <a:cubicBezTo>
                    <a:pt x="0" y="1479"/>
                    <a:pt x="422" y="1901"/>
                    <a:pt x="934" y="1901"/>
                  </a:cubicBezTo>
                  <a:cubicBezTo>
                    <a:pt x="1448" y="1901"/>
                    <a:pt x="1870" y="1479"/>
                    <a:pt x="1870" y="965"/>
                  </a:cubicBezTo>
                  <a:cubicBezTo>
                    <a:pt x="1870" y="422"/>
                    <a:pt x="1448" y="0"/>
                    <a:pt x="9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67"/>
          <p:cNvGrpSpPr/>
          <p:nvPr/>
        </p:nvGrpSpPr>
        <p:grpSpPr>
          <a:xfrm>
            <a:off x="1868379" y="4004947"/>
            <a:ext cx="490547" cy="437314"/>
            <a:chOff x="1868379" y="4139347"/>
            <a:chExt cx="490547" cy="437314"/>
          </a:xfrm>
        </p:grpSpPr>
        <p:sp>
          <p:nvSpPr>
            <p:cNvPr id="1275" name="Google Shape;1275;p67"/>
            <p:cNvSpPr/>
            <p:nvPr/>
          </p:nvSpPr>
          <p:spPr>
            <a:xfrm>
              <a:off x="1868379" y="4268114"/>
              <a:ext cx="490547" cy="170456"/>
            </a:xfrm>
            <a:custGeom>
              <a:avLst/>
              <a:gdLst/>
              <a:ahLst/>
              <a:cxnLst/>
              <a:rect l="l" t="t" r="r" b="b"/>
              <a:pathLst>
                <a:path w="20568" h="7147" extrusionOk="0">
                  <a:moveTo>
                    <a:pt x="6604" y="1959"/>
                  </a:moveTo>
                  <a:lnTo>
                    <a:pt x="4312" y="6543"/>
                  </a:lnTo>
                  <a:lnTo>
                    <a:pt x="1991" y="6543"/>
                  </a:lnTo>
                  <a:lnTo>
                    <a:pt x="6604" y="1959"/>
                  </a:lnTo>
                  <a:close/>
                  <a:moveTo>
                    <a:pt x="12847" y="845"/>
                  </a:moveTo>
                  <a:lnTo>
                    <a:pt x="18546" y="6543"/>
                  </a:lnTo>
                  <a:lnTo>
                    <a:pt x="4975" y="6543"/>
                  </a:lnTo>
                  <a:lnTo>
                    <a:pt x="7781" y="934"/>
                  </a:lnTo>
                  <a:lnTo>
                    <a:pt x="12635" y="5759"/>
                  </a:lnTo>
                  <a:lnTo>
                    <a:pt x="13057" y="5337"/>
                  </a:lnTo>
                  <a:lnTo>
                    <a:pt x="10705" y="2985"/>
                  </a:lnTo>
                  <a:lnTo>
                    <a:pt x="12847" y="845"/>
                  </a:lnTo>
                  <a:close/>
                  <a:moveTo>
                    <a:pt x="7721" y="0"/>
                  </a:moveTo>
                  <a:lnTo>
                    <a:pt x="1146" y="6543"/>
                  </a:lnTo>
                  <a:lnTo>
                    <a:pt x="1" y="6543"/>
                  </a:lnTo>
                  <a:lnTo>
                    <a:pt x="1" y="7146"/>
                  </a:lnTo>
                  <a:lnTo>
                    <a:pt x="20568" y="7146"/>
                  </a:lnTo>
                  <a:lnTo>
                    <a:pt x="20568" y="6543"/>
                  </a:lnTo>
                  <a:lnTo>
                    <a:pt x="19422" y="6543"/>
                  </a:lnTo>
                  <a:lnTo>
                    <a:pt x="12847" y="0"/>
                  </a:lnTo>
                  <a:lnTo>
                    <a:pt x="10283" y="2562"/>
                  </a:lnTo>
                  <a:lnTo>
                    <a:pt x="772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67"/>
            <p:cNvSpPr/>
            <p:nvPr/>
          </p:nvSpPr>
          <p:spPr>
            <a:xfrm>
              <a:off x="1990658" y="4562256"/>
              <a:ext cx="368268" cy="14405"/>
            </a:xfrm>
            <a:custGeom>
              <a:avLst/>
              <a:gdLst/>
              <a:ahLst/>
              <a:cxnLst/>
              <a:rect l="l" t="t" r="r" b="b"/>
              <a:pathLst>
                <a:path w="15441" h="604" extrusionOk="0">
                  <a:moveTo>
                    <a:pt x="0" y="0"/>
                  </a:moveTo>
                  <a:lnTo>
                    <a:pt x="0" y="603"/>
                  </a:lnTo>
                  <a:lnTo>
                    <a:pt x="15441" y="603"/>
                  </a:lnTo>
                  <a:lnTo>
                    <a:pt x="1544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67"/>
            <p:cNvSpPr/>
            <p:nvPr/>
          </p:nvSpPr>
          <p:spPr>
            <a:xfrm>
              <a:off x="1868379" y="4562256"/>
              <a:ext cx="92085" cy="14405"/>
            </a:xfrm>
            <a:custGeom>
              <a:avLst/>
              <a:gdLst/>
              <a:ahLst/>
              <a:cxnLst/>
              <a:rect l="l" t="t" r="r" b="b"/>
              <a:pathLst>
                <a:path w="3861" h="604" extrusionOk="0">
                  <a:moveTo>
                    <a:pt x="1" y="0"/>
                  </a:moveTo>
                  <a:lnTo>
                    <a:pt x="1" y="603"/>
                  </a:lnTo>
                  <a:lnTo>
                    <a:pt x="3861" y="603"/>
                  </a:lnTo>
                  <a:lnTo>
                    <a:pt x="38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67"/>
            <p:cNvSpPr/>
            <p:nvPr/>
          </p:nvSpPr>
          <p:spPr>
            <a:xfrm>
              <a:off x="1944627" y="4470195"/>
              <a:ext cx="153928" cy="14405"/>
            </a:xfrm>
            <a:custGeom>
              <a:avLst/>
              <a:gdLst/>
              <a:ahLst/>
              <a:cxnLst/>
              <a:rect l="l" t="t" r="r" b="b"/>
              <a:pathLst>
                <a:path w="6454" h="604" extrusionOk="0">
                  <a:moveTo>
                    <a:pt x="0" y="0"/>
                  </a:moveTo>
                  <a:lnTo>
                    <a:pt x="0" y="603"/>
                  </a:lnTo>
                  <a:lnTo>
                    <a:pt x="6454" y="603"/>
                  </a:lnTo>
                  <a:lnTo>
                    <a:pt x="64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67"/>
            <p:cNvSpPr/>
            <p:nvPr/>
          </p:nvSpPr>
          <p:spPr>
            <a:xfrm>
              <a:off x="1898597" y="4470195"/>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67"/>
            <p:cNvSpPr/>
            <p:nvPr/>
          </p:nvSpPr>
          <p:spPr>
            <a:xfrm>
              <a:off x="2220810" y="4470195"/>
              <a:ext cx="61867" cy="14405"/>
            </a:xfrm>
            <a:custGeom>
              <a:avLst/>
              <a:gdLst/>
              <a:ahLst/>
              <a:cxnLst/>
              <a:rect l="l" t="t" r="r" b="b"/>
              <a:pathLst>
                <a:path w="2594" h="604" extrusionOk="0">
                  <a:moveTo>
                    <a:pt x="0" y="0"/>
                  </a:moveTo>
                  <a:lnTo>
                    <a:pt x="0" y="603"/>
                  </a:lnTo>
                  <a:lnTo>
                    <a:pt x="2594" y="603"/>
                  </a:lnTo>
                  <a:lnTo>
                    <a:pt x="25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67"/>
            <p:cNvSpPr/>
            <p:nvPr/>
          </p:nvSpPr>
          <p:spPr>
            <a:xfrm>
              <a:off x="2312871" y="4470195"/>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67"/>
            <p:cNvSpPr/>
            <p:nvPr/>
          </p:nvSpPr>
          <p:spPr>
            <a:xfrm>
              <a:off x="1868379" y="4516225"/>
              <a:ext cx="61128" cy="14405"/>
            </a:xfrm>
            <a:custGeom>
              <a:avLst/>
              <a:gdLst/>
              <a:ahLst/>
              <a:cxnLst/>
              <a:rect l="l" t="t" r="r" b="b"/>
              <a:pathLst>
                <a:path w="2563" h="604" extrusionOk="0">
                  <a:moveTo>
                    <a:pt x="1" y="0"/>
                  </a:moveTo>
                  <a:lnTo>
                    <a:pt x="1" y="603"/>
                  </a:lnTo>
                  <a:lnTo>
                    <a:pt x="2563" y="603"/>
                  </a:lnTo>
                  <a:lnTo>
                    <a:pt x="256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67"/>
            <p:cNvSpPr/>
            <p:nvPr/>
          </p:nvSpPr>
          <p:spPr>
            <a:xfrm>
              <a:off x="2174780" y="4516225"/>
              <a:ext cx="184146" cy="14405"/>
            </a:xfrm>
            <a:custGeom>
              <a:avLst/>
              <a:gdLst/>
              <a:ahLst/>
              <a:cxnLst/>
              <a:rect l="l" t="t" r="r" b="b"/>
              <a:pathLst>
                <a:path w="7721" h="604" extrusionOk="0">
                  <a:moveTo>
                    <a:pt x="0" y="0"/>
                  </a:moveTo>
                  <a:lnTo>
                    <a:pt x="0" y="603"/>
                  </a:lnTo>
                  <a:lnTo>
                    <a:pt x="7721" y="603"/>
                  </a:lnTo>
                  <a:lnTo>
                    <a:pt x="772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67"/>
            <p:cNvSpPr/>
            <p:nvPr/>
          </p:nvSpPr>
          <p:spPr>
            <a:xfrm>
              <a:off x="2082719" y="4516225"/>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67"/>
            <p:cNvSpPr/>
            <p:nvPr/>
          </p:nvSpPr>
          <p:spPr>
            <a:xfrm>
              <a:off x="2128749" y="4516225"/>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67"/>
            <p:cNvSpPr/>
            <p:nvPr/>
          </p:nvSpPr>
          <p:spPr>
            <a:xfrm>
              <a:off x="2052501" y="4139347"/>
              <a:ext cx="122303" cy="123042"/>
            </a:xfrm>
            <a:custGeom>
              <a:avLst/>
              <a:gdLst/>
              <a:ahLst/>
              <a:cxnLst/>
              <a:rect l="l" t="t" r="r" b="b"/>
              <a:pathLst>
                <a:path w="5128" h="5159" extrusionOk="0">
                  <a:moveTo>
                    <a:pt x="2563" y="1600"/>
                  </a:moveTo>
                  <a:cubicBezTo>
                    <a:pt x="3106" y="1600"/>
                    <a:pt x="3559" y="2051"/>
                    <a:pt x="3559" y="2594"/>
                  </a:cubicBezTo>
                  <a:cubicBezTo>
                    <a:pt x="3559" y="3136"/>
                    <a:pt x="3106" y="3559"/>
                    <a:pt x="2563" y="3559"/>
                  </a:cubicBezTo>
                  <a:cubicBezTo>
                    <a:pt x="2020" y="3559"/>
                    <a:pt x="1569" y="3136"/>
                    <a:pt x="1569" y="2594"/>
                  </a:cubicBezTo>
                  <a:cubicBezTo>
                    <a:pt x="1569" y="2051"/>
                    <a:pt x="2020" y="1600"/>
                    <a:pt x="2563" y="1600"/>
                  </a:cubicBezTo>
                  <a:close/>
                  <a:moveTo>
                    <a:pt x="2232" y="0"/>
                  </a:moveTo>
                  <a:lnTo>
                    <a:pt x="2232" y="1025"/>
                  </a:lnTo>
                  <a:cubicBezTo>
                    <a:pt x="2051" y="1057"/>
                    <a:pt x="1839" y="1146"/>
                    <a:pt x="1658" y="1267"/>
                  </a:cubicBezTo>
                  <a:lnTo>
                    <a:pt x="845" y="454"/>
                  </a:lnTo>
                  <a:lnTo>
                    <a:pt x="423" y="876"/>
                  </a:lnTo>
                  <a:lnTo>
                    <a:pt x="1236" y="1720"/>
                  </a:lnTo>
                  <a:cubicBezTo>
                    <a:pt x="1115" y="1870"/>
                    <a:pt x="1055" y="2051"/>
                    <a:pt x="995" y="2292"/>
                  </a:cubicBezTo>
                  <a:lnTo>
                    <a:pt x="1" y="2292"/>
                  </a:lnTo>
                  <a:lnTo>
                    <a:pt x="1" y="2895"/>
                  </a:lnTo>
                  <a:lnTo>
                    <a:pt x="995" y="2895"/>
                  </a:lnTo>
                  <a:cubicBezTo>
                    <a:pt x="1055" y="3107"/>
                    <a:pt x="1115" y="3317"/>
                    <a:pt x="1236" y="3469"/>
                  </a:cubicBezTo>
                  <a:lnTo>
                    <a:pt x="423" y="4314"/>
                  </a:lnTo>
                  <a:lnTo>
                    <a:pt x="845" y="4736"/>
                  </a:lnTo>
                  <a:lnTo>
                    <a:pt x="1658" y="3891"/>
                  </a:lnTo>
                  <a:cubicBezTo>
                    <a:pt x="1839" y="4012"/>
                    <a:pt x="2051" y="4101"/>
                    <a:pt x="2232" y="4133"/>
                  </a:cubicBezTo>
                  <a:lnTo>
                    <a:pt x="2232" y="5158"/>
                  </a:lnTo>
                  <a:lnTo>
                    <a:pt x="2835" y="5158"/>
                  </a:lnTo>
                  <a:lnTo>
                    <a:pt x="2835" y="4133"/>
                  </a:lnTo>
                  <a:cubicBezTo>
                    <a:pt x="3077" y="4101"/>
                    <a:pt x="3258" y="4012"/>
                    <a:pt x="3439" y="3891"/>
                  </a:cubicBezTo>
                  <a:lnTo>
                    <a:pt x="4283" y="4736"/>
                  </a:lnTo>
                  <a:lnTo>
                    <a:pt x="4705" y="4314"/>
                  </a:lnTo>
                  <a:lnTo>
                    <a:pt x="3861" y="3469"/>
                  </a:lnTo>
                  <a:cubicBezTo>
                    <a:pt x="3981" y="3317"/>
                    <a:pt x="4071" y="3107"/>
                    <a:pt x="4131" y="2895"/>
                  </a:cubicBezTo>
                  <a:lnTo>
                    <a:pt x="5127" y="2895"/>
                  </a:lnTo>
                  <a:lnTo>
                    <a:pt x="5127" y="2292"/>
                  </a:lnTo>
                  <a:lnTo>
                    <a:pt x="4131" y="2292"/>
                  </a:lnTo>
                  <a:cubicBezTo>
                    <a:pt x="4071" y="2051"/>
                    <a:pt x="3981" y="1870"/>
                    <a:pt x="3861" y="1720"/>
                  </a:cubicBezTo>
                  <a:lnTo>
                    <a:pt x="4705" y="876"/>
                  </a:lnTo>
                  <a:lnTo>
                    <a:pt x="4283" y="454"/>
                  </a:lnTo>
                  <a:lnTo>
                    <a:pt x="3439" y="1267"/>
                  </a:lnTo>
                  <a:cubicBezTo>
                    <a:pt x="3258" y="1146"/>
                    <a:pt x="3077" y="1057"/>
                    <a:pt x="2835" y="1025"/>
                  </a:cubicBezTo>
                  <a:lnTo>
                    <a:pt x="28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67"/>
            <p:cNvSpPr/>
            <p:nvPr/>
          </p:nvSpPr>
          <p:spPr>
            <a:xfrm>
              <a:off x="1907207" y="4240018"/>
              <a:ext cx="106490" cy="37444"/>
            </a:xfrm>
            <a:custGeom>
              <a:avLst/>
              <a:gdLst/>
              <a:ahLst/>
              <a:cxnLst/>
              <a:rect l="l" t="t" r="r" b="b"/>
              <a:pathLst>
                <a:path w="4465" h="1570" extrusionOk="0">
                  <a:moveTo>
                    <a:pt x="2865" y="1"/>
                  </a:moveTo>
                  <a:cubicBezTo>
                    <a:pt x="2262" y="1"/>
                    <a:pt x="1750" y="334"/>
                    <a:pt x="1477" y="816"/>
                  </a:cubicBezTo>
                  <a:cubicBezTo>
                    <a:pt x="1328" y="696"/>
                    <a:pt x="1147" y="635"/>
                    <a:pt x="935" y="635"/>
                  </a:cubicBezTo>
                  <a:cubicBezTo>
                    <a:pt x="423" y="635"/>
                    <a:pt x="1" y="1058"/>
                    <a:pt x="1" y="1569"/>
                  </a:cubicBezTo>
                  <a:lnTo>
                    <a:pt x="604" y="1569"/>
                  </a:lnTo>
                  <a:cubicBezTo>
                    <a:pt x="604" y="1388"/>
                    <a:pt x="754" y="1239"/>
                    <a:pt x="935" y="1239"/>
                  </a:cubicBezTo>
                  <a:cubicBezTo>
                    <a:pt x="1116" y="1239"/>
                    <a:pt x="1268" y="1388"/>
                    <a:pt x="1268" y="1569"/>
                  </a:cubicBezTo>
                  <a:lnTo>
                    <a:pt x="1871" y="1569"/>
                  </a:lnTo>
                  <a:cubicBezTo>
                    <a:pt x="1871" y="1026"/>
                    <a:pt x="2322" y="604"/>
                    <a:pt x="2865" y="604"/>
                  </a:cubicBezTo>
                  <a:cubicBezTo>
                    <a:pt x="3408" y="604"/>
                    <a:pt x="3861" y="1026"/>
                    <a:pt x="3861" y="1569"/>
                  </a:cubicBezTo>
                  <a:lnTo>
                    <a:pt x="4464" y="1569"/>
                  </a:lnTo>
                  <a:cubicBezTo>
                    <a:pt x="4464" y="696"/>
                    <a:pt x="3740" y="1"/>
                    <a:pt x="28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67"/>
            <p:cNvSpPr/>
            <p:nvPr/>
          </p:nvSpPr>
          <p:spPr>
            <a:xfrm>
              <a:off x="2198487" y="4193988"/>
              <a:ext cx="106466" cy="37444"/>
            </a:xfrm>
            <a:custGeom>
              <a:avLst/>
              <a:gdLst/>
              <a:ahLst/>
              <a:cxnLst/>
              <a:rect l="l" t="t" r="r" b="b"/>
              <a:pathLst>
                <a:path w="4464" h="1570" extrusionOk="0">
                  <a:moveTo>
                    <a:pt x="2866" y="1"/>
                  </a:moveTo>
                  <a:cubicBezTo>
                    <a:pt x="2263" y="1"/>
                    <a:pt x="1749" y="334"/>
                    <a:pt x="1479" y="816"/>
                  </a:cubicBezTo>
                  <a:cubicBezTo>
                    <a:pt x="1327" y="696"/>
                    <a:pt x="1146" y="635"/>
                    <a:pt x="936" y="635"/>
                  </a:cubicBezTo>
                  <a:cubicBezTo>
                    <a:pt x="423" y="635"/>
                    <a:pt x="0" y="1058"/>
                    <a:pt x="0" y="1569"/>
                  </a:cubicBezTo>
                  <a:lnTo>
                    <a:pt x="603" y="1569"/>
                  </a:lnTo>
                  <a:cubicBezTo>
                    <a:pt x="603" y="1388"/>
                    <a:pt x="755" y="1239"/>
                    <a:pt x="936" y="1239"/>
                  </a:cubicBezTo>
                  <a:cubicBezTo>
                    <a:pt x="1117" y="1239"/>
                    <a:pt x="1298" y="1388"/>
                    <a:pt x="1298" y="1569"/>
                  </a:cubicBezTo>
                  <a:lnTo>
                    <a:pt x="1901" y="1569"/>
                  </a:lnTo>
                  <a:cubicBezTo>
                    <a:pt x="1901" y="1026"/>
                    <a:pt x="2324" y="604"/>
                    <a:pt x="2866" y="604"/>
                  </a:cubicBezTo>
                  <a:cubicBezTo>
                    <a:pt x="3409" y="604"/>
                    <a:pt x="3860" y="1026"/>
                    <a:pt x="3860" y="1569"/>
                  </a:cubicBezTo>
                  <a:lnTo>
                    <a:pt x="4464" y="1569"/>
                  </a:lnTo>
                  <a:cubicBezTo>
                    <a:pt x="4464" y="696"/>
                    <a:pt x="3740" y="1"/>
                    <a:pt x="28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 name="Google Shape;1289;p67"/>
          <p:cNvGrpSpPr/>
          <p:nvPr/>
        </p:nvGrpSpPr>
        <p:grpSpPr>
          <a:xfrm>
            <a:off x="2570356" y="3992736"/>
            <a:ext cx="491238" cy="462475"/>
            <a:chOff x="2570356" y="4127136"/>
            <a:chExt cx="491238" cy="462475"/>
          </a:xfrm>
        </p:grpSpPr>
        <p:sp>
          <p:nvSpPr>
            <p:cNvPr id="1290" name="Google Shape;1290;p67"/>
            <p:cNvSpPr/>
            <p:nvPr/>
          </p:nvSpPr>
          <p:spPr>
            <a:xfrm>
              <a:off x="2570356" y="4127136"/>
              <a:ext cx="491238" cy="462475"/>
            </a:xfrm>
            <a:custGeom>
              <a:avLst/>
              <a:gdLst/>
              <a:ahLst/>
              <a:cxnLst/>
              <a:rect l="l" t="t" r="r" b="b"/>
              <a:pathLst>
                <a:path w="20597" h="19391" extrusionOk="0">
                  <a:moveTo>
                    <a:pt x="15320" y="5880"/>
                  </a:moveTo>
                  <a:lnTo>
                    <a:pt x="17279" y="7841"/>
                  </a:lnTo>
                  <a:lnTo>
                    <a:pt x="12876" y="7841"/>
                  </a:lnTo>
                  <a:lnTo>
                    <a:pt x="12876" y="8444"/>
                  </a:lnTo>
                  <a:lnTo>
                    <a:pt x="15320" y="8444"/>
                  </a:lnTo>
                  <a:lnTo>
                    <a:pt x="17279" y="10435"/>
                  </a:lnTo>
                  <a:lnTo>
                    <a:pt x="11702" y="10435"/>
                  </a:lnTo>
                  <a:lnTo>
                    <a:pt x="11038" y="9740"/>
                  </a:lnTo>
                  <a:lnTo>
                    <a:pt x="13600" y="9740"/>
                  </a:lnTo>
                  <a:lnTo>
                    <a:pt x="11038" y="7178"/>
                  </a:lnTo>
                  <a:lnTo>
                    <a:pt x="13600" y="7178"/>
                  </a:lnTo>
                  <a:lnTo>
                    <a:pt x="12305" y="5880"/>
                  </a:lnTo>
                  <a:close/>
                  <a:moveTo>
                    <a:pt x="15320" y="11038"/>
                  </a:moveTo>
                  <a:lnTo>
                    <a:pt x="17279" y="12997"/>
                  </a:lnTo>
                  <a:lnTo>
                    <a:pt x="11702" y="12997"/>
                  </a:lnTo>
                  <a:lnTo>
                    <a:pt x="11038" y="12305"/>
                  </a:lnTo>
                  <a:lnTo>
                    <a:pt x="13600" y="12305"/>
                  </a:lnTo>
                  <a:lnTo>
                    <a:pt x="12305" y="11038"/>
                  </a:lnTo>
                  <a:close/>
                  <a:moveTo>
                    <a:pt x="7721" y="2141"/>
                  </a:moveTo>
                  <a:lnTo>
                    <a:pt x="12153" y="6575"/>
                  </a:lnTo>
                  <a:lnTo>
                    <a:pt x="6423" y="6575"/>
                  </a:lnTo>
                  <a:lnTo>
                    <a:pt x="6423" y="7178"/>
                  </a:lnTo>
                  <a:lnTo>
                    <a:pt x="10162" y="7178"/>
                  </a:lnTo>
                  <a:lnTo>
                    <a:pt x="12153" y="9137"/>
                  </a:lnTo>
                  <a:lnTo>
                    <a:pt x="9559" y="9137"/>
                  </a:lnTo>
                  <a:lnTo>
                    <a:pt x="12153" y="11701"/>
                  </a:lnTo>
                  <a:lnTo>
                    <a:pt x="9559" y="11701"/>
                  </a:lnTo>
                  <a:lnTo>
                    <a:pt x="12153" y="14295"/>
                  </a:lnTo>
                  <a:lnTo>
                    <a:pt x="3318" y="14295"/>
                  </a:lnTo>
                  <a:lnTo>
                    <a:pt x="5277" y="12305"/>
                  </a:lnTo>
                  <a:lnTo>
                    <a:pt x="8353" y="12305"/>
                  </a:lnTo>
                  <a:lnTo>
                    <a:pt x="8353" y="11701"/>
                  </a:lnTo>
                  <a:lnTo>
                    <a:pt x="3318" y="11701"/>
                  </a:lnTo>
                  <a:lnTo>
                    <a:pt x="5277" y="9740"/>
                  </a:lnTo>
                  <a:lnTo>
                    <a:pt x="9016" y="9740"/>
                  </a:lnTo>
                  <a:lnTo>
                    <a:pt x="9016" y="9137"/>
                  </a:lnTo>
                  <a:lnTo>
                    <a:pt x="3318" y="9137"/>
                  </a:lnTo>
                  <a:lnTo>
                    <a:pt x="5880" y="6575"/>
                  </a:lnTo>
                  <a:lnTo>
                    <a:pt x="3318" y="6575"/>
                  </a:lnTo>
                  <a:lnTo>
                    <a:pt x="7721" y="2141"/>
                  </a:lnTo>
                  <a:close/>
                  <a:moveTo>
                    <a:pt x="13178" y="13600"/>
                  </a:moveTo>
                  <a:lnTo>
                    <a:pt x="13178" y="14476"/>
                  </a:lnTo>
                  <a:lnTo>
                    <a:pt x="12305" y="13600"/>
                  </a:lnTo>
                  <a:close/>
                  <a:moveTo>
                    <a:pt x="8051" y="14898"/>
                  </a:moveTo>
                  <a:lnTo>
                    <a:pt x="8051" y="18787"/>
                  </a:lnTo>
                  <a:lnTo>
                    <a:pt x="7359" y="18787"/>
                  </a:lnTo>
                  <a:lnTo>
                    <a:pt x="7359" y="14898"/>
                  </a:lnTo>
                  <a:close/>
                  <a:moveTo>
                    <a:pt x="12876" y="1"/>
                  </a:moveTo>
                  <a:lnTo>
                    <a:pt x="10073" y="2775"/>
                  </a:lnTo>
                  <a:lnTo>
                    <a:pt x="10495" y="3197"/>
                  </a:lnTo>
                  <a:lnTo>
                    <a:pt x="12876" y="845"/>
                  </a:lnTo>
                  <a:lnTo>
                    <a:pt x="17279" y="5277"/>
                  </a:lnTo>
                  <a:lnTo>
                    <a:pt x="11702" y="5277"/>
                  </a:lnTo>
                  <a:lnTo>
                    <a:pt x="7721" y="1296"/>
                  </a:lnTo>
                  <a:lnTo>
                    <a:pt x="1839" y="7178"/>
                  </a:lnTo>
                  <a:lnTo>
                    <a:pt x="4433" y="7178"/>
                  </a:lnTo>
                  <a:lnTo>
                    <a:pt x="1839" y="9740"/>
                  </a:lnTo>
                  <a:lnTo>
                    <a:pt x="4433" y="9740"/>
                  </a:lnTo>
                  <a:lnTo>
                    <a:pt x="1839" y="12305"/>
                  </a:lnTo>
                  <a:lnTo>
                    <a:pt x="4433" y="12305"/>
                  </a:lnTo>
                  <a:lnTo>
                    <a:pt x="1839" y="14898"/>
                  </a:lnTo>
                  <a:lnTo>
                    <a:pt x="6756" y="14898"/>
                  </a:lnTo>
                  <a:lnTo>
                    <a:pt x="6756" y="17491"/>
                  </a:lnTo>
                  <a:lnTo>
                    <a:pt x="5156" y="17491"/>
                  </a:lnTo>
                  <a:lnTo>
                    <a:pt x="5156" y="18095"/>
                  </a:lnTo>
                  <a:lnTo>
                    <a:pt x="6756" y="18095"/>
                  </a:lnTo>
                  <a:lnTo>
                    <a:pt x="6756" y="18787"/>
                  </a:lnTo>
                  <a:lnTo>
                    <a:pt x="1" y="18787"/>
                  </a:lnTo>
                  <a:lnTo>
                    <a:pt x="1" y="19390"/>
                  </a:lnTo>
                  <a:lnTo>
                    <a:pt x="15441" y="19390"/>
                  </a:lnTo>
                  <a:lnTo>
                    <a:pt x="15441" y="18787"/>
                  </a:lnTo>
                  <a:lnTo>
                    <a:pt x="8654" y="18787"/>
                  </a:lnTo>
                  <a:lnTo>
                    <a:pt x="8654" y="14898"/>
                  </a:lnTo>
                  <a:lnTo>
                    <a:pt x="13178" y="14898"/>
                  </a:lnTo>
                  <a:lnTo>
                    <a:pt x="13178" y="17491"/>
                  </a:lnTo>
                  <a:lnTo>
                    <a:pt x="12515" y="17491"/>
                  </a:lnTo>
                  <a:lnTo>
                    <a:pt x="12515" y="15863"/>
                  </a:lnTo>
                  <a:lnTo>
                    <a:pt x="11911" y="15863"/>
                  </a:lnTo>
                  <a:lnTo>
                    <a:pt x="11911" y="17491"/>
                  </a:lnTo>
                  <a:lnTo>
                    <a:pt x="9651" y="17491"/>
                  </a:lnTo>
                  <a:lnTo>
                    <a:pt x="9651" y="18095"/>
                  </a:lnTo>
                  <a:lnTo>
                    <a:pt x="20597" y="18095"/>
                  </a:lnTo>
                  <a:lnTo>
                    <a:pt x="20597" y="17491"/>
                  </a:lnTo>
                  <a:lnTo>
                    <a:pt x="13781" y="17491"/>
                  </a:lnTo>
                  <a:lnTo>
                    <a:pt x="13781" y="13600"/>
                  </a:lnTo>
                  <a:lnTo>
                    <a:pt x="18758" y="13600"/>
                  </a:lnTo>
                  <a:lnTo>
                    <a:pt x="16165" y="11038"/>
                  </a:lnTo>
                  <a:lnTo>
                    <a:pt x="18758" y="11038"/>
                  </a:lnTo>
                  <a:lnTo>
                    <a:pt x="16165" y="8444"/>
                  </a:lnTo>
                  <a:lnTo>
                    <a:pt x="18758" y="8444"/>
                  </a:lnTo>
                  <a:lnTo>
                    <a:pt x="16165" y="5880"/>
                  </a:lnTo>
                  <a:lnTo>
                    <a:pt x="18758" y="5880"/>
                  </a:lnTo>
                  <a:lnTo>
                    <a:pt x="128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67"/>
            <p:cNvSpPr/>
            <p:nvPr/>
          </p:nvSpPr>
          <p:spPr>
            <a:xfrm>
              <a:off x="2723521" y="4252969"/>
              <a:ext cx="15860" cy="14405"/>
            </a:xfrm>
            <a:custGeom>
              <a:avLst/>
              <a:gdLst/>
              <a:ahLst/>
              <a:cxnLst/>
              <a:rect l="l" t="t" r="r" b="b"/>
              <a:pathLst>
                <a:path w="665" h="604"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67"/>
            <p:cNvSpPr/>
            <p:nvPr/>
          </p:nvSpPr>
          <p:spPr>
            <a:xfrm>
              <a:off x="2769551" y="4375987"/>
              <a:ext cx="15860" cy="14405"/>
            </a:xfrm>
            <a:custGeom>
              <a:avLst/>
              <a:gdLst/>
              <a:ahLst/>
              <a:cxnLst/>
              <a:rect l="l" t="t" r="r" b="b"/>
              <a:pathLst>
                <a:path w="665" h="604"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67"/>
            <p:cNvSpPr/>
            <p:nvPr/>
          </p:nvSpPr>
          <p:spPr>
            <a:xfrm>
              <a:off x="2907666" y="4283926"/>
              <a:ext cx="15836" cy="14405"/>
            </a:xfrm>
            <a:custGeom>
              <a:avLst/>
              <a:gdLst/>
              <a:ahLst/>
              <a:cxnLst/>
              <a:rect l="l" t="t" r="r" b="b"/>
              <a:pathLst>
                <a:path w="664" h="604" extrusionOk="0">
                  <a:moveTo>
                    <a:pt x="0" y="1"/>
                  </a:moveTo>
                  <a:lnTo>
                    <a:pt x="0" y="604"/>
                  </a:lnTo>
                  <a:lnTo>
                    <a:pt x="663" y="604"/>
                  </a:lnTo>
                  <a:lnTo>
                    <a:pt x="6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 name="Google Shape;1294;p67"/>
          <p:cNvGrpSpPr/>
          <p:nvPr/>
        </p:nvGrpSpPr>
        <p:grpSpPr>
          <a:xfrm>
            <a:off x="3384547" y="3978355"/>
            <a:ext cx="267573" cy="491238"/>
            <a:chOff x="3384547" y="4112755"/>
            <a:chExt cx="267573" cy="491238"/>
          </a:xfrm>
        </p:grpSpPr>
        <p:sp>
          <p:nvSpPr>
            <p:cNvPr id="1295" name="Google Shape;1295;p67"/>
            <p:cNvSpPr/>
            <p:nvPr/>
          </p:nvSpPr>
          <p:spPr>
            <a:xfrm>
              <a:off x="3464349" y="4535663"/>
              <a:ext cx="15836" cy="14405"/>
            </a:xfrm>
            <a:custGeom>
              <a:avLst/>
              <a:gdLst/>
              <a:ahLst/>
              <a:cxnLst/>
              <a:rect l="l" t="t" r="r" b="b"/>
              <a:pathLst>
                <a:path w="664" h="604"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67"/>
            <p:cNvSpPr/>
            <p:nvPr/>
          </p:nvSpPr>
          <p:spPr>
            <a:xfrm>
              <a:off x="3510380" y="4535663"/>
              <a:ext cx="15836" cy="14405"/>
            </a:xfrm>
            <a:custGeom>
              <a:avLst/>
              <a:gdLst/>
              <a:ahLst/>
              <a:cxnLst/>
              <a:rect l="l" t="t" r="r" b="b"/>
              <a:pathLst>
                <a:path w="664" h="604"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67"/>
            <p:cNvSpPr/>
            <p:nvPr/>
          </p:nvSpPr>
          <p:spPr>
            <a:xfrm>
              <a:off x="3556410" y="4535663"/>
              <a:ext cx="15860" cy="14405"/>
            </a:xfrm>
            <a:custGeom>
              <a:avLst/>
              <a:gdLst/>
              <a:ahLst/>
              <a:cxnLst/>
              <a:rect l="l" t="t" r="r" b="b"/>
              <a:pathLst>
                <a:path w="665" h="604" extrusionOk="0">
                  <a:moveTo>
                    <a:pt x="1" y="1"/>
                  </a:moveTo>
                  <a:lnTo>
                    <a:pt x="1"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67"/>
            <p:cNvSpPr/>
            <p:nvPr/>
          </p:nvSpPr>
          <p:spPr>
            <a:xfrm>
              <a:off x="3457147" y="4566573"/>
              <a:ext cx="122303" cy="14405"/>
            </a:xfrm>
            <a:custGeom>
              <a:avLst/>
              <a:gdLst/>
              <a:ahLst/>
              <a:cxnLst/>
              <a:rect l="l" t="t" r="r" b="b"/>
              <a:pathLst>
                <a:path w="5128" h="604" extrusionOk="0">
                  <a:moveTo>
                    <a:pt x="1" y="0"/>
                  </a:moveTo>
                  <a:lnTo>
                    <a:pt x="1" y="603"/>
                  </a:lnTo>
                  <a:lnTo>
                    <a:pt x="5128" y="603"/>
                  </a:lnTo>
                  <a:lnTo>
                    <a:pt x="512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67"/>
            <p:cNvSpPr/>
            <p:nvPr/>
          </p:nvSpPr>
          <p:spPr>
            <a:xfrm>
              <a:off x="3384547" y="4213449"/>
              <a:ext cx="267573" cy="390544"/>
            </a:xfrm>
            <a:custGeom>
              <a:avLst/>
              <a:gdLst/>
              <a:ahLst/>
              <a:cxnLst/>
              <a:rect l="l" t="t" r="r" b="b"/>
              <a:pathLst>
                <a:path w="11219" h="16375" extrusionOk="0">
                  <a:moveTo>
                    <a:pt x="5609" y="1115"/>
                  </a:moveTo>
                  <a:lnTo>
                    <a:pt x="6121" y="1870"/>
                  </a:lnTo>
                  <a:cubicBezTo>
                    <a:pt x="6181" y="1991"/>
                    <a:pt x="6213" y="2111"/>
                    <a:pt x="6213" y="2232"/>
                  </a:cubicBezTo>
                  <a:cubicBezTo>
                    <a:pt x="6213" y="2413"/>
                    <a:pt x="6061" y="2563"/>
                    <a:pt x="5880" y="2563"/>
                  </a:cubicBezTo>
                  <a:lnTo>
                    <a:pt x="5337" y="2563"/>
                  </a:lnTo>
                  <a:cubicBezTo>
                    <a:pt x="5156" y="2563"/>
                    <a:pt x="5006" y="2413"/>
                    <a:pt x="5006" y="2232"/>
                  </a:cubicBezTo>
                  <a:cubicBezTo>
                    <a:pt x="5006" y="2111"/>
                    <a:pt x="5035" y="1991"/>
                    <a:pt x="5096" y="1870"/>
                  </a:cubicBezTo>
                  <a:lnTo>
                    <a:pt x="5609" y="1115"/>
                  </a:lnTo>
                  <a:close/>
                  <a:moveTo>
                    <a:pt x="7207" y="4464"/>
                  </a:moveTo>
                  <a:lnTo>
                    <a:pt x="7207" y="5156"/>
                  </a:lnTo>
                  <a:lnTo>
                    <a:pt x="3950" y="5156"/>
                  </a:lnTo>
                  <a:lnTo>
                    <a:pt x="3950" y="4464"/>
                  </a:lnTo>
                  <a:close/>
                  <a:moveTo>
                    <a:pt x="5940" y="5759"/>
                  </a:moveTo>
                  <a:lnTo>
                    <a:pt x="5940" y="7721"/>
                  </a:lnTo>
                  <a:lnTo>
                    <a:pt x="5248" y="7721"/>
                  </a:lnTo>
                  <a:lnTo>
                    <a:pt x="5248" y="5759"/>
                  </a:lnTo>
                  <a:close/>
                  <a:moveTo>
                    <a:pt x="8835" y="8324"/>
                  </a:moveTo>
                  <a:cubicBezTo>
                    <a:pt x="9711" y="8324"/>
                    <a:pt x="10435" y="9047"/>
                    <a:pt x="10435" y="9921"/>
                  </a:cubicBezTo>
                  <a:lnTo>
                    <a:pt x="10435" y="10283"/>
                  </a:lnTo>
                  <a:lnTo>
                    <a:pt x="4312" y="10283"/>
                  </a:lnTo>
                  <a:lnTo>
                    <a:pt x="4312" y="10886"/>
                  </a:lnTo>
                  <a:lnTo>
                    <a:pt x="10435" y="10886"/>
                  </a:lnTo>
                  <a:lnTo>
                    <a:pt x="10435" y="15771"/>
                  </a:lnTo>
                  <a:lnTo>
                    <a:pt x="753" y="15771"/>
                  </a:lnTo>
                  <a:lnTo>
                    <a:pt x="753" y="10886"/>
                  </a:lnTo>
                  <a:lnTo>
                    <a:pt x="3045" y="10886"/>
                  </a:lnTo>
                  <a:lnTo>
                    <a:pt x="3045" y="10283"/>
                  </a:lnTo>
                  <a:lnTo>
                    <a:pt x="753" y="10283"/>
                  </a:lnTo>
                  <a:lnTo>
                    <a:pt x="753" y="9921"/>
                  </a:lnTo>
                  <a:cubicBezTo>
                    <a:pt x="753" y="9047"/>
                    <a:pt x="1508" y="8324"/>
                    <a:pt x="2381" y="8324"/>
                  </a:cubicBezTo>
                  <a:close/>
                  <a:moveTo>
                    <a:pt x="0" y="0"/>
                  </a:moveTo>
                  <a:lnTo>
                    <a:pt x="1959" y="4524"/>
                  </a:lnTo>
                  <a:cubicBezTo>
                    <a:pt x="2111" y="4886"/>
                    <a:pt x="2442" y="5096"/>
                    <a:pt x="2804" y="5096"/>
                  </a:cubicBezTo>
                  <a:lnTo>
                    <a:pt x="3346" y="5096"/>
                  </a:lnTo>
                  <a:lnTo>
                    <a:pt x="3346" y="5759"/>
                  </a:lnTo>
                  <a:lnTo>
                    <a:pt x="4644" y="5759"/>
                  </a:lnTo>
                  <a:lnTo>
                    <a:pt x="4644" y="7721"/>
                  </a:lnTo>
                  <a:lnTo>
                    <a:pt x="2381" y="7721"/>
                  </a:lnTo>
                  <a:cubicBezTo>
                    <a:pt x="1175" y="7721"/>
                    <a:pt x="150" y="8714"/>
                    <a:pt x="150" y="9921"/>
                  </a:cubicBezTo>
                  <a:lnTo>
                    <a:pt x="150" y="16374"/>
                  </a:lnTo>
                  <a:lnTo>
                    <a:pt x="11038" y="16374"/>
                  </a:lnTo>
                  <a:lnTo>
                    <a:pt x="11038" y="9921"/>
                  </a:lnTo>
                  <a:cubicBezTo>
                    <a:pt x="11038" y="8714"/>
                    <a:pt x="10041" y="7721"/>
                    <a:pt x="8835" y="7721"/>
                  </a:cubicBezTo>
                  <a:lnTo>
                    <a:pt x="6543" y="7721"/>
                  </a:lnTo>
                  <a:lnTo>
                    <a:pt x="6543" y="5759"/>
                  </a:lnTo>
                  <a:lnTo>
                    <a:pt x="7810" y="5759"/>
                  </a:lnTo>
                  <a:lnTo>
                    <a:pt x="7810" y="5096"/>
                  </a:lnTo>
                  <a:lnTo>
                    <a:pt x="8413" y="5096"/>
                  </a:lnTo>
                  <a:cubicBezTo>
                    <a:pt x="8775" y="5096"/>
                    <a:pt x="9108" y="4886"/>
                    <a:pt x="9257" y="4524"/>
                  </a:cubicBezTo>
                  <a:lnTo>
                    <a:pt x="11219" y="0"/>
                  </a:lnTo>
                  <a:lnTo>
                    <a:pt x="9470" y="0"/>
                  </a:lnTo>
                  <a:lnTo>
                    <a:pt x="9470" y="604"/>
                  </a:lnTo>
                  <a:lnTo>
                    <a:pt x="10283" y="604"/>
                  </a:lnTo>
                  <a:lnTo>
                    <a:pt x="8714" y="4283"/>
                  </a:lnTo>
                  <a:cubicBezTo>
                    <a:pt x="8654" y="4432"/>
                    <a:pt x="8533" y="4493"/>
                    <a:pt x="8413" y="4493"/>
                  </a:cubicBezTo>
                  <a:lnTo>
                    <a:pt x="7810" y="4493"/>
                  </a:lnTo>
                  <a:lnTo>
                    <a:pt x="7810" y="3860"/>
                  </a:lnTo>
                  <a:lnTo>
                    <a:pt x="5880" y="3860"/>
                  </a:lnTo>
                  <a:lnTo>
                    <a:pt x="5880" y="3166"/>
                  </a:lnTo>
                  <a:cubicBezTo>
                    <a:pt x="6422" y="3137"/>
                    <a:pt x="6816" y="2714"/>
                    <a:pt x="6816" y="2201"/>
                  </a:cubicBezTo>
                  <a:cubicBezTo>
                    <a:pt x="6816" y="1959"/>
                    <a:pt x="6755" y="1749"/>
                    <a:pt x="6603" y="1537"/>
                  </a:cubicBezTo>
                  <a:lnTo>
                    <a:pt x="6000" y="632"/>
                  </a:lnTo>
                  <a:cubicBezTo>
                    <a:pt x="5940" y="512"/>
                    <a:pt x="5911" y="391"/>
                    <a:pt x="5911" y="271"/>
                  </a:cubicBezTo>
                  <a:lnTo>
                    <a:pt x="5308" y="271"/>
                  </a:lnTo>
                  <a:cubicBezTo>
                    <a:pt x="5308" y="391"/>
                    <a:pt x="5277" y="512"/>
                    <a:pt x="5216" y="632"/>
                  </a:cubicBezTo>
                  <a:lnTo>
                    <a:pt x="4584" y="1537"/>
                  </a:lnTo>
                  <a:cubicBezTo>
                    <a:pt x="4464" y="1749"/>
                    <a:pt x="4372" y="1959"/>
                    <a:pt x="4372" y="2201"/>
                  </a:cubicBezTo>
                  <a:cubicBezTo>
                    <a:pt x="4372" y="2714"/>
                    <a:pt x="4794" y="3137"/>
                    <a:pt x="5277" y="3166"/>
                  </a:cubicBezTo>
                  <a:lnTo>
                    <a:pt x="5277" y="3860"/>
                  </a:lnTo>
                  <a:lnTo>
                    <a:pt x="3346" y="3860"/>
                  </a:lnTo>
                  <a:lnTo>
                    <a:pt x="3346" y="4493"/>
                  </a:lnTo>
                  <a:lnTo>
                    <a:pt x="2804" y="4493"/>
                  </a:lnTo>
                  <a:cubicBezTo>
                    <a:pt x="2683" y="4493"/>
                    <a:pt x="2562" y="4432"/>
                    <a:pt x="2502" y="4283"/>
                  </a:cubicBezTo>
                  <a:lnTo>
                    <a:pt x="905" y="604"/>
                  </a:lnTo>
                  <a:lnTo>
                    <a:pt x="1749" y="604"/>
                  </a:lnTo>
                  <a:lnTo>
                    <a:pt x="17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67"/>
            <p:cNvSpPr/>
            <p:nvPr/>
          </p:nvSpPr>
          <p:spPr>
            <a:xfrm>
              <a:off x="3426953" y="4112755"/>
              <a:ext cx="190657" cy="92085"/>
            </a:xfrm>
            <a:custGeom>
              <a:avLst/>
              <a:gdLst/>
              <a:ahLst/>
              <a:cxnLst/>
              <a:rect l="l" t="t" r="r" b="b"/>
              <a:pathLst>
                <a:path w="7994" h="3861" extrusionOk="0">
                  <a:moveTo>
                    <a:pt x="6727" y="1296"/>
                  </a:moveTo>
                  <a:cubicBezTo>
                    <a:pt x="7088" y="1296"/>
                    <a:pt x="7390" y="1598"/>
                    <a:pt x="7390" y="1959"/>
                  </a:cubicBezTo>
                  <a:cubicBezTo>
                    <a:pt x="7390" y="2321"/>
                    <a:pt x="7088" y="2623"/>
                    <a:pt x="6727" y="2623"/>
                  </a:cubicBezTo>
                  <a:lnTo>
                    <a:pt x="5882" y="2623"/>
                  </a:lnTo>
                  <a:cubicBezTo>
                    <a:pt x="6003" y="2413"/>
                    <a:pt x="6063" y="2201"/>
                    <a:pt x="6063" y="1959"/>
                  </a:cubicBezTo>
                  <a:cubicBezTo>
                    <a:pt x="6063" y="1718"/>
                    <a:pt x="6003" y="1448"/>
                    <a:pt x="5882" y="1296"/>
                  </a:cubicBezTo>
                  <a:close/>
                  <a:moveTo>
                    <a:pt x="0" y="0"/>
                  </a:moveTo>
                  <a:cubicBezTo>
                    <a:pt x="0" y="693"/>
                    <a:pt x="543" y="1296"/>
                    <a:pt x="1267" y="1296"/>
                  </a:cubicBezTo>
                  <a:lnTo>
                    <a:pt x="4796" y="1296"/>
                  </a:lnTo>
                  <a:cubicBezTo>
                    <a:pt x="5158" y="1296"/>
                    <a:pt x="5460" y="1598"/>
                    <a:pt x="5460" y="1959"/>
                  </a:cubicBezTo>
                  <a:cubicBezTo>
                    <a:pt x="5460" y="2321"/>
                    <a:pt x="5158" y="2623"/>
                    <a:pt x="4796" y="2623"/>
                  </a:cubicBezTo>
                  <a:lnTo>
                    <a:pt x="4464" y="2623"/>
                  </a:lnTo>
                  <a:cubicBezTo>
                    <a:pt x="3952" y="2623"/>
                    <a:pt x="3499" y="3016"/>
                    <a:pt x="3499" y="3528"/>
                  </a:cubicBezTo>
                  <a:lnTo>
                    <a:pt x="3499" y="3861"/>
                  </a:lnTo>
                  <a:lnTo>
                    <a:pt x="4102" y="3861"/>
                  </a:lnTo>
                  <a:lnTo>
                    <a:pt x="4102" y="3528"/>
                  </a:lnTo>
                  <a:cubicBezTo>
                    <a:pt x="4102" y="3347"/>
                    <a:pt x="4283" y="3226"/>
                    <a:pt x="4464" y="3226"/>
                  </a:cubicBezTo>
                  <a:lnTo>
                    <a:pt x="6727" y="3226"/>
                  </a:lnTo>
                  <a:cubicBezTo>
                    <a:pt x="7419" y="3226"/>
                    <a:pt x="7993" y="2654"/>
                    <a:pt x="7993" y="1959"/>
                  </a:cubicBezTo>
                  <a:cubicBezTo>
                    <a:pt x="7993" y="1267"/>
                    <a:pt x="7419" y="693"/>
                    <a:pt x="6727" y="693"/>
                  </a:cubicBezTo>
                  <a:lnTo>
                    <a:pt x="3197" y="693"/>
                  </a:lnTo>
                  <a:cubicBezTo>
                    <a:pt x="2835" y="693"/>
                    <a:pt x="2534" y="362"/>
                    <a:pt x="2534" y="0"/>
                  </a:cubicBezTo>
                  <a:lnTo>
                    <a:pt x="1930" y="0"/>
                  </a:lnTo>
                  <a:cubicBezTo>
                    <a:pt x="1930" y="242"/>
                    <a:pt x="1991" y="483"/>
                    <a:pt x="2111" y="693"/>
                  </a:cubicBezTo>
                  <a:lnTo>
                    <a:pt x="1267" y="693"/>
                  </a:lnTo>
                  <a:cubicBezTo>
                    <a:pt x="905" y="693"/>
                    <a:pt x="603" y="362"/>
                    <a:pt x="6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67"/>
            <p:cNvSpPr/>
            <p:nvPr/>
          </p:nvSpPr>
          <p:spPr>
            <a:xfrm>
              <a:off x="3549231" y="4357980"/>
              <a:ext cx="52542" cy="23039"/>
            </a:xfrm>
            <a:custGeom>
              <a:avLst/>
              <a:gdLst/>
              <a:ahLst/>
              <a:cxnLst/>
              <a:rect l="l" t="t" r="r" b="b"/>
              <a:pathLst>
                <a:path w="2203" h="966" extrusionOk="0">
                  <a:moveTo>
                    <a:pt x="1600" y="1"/>
                  </a:moveTo>
                  <a:lnTo>
                    <a:pt x="1600" y="363"/>
                  </a:lnTo>
                  <a:lnTo>
                    <a:pt x="0" y="363"/>
                  </a:lnTo>
                  <a:lnTo>
                    <a:pt x="0" y="966"/>
                  </a:lnTo>
                  <a:lnTo>
                    <a:pt x="2203" y="966"/>
                  </a:lnTo>
                  <a:lnTo>
                    <a:pt x="22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 name="Google Shape;1302;p67"/>
          <p:cNvGrpSpPr/>
          <p:nvPr/>
        </p:nvGrpSpPr>
        <p:grpSpPr>
          <a:xfrm>
            <a:off x="3975002" y="4061782"/>
            <a:ext cx="491310" cy="324384"/>
            <a:chOff x="3975002" y="4196182"/>
            <a:chExt cx="491310" cy="324384"/>
          </a:xfrm>
        </p:grpSpPr>
        <p:sp>
          <p:nvSpPr>
            <p:cNvPr id="1303" name="Google Shape;1303;p67"/>
            <p:cNvSpPr/>
            <p:nvPr/>
          </p:nvSpPr>
          <p:spPr>
            <a:xfrm>
              <a:off x="3975002" y="4196182"/>
              <a:ext cx="491310" cy="324384"/>
            </a:xfrm>
            <a:custGeom>
              <a:avLst/>
              <a:gdLst/>
              <a:ahLst/>
              <a:cxnLst/>
              <a:rect l="l" t="t" r="r" b="b"/>
              <a:pathLst>
                <a:path w="20600" h="13601" extrusionOk="0">
                  <a:moveTo>
                    <a:pt x="9530" y="7147"/>
                  </a:moveTo>
                  <a:lnTo>
                    <a:pt x="7058" y="12635"/>
                  </a:lnTo>
                  <a:lnTo>
                    <a:pt x="5550" y="10133"/>
                  </a:lnTo>
                  <a:lnTo>
                    <a:pt x="9530" y="7147"/>
                  </a:lnTo>
                  <a:close/>
                  <a:moveTo>
                    <a:pt x="11070" y="7147"/>
                  </a:moveTo>
                  <a:lnTo>
                    <a:pt x="15050" y="10133"/>
                  </a:lnTo>
                  <a:lnTo>
                    <a:pt x="13543" y="12635"/>
                  </a:lnTo>
                  <a:lnTo>
                    <a:pt x="11070" y="7147"/>
                  </a:lnTo>
                  <a:close/>
                  <a:moveTo>
                    <a:pt x="9984" y="1147"/>
                  </a:moveTo>
                  <a:lnTo>
                    <a:pt x="9984" y="6061"/>
                  </a:lnTo>
                  <a:lnTo>
                    <a:pt x="4737" y="9981"/>
                  </a:lnTo>
                  <a:lnTo>
                    <a:pt x="6546" y="12997"/>
                  </a:lnTo>
                  <a:lnTo>
                    <a:pt x="3499" y="12997"/>
                  </a:lnTo>
                  <a:lnTo>
                    <a:pt x="3499" y="8775"/>
                  </a:lnTo>
                  <a:lnTo>
                    <a:pt x="2896" y="8775"/>
                  </a:lnTo>
                  <a:lnTo>
                    <a:pt x="2896" y="12997"/>
                  </a:lnTo>
                  <a:lnTo>
                    <a:pt x="1569" y="12997"/>
                  </a:lnTo>
                  <a:lnTo>
                    <a:pt x="1569" y="9559"/>
                  </a:lnTo>
                  <a:lnTo>
                    <a:pt x="9984" y="1147"/>
                  </a:lnTo>
                  <a:close/>
                  <a:moveTo>
                    <a:pt x="10315" y="6966"/>
                  </a:moveTo>
                  <a:lnTo>
                    <a:pt x="13060" y="12997"/>
                  </a:lnTo>
                  <a:lnTo>
                    <a:pt x="7540" y="12997"/>
                  </a:lnTo>
                  <a:lnTo>
                    <a:pt x="10315" y="6966"/>
                  </a:lnTo>
                  <a:close/>
                  <a:moveTo>
                    <a:pt x="10587" y="1147"/>
                  </a:moveTo>
                  <a:lnTo>
                    <a:pt x="17070" y="7629"/>
                  </a:lnTo>
                  <a:lnTo>
                    <a:pt x="17070" y="12997"/>
                  </a:lnTo>
                  <a:lnTo>
                    <a:pt x="14054" y="12997"/>
                  </a:lnTo>
                  <a:lnTo>
                    <a:pt x="15834" y="9981"/>
                  </a:lnTo>
                  <a:lnTo>
                    <a:pt x="10587" y="6061"/>
                  </a:lnTo>
                  <a:lnTo>
                    <a:pt x="10587" y="1147"/>
                  </a:lnTo>
                  <a:close/>
                  <a:moveTo>
                    <a:pt x="17673" y="8232"/>
                  </a:moveTo>
                  <a:lnTo>
                    <a:pt x="19000" y="9559"/>
                  </a:lnTo>
                  <a:lnTo>
                    <a:pt x="19000" y="12997"/>
                  </a:lnTo>
                  <a:lnTo>
                    <a:pt x="17673" y="12997"/>
                  </a:lnTo>
                  <a:lnTo>
                    <a:pt x="17673" y="8232"/>
                  </a:lnTo>
                  <a:close/>
                  <a:moveTo>
                    <a:pt x="10286" y="1"/>
                  </a:moveTo>
                  <a:lnTo>
                    <a:pt x="1569" y="8686"/>
                  </a:lnTo>
                  <a:lnTo>
                    <a:pt x="1569" y="7479"/>
                  </a:lnTo>
                  <a:lnTo>
                    <a:pt x="966" y="7479"/>
                  </a:lnTo>
                  <a:lnTo>
                    <a:pt x="966" y="12997"/>
                  </a:lnTo>
                  <a:lnTo>
                    <a:pt x="1" y="12997"/>
                  </a:lnTo>
                  <a:lnTo>
                    <a:pt x="1" y="13600"/>
                  </a:lnTo>
                  <a:lnTo>
                    <a:pt x="20599" y="13600"/>
                  </a:lnTo>
                  <a:lnTo>
                    <a:pt x="20599" y="12997"/>
                  </a:lnTo>
                  <a:lnTo>
                    <a:pt x="19603" y="12997"/>
                  </a:lnTo>
                  <a:lnTo>
                    <a:pt x="19603" y="7479"/>
                  </a:lnTo>
                  <a:lnTo>
                    <a:pt x="19000" y="7479"/>
                  </a:lnTo>
                  <a:lnTo>
                    <a:pt x="19000" y="8686"/>
                  </a:lnTo>
                  <a:lnTo>
                    <a:pt x="10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67"/>
            <p:cNvSpPr/>
            <p:nvPr/>
          </p:nvSpPr>
          <p:spPr>
            <a:xfrm>
              <a:off x="4082899" y="4460106"/>
              <a:ext cx="15145" cy="14429"/>
            </a:xfrm>
            <a:custGeom>
              <a:avLst/>
              <a:gdLst/>
              <a:ahLst/>
              <a:cxnLst/>
              <a:rect l="l" t="t" r="r" b="b"/>
              <a:pathLst>
                <a:path w="635" h="605"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67"/>
            <p:cNvSpPr/>
            <p:nvPr/>
          </p:nvSpPr>
          <p:spPr>
            <a:xfrm>
              <a:off x="4343270" y="4460106"/>
              <a:ext cx="15836" cy="14429"/>
            </a:xfrm>
            <a:custGeom>
              <a:avLst/>
              <a:gdLst/>
              <a:ahLst/>
              <a:cxnLst/>
              <a:rect l="l" t="t" r="r" b="b"/>
              <a:pathLst>
                <a:path w="664" h="605" extrusionOk="0">
                  <a:moveTo>
                    <a:pt x="0" y="1"/>
                  </a:moveTo>
                  <a:lnTo>
                    <a:pt x="0" y="604"/>
                  </a:lnTo>
                  <a:lnTo>
                    <a:pt x="664" y="604"/>
                  </a:lnTo>
                  <a:lnTo>
                    <a:pt x="6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 name="Google Shape;1306;p67"/>
          <p:cNvGrpSpPr/>
          <p:nvPr/>
        </p:nvGrpSpPr>
        <p:grpSpPr>
          <a:xfrm>
            <a:off x="4762600" y="3978355"/>
            <a:ext cx="320806" cy="491238"/>
            <a:chOff x="4762600" y="4112755"/>
            <a:chExt cx="320806" cy="491238"/>
          </a:xfrm>
        </p:grpSpPr>
        <p:sp>
          <p:nvSpPr>
            <p:cNvPr id="1307" name="Google Shape;1307;p67"/>
            <p:cNvSpPr/>
            <p:nvPr/>
          </p:nvSpPr>
          <p:spPr>
            <a:xfrm>
              <a:off x="4762600" y="4182492"/>
              <a:ext cx="320806" cy="421501"/>
            </a:xfrm>
            <a:custGeom>
              <a:avLst/>
              <a:gdLst/>
              <a:ahLst/>
              <a:cxnLst/>
              <a:rect l="l" t="t" r="r" b="b"/>
              <a:pathLst>
                <a:path w="13451" h="17673" extrusionOk="0">
                  <a:moveTo>
                    <a:pt x="11248" y="7028"/>
                  </a:moveTo>
                  <a:cubicBezTo>
                    <a:pt x="11429" y="7028"/>
                    <a:pt x="11581" y="7178"/>
                    <a:pt x="11581" y="7359"/>
                  </a:cubicBezTo>
                  <a:cubicBezTo>
                    <a:pt x="11581" y="7571"/>
                    <a:pt x="11429" y="7721"/>
                    <a:pt x="11248" y="7721"/>
                  </a:cubicBezTo>
                  <a:cubicBezTo>
                    <a:pt x="11067" y="7721"/>
                    <a:pt x="10918" y="7571"/>
                    <a:pt x="10918" y="7359"/>
                  </a:cubicBezTo>
                  <a:cubicBezTo>
                    <a:pt x="10918" y="7178"/>
                    <a:pt x="11067" y="7028"/>
                    <a:pt x="11248" y="7028"/>
                  </a:cubicBezTo>
                  <a:close/>
                  <a:moveTo>
                    <a:pt x="10283" y="7692"/>
                  </a:moveTo>
                  <a:lnTo>
                    <a:pt x="10283" y="9019"/>
                  </a:lnTo>
                  <a:lnTo>
                    <a:pt x="7026" y="9019"/>
                  </a:lnTo>
                  <a:lnTo>
                    <a:pt x="7026" y="7692"/>
                  </a:lnTo>
                  <a:close/>
                  <a:moveTo>
                    <a:pt x="4163" y="8987"/>
                  </a:moveTo>
                  <a:cubicBezTo>
                    <a:pt x="4372" y="8987"/>
                    <a:pt x="4524" y="9139"/>
                    <a:pt x="4524" y="9349"/>
                  </a:cubicBezTo>
                  <a:cubicBezTo>
                    <a:pt x="4524" y="9530"/>
                    <a:pt x="4372" y="9682"/>
                    <a:pt x="4163" y="9682"/>
                  </a:cubicBezTo>
                  <a:cubicBezTo>
                    <a:pt x="3982" y="9682"/>
                    <a:pt x="3830" y="9530"/>
                    <a:pt x="3830" y="9349"/>
                  </a:cubicBezTo>
                  <a:cubicBezTo>
                    <a:pt x="3830" y="9139"/>
                    <a:pt x="3982" y="8987"/>
                    <a:pt x="4163" y="8987"/>
                  </a:cubicBezTo>
                  <a:close/>
                  <a:moveTo>
                    <a:pt x="1598" y="0"/>
                  </a:moveTo>
                  <a:cubicBezTo>
                    <a:pt x="725" y="0"/>
                    <a:pt x="1" y="695"/>
                    <a:pt x="1" y="1569"/>
                  </a:cubicBezTo>
                  <a:lnTo>
                    <a:pt x="1" y="8022"/>
                  </a:lnTo>
                  <a:cubicBezTo>
                    <a:pt x="1" y="8898"/>
                    <a:pt x="725" y="9622"/>
                    <a:pt x="1598" y="9622"/>
                  </a:cubicBezTo>
                  <a:lnTo>
                    <a:pt x="3258" y="9622"/>
                  </a:lnTo>
                  <a:cubicBezTo>
                    <a:pt x="3347" y="9892"/>
                    <a:pt x="3559" y="10133"/>
                    <a:pt x="3861" y="10225"/>
                  </a:cubicBezTo>
                  <a:lnTo>
                    <a:pt x="3861" y="16707"/>
                  </a:lnTo>
                  <a:cubicBezTo>
                    <a:pt x="3861" y="17250"/>
                    <a:pt x="4283" y="17672"/>
                    <a:pt x="4826" y="17672"/>
                  </a:cubicBezTo>
                  <a:lnTo>
                    <a:pt x="12546" y="17672"/>
                  </a:lnTo>
                  <a:cubicBezTo>
                    <a:pt x="13058" y="17672"/>
                    <a:pt x="13451" y="17250"/>
                    <a:pt x="13451" y="16707"/>
                  </a:cubicBezTo>
                  <a:lnTo>
                    <a:pt x="13451" y="9019"/>
                  </a:lnTo>
                  <a:lnTo>
                    <a:pt x="10886" y="9019"/>
                  </a:lnTo>
                  <a:lnTo>
                    <a:pt x="10886" y="8263"/>
                  </a:lnTo>
                  <a:cubicBezTo>
                    <a:pt x="11007" y="8295"/>
                    <a:pt x="11128" y="8324"/>
                    <a:pt x="11248" y="8324"/>
                  </a:cubicBezTo>
                  <a:cubicBezTo>
                    <a:pt x="11762" y="8324"/>
                    <a:pt x="12184" y="7902"/>
                    <a:pt x="12184" y="7359"/>
                  </a:cubicBezTo>
                  <a:cubicBezTo>
                    <a:pt x="12184" y="6847"/>
                    <a:pt x="11762" y="6425"/>
                    <a:pt x="11248" y="6425"/>
                  </a:cubicBezTo>
                  <a:cubicBezTo>
                    <a:pt x="10826" y="6425"/>
                    <a:pt x="10496" y="6695"/>
                    <a:pt x="10344" y="7088"/>
                  </a:cubicBezTo>
                  <a:lnTo>
                    <a:pt x="10102" y="7088"/>
                  </a:lnTo>
                  <a:cubicBezTo>
                    <a:pt x="10223" y="6876"/>
                    <a:pt x="10254" y="6695"/>
                    <a:pt x="10254" y="6485"/>
                  </a:cubicBezTo>
                  <a:cubicBezTo>
                    <a:pt x="10254" y="6184"/>
                    <a:pt x="10163" y="5851"/>
                    <a:pt x="10013" y="5610"/>
                  </a:cubicBezTo>
                  <a:lnTo>
                    <a:pt x="9137" y="4314"/>
                  </a:lnTo>
                  <a:cubicBezTo>
                    <a:pt x="9048" y="4133"/>
                    <a:pt x="8988" y="3952"/>
                    <a:pt x="8988" y="3740"/>
                  </a:cubicBezTo>
                  <a:lnTo>
                    <a:pt x="8385" y="3740"/>
                  </a:lnTo>
                  <a:cubicBezTo>
                    <a:pt x="8385" y="3952"/>
                    <a:pt x="8324" y="4133"/>
                    <a:pt x="8204" y="4314"/>
                  </a:cubicBezTo>
                  <a:lnTo>
                    <a:pt x="7359" y="5581"/>
                  </a:lnTo>
                  <a:cubicBezTo>
                    <a:pt x="7178" y="5851"/>
                    <a:pt x="7087" y="6152"/>
                    <a:pt x="7087" y="6485"/>
                  </a:cubicBezTo>
                  <a:lnTo>
                    <a:pt x="7690" y="6485"/>
                  </a:lnTo>
                  <a:cubicBezTo>
                    <a:pt x="7690" y="6273"/>
                    <a:pt x="7750" y="6092"/>
                    <a:pt x="7871" y="5943"/>
                  </a:cubicBezTo>
                  <a:lnTo>
                    <a:pt x="8686" y="4705"/>
                  </a:lnTo>
                  <a:lnTo>
                    <a:pt x="9499" y="5943"/>
                  </a:lnTo>
                  <a:cubicBezTo>
                    <a:pt x="9620" y="6092"/>
                    <a:pt x="9651" y="6273"/>
                    <a:pt x="9651" y="6485"/>
                  </a:cubicBezTo>
                  <a:cubicBezTo>
                    <a:pt x="9651" y="6816"/>
                    <a:pt x="9410" y="7088"/>
                    <a:pt x="9077" y="7088"/>
                  </a:cubicBezTo>
                  <a:lnTo>
                    <a:pt x="6423" y="7088"/>
                  </a:lnTo>
                  <a:lnTo>
                    <a:pt x="6423" y="9019"/>
                  </a:lnTo>
                  <a:lnTo>
                    <a:pt x="5458" y="9019"/>
                  </a:lnTo>
                  <a:lnTo>
                    <a:pt x="5458" y="9622"/>
                  </a:lnTo>
                  <a:lnTo>
                    <a:pt x="12848" y="9622"/>
                  </a:lnTo>
                  <a:lnTo>
                    <a:pt x="12848" y="16707"/>
                  </a:lnTo>
                  <a:cubicBezTo>
                    <a:pt x="12848" y="16920"/>
                    <a:pt x="12727" y="17069"/>
                    <a:pt x="12546" y="17069"/>
                  </a:cubicBezTo>
                  <a:lnTo>
                    <a:pt x="4826" y="17069"/>
                  </a:lnTo>
                  <a:cubicBezTo>
                    <a:pt x="4645" y="17069"/>
                    <a:pt x="4464" y="16920"/>
                    <a:pt x="4464" y="16707"/>
                  </a:cubicBezTo>
                  <a:lnTo>
                    <a:pt x="4464" y="10225"/>
                  </a:lnTo>
                  <a:cubicBezTo>
                    <a:pt x="4855" y="10104"/>
                    <a:pt x="5096" y="9742"/>
                    <a:pt x="5096" y="9349"/>
                  </a:cubicBezTo>
                  <a:cubicBezTo>
                    <a:pt x="5096" y="8806"/>
                    <a:pt x="4705" y="8415"/>
                    <a:pt x="4163" y="8415"/>
                  </a:cubicBezTo>
                  <a:cubicBezTo>
                    <a:pt x="3769" y="8415"/>
                    <a:pt x="3439" y="8657"/>
                    <a:pt x="3287" y="9019"/>
                  </a:cubicBezTo>
                  <a:lnTo>
                    <a:pt x="1598" y="9019"/>
                  </a:lnTo>
                  <a:cubicBezTo>
                    <a:pt x="1055" y="9019"/>
                    <a:pt x="604" y="8565"/>
                    <a:pt x="604" y="8022"/>
                  </a:cubicBezTo>
                  <a:lnTo>
                    <a:pt x="604" y="1569"/>
                  </a:lnTo>
                  <a:cubicBezTo>
                    <a:pt x="604" y="1026"/>
                    <a:pt x="1055" y="604"/>
                    <a:pt x="1598" y="604"/>
                  </a:cubicBezTo>
                  <a:lnTo>
                    <a:pt x="3861" y="604"/>
                  </a:lnTo>
                  <a:lnTo>
                    <a:pt x="3861" y="7359"/>
                  </a:lnTo>
                  <a:lnTo>
                    <a:pt x="4464" y="7359"/>
                  </a:lnTo>
                  <a:lnTo>
                    <a:pt x="44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67"/>
            <p:cNvSpPr/>
            <p:nvPr/>
          </p:nvSpPr>
          <p:spPr>
            <a:xfrm>
              <a:off x="4915789" y="4535663"/>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7"/>
            <p:cNvSpPr/>
            <p:nvPr/>
          </p:nvSpPr>
          <p:spPr>
            <a:xfrm>
              <a:off x="4961819" y="4535663"/>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67"/>
            <p:cNvSpPr/>
            <p:nvPr/>
          </p:nvSpPr>
          <p:spPr>
            <a:xfrm>
              <a:off x="5007850" y="4535663"/>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7"/>
            <p:cNvSpPr/>
            <p:nvPr/>
          </p:nvSpPr>
          <p:spPr>
            <a:xfrm>
              <a:off x="4907894" y="4566573"/>
              <a:ext cx="122994" cy="14405"/>
            </a:xfrm>
            <a:custGeom>
              <a:avLst/>
              <a:gdLst/>
              <a:ahLst/>
              <a:cxnLst/>
              <a:rect l="l" t="t" r="r" b="b"/>
              <a:pathLst>
                <a:path w="5157" h="604" extrusionOk="0">
                  <a:moveTo>
                    <a:pt x="1" y="0"/>
                  </a:moveTo>
                  <a:lnTo>
                    <a:pt x="1" y="603"/>
                  </a:lnTo>
                  <a:lnTo>
                    <a:pt x="5156" y="603"/>
                  </a:lnTo>
                  <a:lnTo>
                    <a:pt x="515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67"/>
            <p:cNvSpPr/>
            <p:nvPr/>
          </p:nvSpPr>
          <p:spPr>
            <a:xfrm>
              <a:off x="4877700" y="4112755"/>
              <a:ext cx="191325" cy="138115"/>
            </a:xfrm>
            <a:custGeom>
              <a:avLst/>
              <a:gdLst/>
              <a:ahLst/>
              <a:cxnLst/>
              <a:rect l="l" t="t" r="r" b="b"/>
              <a:pathLst>
                <a:path w="8022" h="5791" extrusionOk="0">
                  <a:moveTo>
                    <a:pt x="2140" y="1296"/>
                  </a:moveTo>
                  <a:cubicBezTo>
                    <a:pt x="2019" y="1448"/>
                    <a:pt x="1930" y="1718"/>
                    <a:pt x="1930" y="1959"/>
                  </a:cubicBezTo>
                  <a:cubicBezTo>
                    <a:pt x="1930" y="2201"/>
                    <a:pt x="2019" y="2413"/>
                    <a:pt x="2140" y="2623"/>
                  </a:cubicBezTo>
                  <a:lnTo>
                    <a:pt x="1267" y="2623"/>
                  </a:lnTo>
                  <a:cubicBezTo>
                    <a:pt x="905" y="2623"/>
                    <a:pt x="603" y="2321"/>
                    <a:pt x="603" y="1959"/>
                  </a:cubicBezTo>
                  <a:cubicBezTo>
                    <a:pt x="603" y="1598"/>
                    <a:pt x="905" y="1296"/>
                    <a:pt x="1267" y="1296"/>
                  </a:cubicBezTo>
                  <a:close/>
                  <a:moveTo>
                    <a:pt x="6755" y="3226"/>
                  </a:moveTo>
                  <a:cubicBezTo>
                    <a:pt x="7117" y="3226"/>
                    <a:pt x="7419" y="3528"/>
                    <a:pt x="7419" y="3889"/>
                  </a:cubicBezTo>
                  <a:cubicBezTo>
                    <a:pt x="7419" y="4251"/>
                    <a:pt x="7117" y="4553"/>
                    <a:pt x="6755" y="4553"/>
                  </a:cubicBezTo>
                  <a:lnTo>
                    <a:pt x="5911" y="4553"/>
                  </a:lnTo>
                  <a:cubicBezTo>
                    <a:pt x="6000" y="4343"/>
                    <a:pt x="6092" y="4131"/>
                    <a:pt x="6092" y="3889"/>
                  </a:cubicBezTo>
                  <a:cubicBezTo>
                    <a:pt x="6092" y="3648"/>
                    <a:pt x="6000" y="3378"/>
                    <a:pt x="5911" y="3226"/>
                  </a:cubicBezTo>
                  <a:close/>
                  <a:moveTo>
                    <a:pt x="6755" y="0"/>
                  </a:moveTo>
                  <a:cubicBezTo>
                    <a:pt x="6755" y="362"/>
                    <a:pt x="6483" y="693"/>
                    <a:pt x="6092" y="693"/>
                  </a:cubicBezTo>
                  <a:lnTo>
                    <a:pt x="1267" y="693"/>
                  </a:lnTo>
                  <a:cubicBezTo>
                    <a:pt x="572" y="693"/>
                    <a:pt x="0" y="1267"/>
                    <a:pt x="0" y="1959"/>
                  </a:cubicBezTo>
                  <a:cubicBezTo>
                    <a:pt x="0" y="2654"/>
                    <a:pt x="572" y="3226"/>
                    <a:pt x="1267" y="3226"/>
                  </a:cubicBezTo>
                  <a:lnTo>
                    <a:pt x="4825" y="3226"/>
                  </a:lnTo>
                  <a:cubicBezTo>
                    <a:pt x="5187" y="3226"/>
                    <a:pt x="5489" y="3528"/>
                    <a:pt x="5489" y="3889"/>
                  </a:cubicBezTo>
                  <a:cubicBezTo>
                    <a:pt x="5489" y="4251"/>
                    <a:pt x="5187" y="4553"/>
                    <a:pt x="4825" y="4553"/>
                  </a:cubicBezTo>
                  <a:lnTo>
                    <a:pt x="4492" y="4553"/>
                  </a:lnTo>
                  <a:cubicBezTo>
                    <a:pt x="3981" y="4553"/>
                    <a:pt x="3527" y="4946"/>
                    <a:pt x="3527" y="5458"/>
                  </a:cubicBezTo>
                  <a:lnTo>
                    <a:pt x="3527" y="5791"/>
                  </a:lnTo>
                  <a:lnTo>
                    <a:pt x="4130" y="5791"/>
                  </a:lnTo>
                  <a:lnTo>
                    <a:pt x="4130" y="5458"/>
                  </a:lnTo>
                  <a:cubicBezTo>
                    <a:pt x="4130" y="5277"/>
                    <a:pt x="4311" y="5156"/>
                    <a:pt x="4492" y="5156"/>
                  </a:cubicBezTo>
                  <a:lnTo>
                    <a:pt x="6755" y="5156"/>
                  </a:lnTo>
                  <a:cubicBezTo>
                    <a:pt x="7448" y="5156"/>
                    <a:pt x="8022" y="4584"/>
                    <a:pt x="8022" y="3889"/>
                  </a:cubicBezTo>
                  <a:cubicBezTo>
                    <a:pt x="8022" y="3197"/>
                    <a:pt x="7448" y="2623"/>
                    <a:pt x="6755" y="2623"/>
                  </a:cubicBezTo>
                  <a:lnTo>
                    <a:pt x="3197" y="2623"/>
                  </a:lnTo>
                  <a:cubicBezTo>
                    <a:pt x="2835" y="2623"/>
                    <a:pt x="2533" y="2321"/>
                    <a:pt x="2533" y="1959"/>
                  </a:cubicBezTo>
                  <a:cubicBezTo>
                    <a:pt x="2533" y="1598"/>
                    <a:pt x="2835" y="1296"/>
                    <a:pt x="3197" y="1296"/>
                  </a:cubicBezTo>
                  <a:lnTo>
                    <a:pt x="6092" y="1296"/>
                  </a:lnTo>
                  <a:cubicBezTo>
                    <a:pt x="6815" y="1296"/>
                    <a:pt x="7358" y="693"/>
                    <a:pt x="73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 name="Google Shape;1313;p67"/>
          <p:cNvGrpSpPr/>
          <p:nvPr/>
        </p:nvGrpSpPr>
        <p:grpSpPr>
          <a:xfrm>
            <a:off x="5379719" y="4071107"/>
            <a:ext cx="491238" cy="305733"/>
            <a:chOff x="5379719" y="4205507"/>
            <a:chExt cx="491238" cy="305733"/>
          </a:xfrm>
        </p:grpSpPr>
        <p:sp>
          <p:nvSpPr>
            <p:cNvPr id="1314" name="Google Shape;1314;p67"/>
            <p:cNvSpPr/>
            <p:nvPr/>
          </p:nvSpPr>
          <p:spPr>
            <a:xfrm>
              <a:off x="5379719" y="4205507"/>
              <a:ext cx="491238" cy="305733"/>
            </a:xfrm>
            <a:custGeom>
              <a:avLst/>
              <a:gdLst/>
              <a:ahLst/>
              <a:cxnLst/>
              <a:rect l="l" t="t" r="r" b="b"/>
              <a:pathLst>
                <a:path w="20597" h="12819" extrusionOk="0">
                  <a:moveTo>
                    <a:pt x="15441" y="604"/>
                  </a:moveTo>
                  <a:cubicBezTo>
                    <a:pt x="15984" y="604"/>
                    <a:pt x="16406" y="1026"/>
                    <a:pt x="16406" y="1569"/>
                  </a:cubicBezTo>
                  <a:lnTo>
                    <a:pt x="16406" y="2565"/>
                  </a:lnTo>
                  <a:lnTo>
                    <a:pt x="15048" y="2565"/>
                  </a:lnTo>
                  <a:cubicBezTo>
                    <a:pt x="14927" y="2172"/>
                    <a:pt x="14565" y="1930"/>
                    <a:pt x="14174" y="1930"/>
                  </a:cubicBezTo>
                  <a:lnTo>
                    <a:pt x="11581" y="1930"/>
                  </a:lnTo>
                  <a:cubicBezTo>
                    <a:pt x="11188" y="1930"/>
                    <a:pt x="10826" y="2172"/>
                    <a:pt x="10705" y="2565"/>
                  </a:cubicBezTo>
                  <a:lnTo>
                    <a:pt x="8927" y="2565"/>
                  </a:lnTo>
                  <a:cubicBezTo>
                    <a:pt x="8806" y="2172"/>
                    <a:pt x="8444" y="1930"/>
                    <a:pt x="8022" y="1930"/>
                  </a:cubicBezTo>
                  <a:lnTo>
                    <a:pt x="2896" y="1930"/>
                  </a:lnTo>
                  <a:cubicBezTo>
                    <a:pt x="2473" y="1930"/>
                    <a:pt x="2112" y="2172"/>
                    <a:pt x="1991" y="2565"/>
                  </a:cubicBezTo>
                  <a:lnTo>
                    <a:pt x="604" y="2565"/>
                  </a:lnTo>
                  <a:lnTo>
                    <a:pt x="604" y="2203"/>
                  </a:lnTo>
                  <a:cubicBezTo>
                    <a:pt x="604" y="1298"/>
                    <a:pt x="1356" y="604"/>
                    <a:pt x="2232" y="604"/>
                  </a:cubicBezTo>
                  <a:close/>
                  <a:moveTo>
                    <a:pt x="1931" y="3168"/>
                  </a:moveTo>
                  <a:lnTo>
                    <a:pt x="1931" y="4495"/>
                  </a:lnTo>
                  <a:lnTo>
                    <a:pt x="604" y="4495"/>
                  </a:lnTo>
                  <a:lnTo>
                    <a:pt x="604" y="3168"/>
                  </a:lnTo>
                  <a:close/>
                  <a:moveTo>
                    <a:pt x="10616" y="3168"/>
                  </a:moveTo>
                  <a:lnTo>
                    <a:pt x="10616" y="4495"/>
                  </a:lnTo>
                  <a:lnTo>
                    <a:pt x="8987" y="4495"/>
                  </a:lnTo>
                  <a:lnTo>
                    <a:pt x="8987" y="3168"/>
                  </a:lnTo>
                  <a:close/>
                  <a:moveTo>
                    <a:pt x="16406" y="3168"/>
                  </a:moveTo>
                  <a:lnTo>
                    <a:pt x="16406" y="4495"/>
                  </a:lnTo>
                  <a:lnTo>
                    <a:pt x="15079" y="4495"/>
                  </a:lnTo>
                  <a:lnTo>
                    <a:pt x="15079" y="3168"/>
                  </a:lnTo>
                  <a:close/>
                  <a:moveTo>
                    <a:pt x="5156" y="2534"/>
                  </a:moveTo>
                  <a:lnTo>
                    <a:pt x="5156" y="5158"/>
                  </a:lnTo>
                  <a:lnTo>
                    <a:pt x="2896" y="5158"/>
                  </a:lnTo>
                  <a:cubicBezTo>
                    <a:pt x="2683" y="5158"/>
                    <a:pt x="2534" y="4978"/>
                    <a:pt x="2534" y="4797"/>
                  </a:cubicBezTo>
                  <a:lnTo>
                    <a:pt x="2534" y="2867"/>
                  </a:lnTo>
                  <a:cubicBezTo>
                    <a:pt x="2534" y="2654"/>
                    <a:pt x="2683" y="2534"/>
                    <a:pt x="2896" y="2534"/>
                  </a:cubicBezTo>
                  <a:close/>
                  <a:moveTo>
                    <a:pt x="8022" y="2534"/>
                  </a:moveTo>
                  <a:cubicBezTo>
                    <a:pt x="8232" y="2534"/>
                    <a:pt x="8384" y="2654"/>
                    <a:pt x="8384" y="2867"/>
                  </a:cubicBezTo>
                  <a:lnTo>
                    <a:pt x="8384" y="4797"/>
                  </a:lnTo>
                  <a:cubicBezTo>
                    <a:pt x="8384" y="4978"/>
                    <a:pt x="8232" y="5158"/>
                    <a:pt x="8022" y="5158"/>
                  </a:cubicBezTo>
                  <a:lnTo>
                    <a:pt x="5759" y="5158"/>
                  </a:lnTo>
                  <a:lnTo>
                    <a:pt x="5759" y="2534"/>
                  </a:lnTo>
                  <a:close/>
                  <a:moveTo>
                    <a:pt x="10616" y="5098"/>
                  </a:moveTo>
                  <a:lnTo>
                    <a:pt x="10616" y="8355"/>
                  </a:lnTo>
                  <a:lnTo>
                    <a:pt x="604" y="8355"/>
                  </a:lnTo>
                  <a:lnTo>
                    <a:pt x="604" y="7692"/>
                  </a:lnTo>
                  <a:lnTo>
                    <a:pt x="1296" y="7692"/>
                  </a:lnTo>
                  <a:lnTo>
                    <a:pt x="1296" y="7088"/>
                  </a:lnTo>
                  <a:lnTo>
                    <a:pt x="604" y="7088"/>
                  </a:lnTo>
                  <a:lnTo>
                    <a:pt x="604" y="6394"/>
                  </a:lnTo>
                  <a:lnTo>
                    <a:pt x="1296" y="6394"/>
                  </a:lnTo>
                  <a:lnTo>
                    <a:pt x="1296" y="5791"/>
                  </a:lnTo>
                  <a:lnTo>
                    <a:pt x="604" y="5791"/>
                  </a:lnTo>
                  <a:lnTo>
                    <a:pt x="604" y="5098"/>
                  </a:lnTo>
                  <a:lnTo>
                    <a:pt x="1991" y="5098"/>
                  </a:lnTo>
                  <a:cubicBezTo>
                    <a:pt x="2112" y="5460"/>
                    <a:pt x="2473" y="5762"/>
                    <a:pt x="2896" y="5762"/>
                  </a:cubicBezTo>
                  <a:lnTo>
                    <a:pt x="8022" y="5762"/>
                  </a:lnTo>
                  <a:cubicBezTo>
                    <a:pt x="8444" y="5762"/>
                    <a:pt x="8806" y="5460"/>
                    <a:pt x="8927" y="5098"/>
                  </a:cubicBezTo>
                  <a:close/>
                  <a:moveTo>
                    <a:pt x="16406" y="5098"/>
                  </a:moveTo>
                  <a:lnTo>
                    <a:pt x="16406" y="8355"/>
                  </a:lnTo>
                  <a:lnTo>
                    <a:pt x="15079" y="8355"/>
                  </a:lnTo>
                  <a:lnTo>
                    <a:pt x="15079" y="5098"/>
                  </a:lnTo>
                  <a:close/>
                  <a:moveTo>
                    <a:pt x="3619" y="8958"/>
                  </a:moveTo>
                  <a:cubicBezTo>
                    <a:pt x="3258" y="9289"/>
                    <a:pt x="2985" y="9771"/>
                    <a:pt x="2925" y="10285"/>
                  </a:cubicBezTo>
                  <a:lnTo>
                    <a:pt x="1598" y="10285"/>
                  </a:lnTo>
                  <a:cubicBezTo>
                    <a:pt x="1055" y="10285"/>
                    <a:pt x="604" y="9832"/>
                    <a:pt x="604" y="9289"/>
                  </a:cubicBezTo>
                  <a:lnTo>
                    <a:pt x="604" y="8958"/>
                  </a:lnTo>
                  <a:close/>
                  <a:moveTo>
                    <a:pt x="14174" y="2534"/>
                  </a:moveTo>
                  <a:cubicBezTo>
                    <a:pt x="14355" y="2534"/>
                    <a:pt x="14476" y="2654"/>
                    <a:pt x="14476" y="2867"/>
                  </a:cubicBezTo>
                  <a:lnTo>
                    <a:pt x="14476" y="10285"/>
                  </a:lnTo>
                  <a:lnTo>
                    <a:pt x="11219" y="10285"/>
                  </a:lnTo>
                  <a:lnTo>
                    <a:pt x="11219" y="2867"/>
                  </a:lnTo>
                  <a:cubicBezTo>
                    <a:pt x="11219" y="2654"/>
                    <a:pt x="11400" y="2534"/>
                    <a:pt x="11581" y="2534"/>
                  </a:cubicBezTo>
                  <a:close/>
                  <a:moveTo>
                    <a:pt x="5127" y="8958"/>
                  </a:moveTo>
                  <a:cubicBezTo>
                    <a:pt x="6032" y="8958"/>
                    <a:pt x="6756" y="9682"/>
                    <a:pt x="6756" y="10587"/>
                  </a:cubicBezTo>
                  <a:cubicBezTo>
                    <a:pt x="6756" y="11460"/>
                    <a:pt x="6032" y="12215"/>
                    <a:pt x="5127" y="12215"/>
                  </a:cubicBezTo>
                  <a:cubicBezTo>
                    <a:pt x="4251" y="12215"/>
                    <a:pt x="3499" y="11460"/>
                    <a:pt x="3499" y="10587"/>
                  </a:cubicBezTo>
                  <a:cubicBezTo>
                    <a:pt x="3499" y="9682"/>
                    <a:pt x="4251" y="8958"/>
                    <a:pt x="5127" y="8958"/>
                  </a:cubicBezTo>
                  <a:close/>
                  <a:moveTo>
                    <a:pt x="2232" y="0"/>
                  </a:moveTo>
                  <a:cubicBezTo>
                    <a:pt x="1026" y="0"/>
                    <a:pt x="1" y="965"/>
                    <a:pt x="1" y="2203"/>
                  </a:cubicBezTo>
                  <a:lnTo>
                    <a:pt x="1" y="9289"/>
                  </a:lnTo>
                  <a:cubicBezTo>
                    <a:pt x="1" y="10164"/>
                    <a:pt x="724" y="10888"/>
                    <a:pt x="1598" y="10888"/>
                  </a:cubicBezTo>
                  <a:lnTo>
                    <a:pt x="2925" y="10888"/>
                  </a:lnTo>
                  <a:cubicBezTo>
                    <a:pt x="3077" y="11974"/>
                    <a:pt x="4010" y="12818"/>
                    <a:pt x="5127" y="12818"/>
                  </a:cubicBezTo>
                  <a:cubicBezTo>
                    <a:pt x="6362" y="12818"/>
                    <a:pt x="7359" y="11822"/>
                    <a:pt x="7359" y="10587"/>
                  </a:cubicBezTo>
                  <a:cubicBezTo>
                    <a:pt x="7359" y="9952"/>
                    <a:pt x="7086" y="9380"/>
                    <a:pt x="6664" y="8958"/>
                  </a:cubicBezTo>
                  <a:lnTo>
                    <a:pt x="10616" y="8958"/>
                  </a:lnTo>
                  <a:lnTo>
                    <a:pt x="10616" y="10285"/>
                  </a:lnTo>
                  <a:lnTo>
                    <a:pt x="8384" y="10285"/>
                  </a:lnTo>
                  <a:lnTo>
                    <a:pt x="8384" y="10888"/>
                  </a:lnTo>
                  <a:lnTo>
                    <a:pt x="18336" y="10888"/>
                  </a:lnTo>
                  <a:lnTo>
                    <a:pt x="18336" y="11853"/>
                  </a:lnTo>
                  <a:lnTo>
                    <a:pt x="18939" y="11853"/>
                  </a:lnTo>
                  <a:lnTo>
                    <a:pt x="18939" y="10888"/>
                  </a:lnTo>
                  <a:lnTo>
                    <a:pt x="20597" y="10888"/>
                  </a:lnTo>
                  <a:lnTo>
                    <a:pt x="20597" y="10285"/>
                  </a:lnTo>
                  <a:lnTo>
                    <a:pt x="15079" y="10285"/>
                  </a:lnTo>
                  <a:lnTo>
                    <a:pt x="15079" y="8958"/>
                  </a:lnTo>
                  <a:lnTo>
                    <a:pt x="16406" y="8958"/>
                  </a:lnTo>
                  <a:lnTo>
                    <a:pt x="16406" y="9289"/>
                  </a:lnTo>
                  <a:lnTo>
                    <a:pt x="17009" y="9289"/>
                  </a:lnTo>
                  <a:lnTo>
                    <a:pt x="17009" y="1569"/>
                  </a:lnTo>
                  <a:cubicBezTo>
                    <a:pt x="17009" y="695"/>
                    <a:pt x="16314" y="0"/>
                    <a:pt x="154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67"/>
            <p:cNvSpPr/>
            <p:nvPr/>
          </p:nvSpPr>
          <p:spPr>
            <a:xfrm>
              <a:off x="5655902" y="4358744"/>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67"/>
            <p:cNvSpPr/>
            <p:nvPr/>
          </p:nvSpPr>
          <p:spPr>
            <a:xfrm>
              <a:off x="5479674" y="4434968"/>
              <a:ext cx="45363" cy="45315"/>
            </a:xfrm>
            <a:custGeom>
              <a:avLst/>
              <a:gdLst/>
              <a:ahLst/>
              <a:cxnLst/>
              <a:rect l="l" t="t" r="r" b="b"/>
              <a:pathLst>
                <a:path w="1902" h="1900" extrusionOk="0">
                  <a:moveTo>
                    <a:pt x="936" y="604"/>
                  </a:moveTo>
                  <a:cubicBezTo>
                    <a:pt x="1146" y="604"/>
                    <a:pt x="1298" y="753"/>
                    <a:pt x="1298" y="966"/>
                  </a:cubicBezTo>
                  <a:cubicBezTo>
                    <a:pt x="1298" y="1147"/>
                    <a:pt x="1146" y="1296"/>
                    <a:pt x="936" y="1296"/>
                  </a:cubicBezTo>
                  <a:cubicBezTo>
                    <a:pt x="755" y="1296"/>
                    <a:pt x="603" y="1147"/>
                    <a:pt x="603" y="966"/>
                  </a:cubicBezTo>
                  <a:cubicBezTo>
                    <a:pt x="603" y="753"/>
                    <a:pt x="755" y="604"/>
                    <a:pt x="936" y="604"/>
                  </a:cubicBezTo>
                  <a:close/>
                  <a:moveTo>
                    <a:pt x="936" y="1"/>
                  </a:moveTo>
                  <a:cubicBezTo>
                    <a:pt x="422" y="1"/>
                    <a:pt x="0" y="423"/>
                    <a:pt x="0" y="966"/>
                  </a:cubicBezTo>
                  <a:cubicBezTo>
                    <a:pt x="0" y="1477"/>
                    <a:pt x="422" y="1899"/>
                    <a:pt x="936" y="1899"/>
                  </a:cubicBezTo>
                  <a:cubicBezTo>
                    <a:pt x="1479" y="1899"/>
                    <a:pt x="1901" y="1477"/>
                    <a:pt x="1901" y="966"/>
                  </a:cubicBezTo>
                  <a:cubicBezTo>
                    <a:pt x="1901" y="423"/>
                    <a:pt x="1479" y="1"/>
                    <a:pt x="9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67"/>
            <p:cNvSpPr/>
            <p:nvPr/>
          </p:nvSpPr>
          <p:spPr>
            <a:xfrm>
              <a:off x="5456659" y="4297568"/>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 name="Google Shape;1318;p67"/>
          <p:cNvGrpSpPr/>
          <p:nvPr/>
        </p:nvGrpSpPr>
        <p:grpSpPr>
          <a:xfrm>
            <a:off x="6152197" y="3978355"/>
            <a:ext cx="351692" cy="491238"/>
            <a:chOff x="6152197" y="4112755"/>
            <a:chExt cx="351692" cy="491238"/>
          </a:xfrm>
        </p:grpSpPr>
        <p:sp>
          <p:nvSpPr>
            <p:cNvPr id="1319" name="Google Shape;1319;p67"/>
            <p:cNvSpPr/>
            <p:nvPr/>
          </p:nvSpPr>
          <p:spPr>
            <a:xfrm>
              <a:off x="6198227" y="4504706"/>
              <a:ext cx="15097" cy="14405"/>
            </a:xfrm>
            <a:custGeom>
              <a:avLst/>
              <a:gdLst/>
              <a:ahLst/>
              <a:cxnLst/>
              <a:rect l="l" t="t" r="r" b="b"/>
              <a:pathLst>
                <a:path w="633" h="604" extrusionOk="0">
                  <a:moveTo>
                    <a:pt x="0" y="1"/>
                  </a:moveTo>
                  <a:lnTo>
                    <a:pt x="0" y="604"/>
                  </a:lnTo>
                  <a:lnTo>
                    <a:pt x="632" y="604"/>
                  </a:lnTo>
                  <a:lnTo>
                    <a:pt x="6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67"/>
            <p:cNvSpPr/>
            <p:nvPr/>
          </p:nvSpPr>
          <p:spPr>
            <a:xfrm>
              <a:off x="6443453" y="4504706"/>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67"/>
            <p:cNvSpPr/>
            <p:nvPr/>
          </p:nvSpPr>
          <p:spPr>
            <a:xfrm>
              <a:off x="6320482" y="4305510"/>
              <a:ext cx="15860" cy="14405"/>
            </a:xfrm>
            <a:custGeom>
              <a:avLst/>
              <a:gdLst/>
              <a:ahLst/>
              <a:cxnLst/>
              <a:rect l="l" t="t" r="r" b="b"/>
              <a:pathLst>
                <a:path w="665" h="604" extrusionOk="0">
                  <a:moveTo>
                    <a:pt x="1" y="0"/>
                  </a:moveTo>
                  <a:lnTo>
                    <a:pt x="1" y="604"/>
                  </a:lnTo>
                  <a:lnTo>
                    <a:pt x="664" y="604"/>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67"/>
            <p:cNvSpPr/>
            <p:nvPr/>
          </p:nvSpPr>
          <p:spPr>
            <a:xfrm>
              <a:off x="6152197" y="4112755"/>
              <a:ext cx="351692" cy="491238"/>
            </a:xfrm>
            <a:custGeom>
              <a:avLst/>
              <a:gdLst/>
              <a:ahLst/>
              <a:cxnLst/>
              <a:rect l="l" t="t" r="r" b="b"/>
              <a:pathLst>
                <a:path w="14746" h="20597" extrusionOk="0">
                  <a:moveTo>
                    <a:pt x="1267" y="1598"/>
                  </a:moveTo>
                  <a:lnTo>
                    <a:pt x="1267" y="4222"/>
                  </a:lnTo>
                  <a:lnTo>
                    <a:pt x="603" y="4222"/>
                  </a:lnTo>
                  <a:lnTo>
                    <a:pt x="603" y="1598"/>
                  </a:lnTo>
                  <a:close/>
                  <a:moveTo>
                    <a:pt x="14142" y="1598"/>
                  </a:moveTo>
                  <a:lnTo>
                    <a:pt x="14142" y="4222"/>
                  </a:lnTo>
                  <a:lnTo>
                    <a:pt x="13450" y="4222"/>
                  </a:lnTo>
                  <a:lnTo>
                    <a:pt x="13450" y="1598"/>
                  </a:lnTo>
                  <a:close/>
                  <a:moveTo>
                    <a:pt x="3860" y="604"/>
                  </a:moveTo>
                  <a:lnTo>
                    <a:pt x="3860" y="5518"/>
                  </a:lnTo>
                  <a:lnTo>
                    <a:pt x="2895" y="5518"/>
                  </a:lnTo>
                  <a:cubicBezTo>
                    <a:pt x="2352" y="5518"/>
                    <a:pt x="1870" y="5035"/>
                    <a:pt x="1870" y="4493"/>
                  </a:cubicBezTo>
                  <a:lnTo>
                    <a:pt x="1870" y="604"/>
                  </a:lnTo>
                  <a:close/>
                  <a:moveTo>
                    <a:pt x="8987" y="604"/>
                  </a:moveTo>
                  <a:lnTo>
                    <a:pt x="8987" y="5518"/>
                  </a:lnTo>
                  <a:lnTo>
                    <a:pt x="5730" y="5518"/>
                  </a:lnTo>
                  <a:lnTo>
                    <a:pt x="5730" y="604"/>
                  </a:lnTo>
                  <a:close/>
                  <a:moveTo>
                    <a:pt x="12847" y="604"/>
                  </a:moveTo>
                  <a:lnTo>
                    <a:pt x="12847" y="4493"/>
                  </a:lnTo>
                  <a:cubicBezTo>
                    <a:pt x="12847" y="5035"/>
                    <a:pt x="12425" y="5518"/>
                    <a:pt x="11882" y="5518"/>
                  </a:cubicBezTo>
                  <a:lnTo>
                    <a:pt x="10886" y="5518"/>
                  </a:lnTo>
                  <a:lnTo>
                    <a:pt x="10886" y="604"/>
                  </a:lnTo>
                  <a:close/>
                  <a:moveTo>
                    <a:pt x="5127" y="604"/>
                  </a:moveTo>
                  <a:lnTo>
                    <a:pt x="5127" y="6785"/>
                  </a:lnTo>
                  <a:lnTo>
                    <a:pt x="4463" y="6785"/>
                  </a:lnTo>
                  <a:lnTo>
                    <a:pt x="4463" y="604"/>
                  </a:lnTo>
                  <a:close/>
                  <a:moveTo>
                    <a:pt x="10282" y="604"/>
                  </a:moveTo>
                  <a:lnTo>
                    <a:pt x="10282" y="6785"/>
                  </a:lnTo>
                  <a:lnTo>
                    <a:pt x="9590" y="6785"/>
                  </a:lnTo>
                  <a:lnTo>
                    <a:pt x="9590" y="604"/>
                  </a:lnTo>
                  <a:close/>
                  <a:moveTo>
                    <a:pt x="5457" y="7388"/>
                  </a:moveTo>
                  <a:lnTo>
                    <a:pt x="5457" y="8715"/>
                  </a:lnTo>
                  <a:lnTo>
                    <a:pt x="4130" y="8715"/>
                  </a:lnTo>
                  <a:lnTo>
                    <a:pt x="4130" y="7388"/>
                  </a:lnTo>
                  <a:close/>
                  <a:moveTo>
                    <a:pt x="10615" y="7388"/>
                  </a:moveTo>
                  <a:lnTo>
                    <a:pt x="10615" y="8715"/>
                  </a:lnTo>
                  <a:lnTo>
                    <a:pt x="9288" y="8715"/>
                  </a:lnTo>
                  <a:lnTo>
                    <a:pt x="9288" y="7388"/>
                  </a:lnTo>
                  <a:close/>
                  <a:moveTo>
                    <a:pt x="5127" y="9318"/>
                  </a:moveTo>
                  <a:lnTo>
                    <a:pt x="5127" y="10645"/>
                  </a:lnTo>
                  <a:lnTo>
                    <a:pt x="4463" y="10645"/>
                  </a:lnTo>
                  <a:lnTo>
                    <a:pt x="4463" y="9318"/>
                  </a:lnTo>
                  <a:close/>
                  <a:moveTo>
                    <a:pt x="10282" y="9318"/>
                  </a:moveTo>
                  <a:lnTo>
                    <a:pt x="10282" y="10645"/>
                  </a:lnTo>
                  <a:lnTo>
                    <a:pt x="9590" y="10645"/>
                  </a:lnTo>
                  <a:lnTo>
                    <a:pt x="9590" y="9318"/>
                  </a:lnTo>
                  <a:close/>
                  <a:moveTo>
                    <a:pt x="1930" y="10616"/>
                  </a:moveTo>
                  <a:lnTo>
                    <a:pt x="1930" y="11308"/>
                  </a:lnTo>
                  <a:lnTo>
                    <a:pt x="603" y="11308"/>
                  </a:lnTo>
                  <a:lnTo>
                    <a:pt x="603" y="10946"/>
                  </a:lnTo>
                  <a:cubicBezTo>
                    <a:pt x="603" y="10736"/>
                    <a:pt x="753" y="10616"/>
                    <a:pt x="965" y="10616"/>
                  </a:cubicBezTo>
                  <a:close/>
                  <a:moveTo>
                    <a:pt x="13812" y="10616"/>
                  </a:moveTo>
                  <a:cubicBezTo>
                    <a:pt x="13993" y="10616"/>
                    <a:pt x="14142" y="10736"/>
                    <a:pt x="14142" y="10946"/>
                  </a:cubicBezTo>
                  <a:lnTo>
                    <a:pt x="14142" y="11308"/>
                  </a:lnTo>
                  <a:lnTo>
                    <a:pt x="12816" y="11308"/>
                  </a:lnTo>
                  <a:lnTo>
                    <a:pt x="12816" y="10616"/>
                  </a:lnTo>
                  <a:close/>
                  <a:moveTo>
                    <a:pt x="1930" y="11911"/>
                  </a:moveTo>
                  <a:lnTo>
                    <a:pt x="1930" y="13238"/>
                  </a:lnTo>
                  <a:lnTo>
                    <a:pt x="603" y="13238"/>
                  </a:lnTo>
                  <a:lnTo>
                    <a:pt x="603" y="11911"/>
                  </a:lnTo>
                  <a:close/>
                  <a:moveTo>
                    <a:pt x="14142" y="11911"/>
                  </a:moveTo>
                  <a:lnTo>
                    <a:pt x="14142" y="13238"/>
                  </a:lnTo>
                  <a:lnTo>
                    <a:pt x="12816" y="13238"/>
                  </a:lnTo>
                  <a:lnTo>
                    <a:pt x="12816" y="11911"/>
                  </a:lnTo>
                  <a:close/>
                  <a:moveTo>
                    <a:pt x="4794" y="13812"/>
                  </a:moveTo>
                  <a:cubicBezTo>
                    <a:pt x="4975" y="13812"/>
                    <a:pt x="5127" y="13962"/>
                    <a:pt x="5127" y="14143"/>
                  </a:cubicBezTo>
                  <a:lnTo>
                    <a:pt x="5127" y="15651"/>
                  </a:lnTo>
                  <a:lnTo>
                    <a:pt x="4463" y="15651"/>
                  </a:lnTo>
                  <a:lnTo>
                    <a:pt x="4463" y="14143"/>
                  </a:lnTo>
                  <a:cubicBezTo>
                    <a:pt x="4463" y="13962"/>
                    <a:pt x="4613" y="13812"/>
                    <a:pt x="4794" y="13812"/>
                  </a:cubicBezTo>
                  <a:close/>
                  <a:moveTo>
                    <a:pt x="9952" y="14444"/>
                  </a:moveTo>
                  <a:cubicBezTo>
                    <a:pt x="10133" y="14444"/>
                    <a:pt x="10282" y="14596"/>
                    <a:pt x="10282" y="14806"/>
                  </a:cubicBezTo>
                  <a:lnTo>
                    <a:pt x="10282" y="15651"/>
                  </a:lnTo>
                  <a:lnTo>
                    <a:pt x="9590" y="15651"/>
                  </a:lnTo>
                  <a:lnTo>
                    <a:pt x="9590" y="14806"/>
                  </a:lnTo>
                  <a:cubicBezTo>
                    <a:pt x="9590" y="14596"/>
                    <a:pt x="9740" y="14444"/>
                    <a:pt x="9952" y="14444"/>
                  </a:cubicBezTo>
                  <a:close/>
                  <a:moveTo>
                    <a:pt x="5457" y="16254"/>
                  </a:moveTo>
                  <a:lnTo>
                    <a:pt x="5457" y="17250"/>
                  </a:lnTo>
                  <a:lnTo>
                    <a:pt x="4130" y="17250"/>
                  </a:lnTo>
                  <a:lnTo>
                    <a:pt x="4130" y="16254"/>
                  </a:lnTo>
                  <a:close/>
                  <a:moveTo>
                    <a:pt x="10615" y="16254"/>
                  </a:moveTo>
                  <a:lnTo>
                    <a:pt x="10615" y="17250"/>
                  </a:lnTo>
                  <a:lnTo>
                    <a:pt x="9288" y="17250"/>
                  </a:lnTo>
                  <a:lnTo>
                    <a:pt x="9288" y="16254"/>
                  </a:lnTo>
                  <a:close/>
                  <a:moveTo>
                    <a:pt x="3860" y="15108"/>
                  </a:moveTo>
                  <a:lnTo>
                    <a:pt x="3860" y="15651"/>
                  </a:lnTo>
                  <a:lnTo>
                    <a:pt x="3527" y="15651"/>
                  </a:lnTo>
                  <a:lnTo>
                    <a:pt x="3527" y="17853"/>
                  </a:lnTo>
                  <a:lnTo>
                    <a:pt x="3860" y="17853"/>
                  </a:lnTo>
                  <a:lnTo>
                    <a:pt x="3860" y="18365"/>
                  </a:lnTo>
                  <a:lnTo>
                    <a:pt x="1597" y="18365"/>
                  </a:lnTo>
                  <a:cubicBezTo>
                    <a:pt x="1054" y="18365"/>
                    <a:pt x="603" y="17914"/>
                    <a:pt x="603" y="17371"/>
                  </a:cubicBezTo>
                  <a:lnTo>
                    <a:pt x="603" y="16073"/>
                  </a:lnTo>
                  <a:cubicBezTo>
                    <a:pt x="603" y="15530"/>
                    <a:pt x="1054" y="15108"/>
                    <a:pt x="1597" y="15108"/>
                  </a:cubicBezTo>
                  <a:close/>
                  <a:moveTo>
                    <a:pt x="7057" y="15108"/>
                  </a:moveTo>
                  <a:lnTo>
                    <a:pt x="7057" y="18365"/>
                  </a:lnTo>
                  <a:lnTo>
                    <a:pt x="5730" y="18365"/>
                  </a:lnTo>
                  <a:lnTo>
                    <a:pt x="5730" y="17853"/>
                  </a:lnTo>
                  <a:lnTo>
                    <a:pt x="6060" y="17853"/>
                  </a:lnTo>
                  <a:lnTo>
                    <a:pt x="6060" y="15651"/>
                  </a:lnTo>
                  <a:lnTo>
                    <a:pt x="5730" y="15651"/>
                  </a:lnTo>
                  <a:lnTo>
                    <a:pt x="5730" y="15108"/>
                  </a:lnTo>
                  <a:close/>
                  <a:moveTo>
                    <a:pt x="8987" y="15108"/>
                  </a:moveTo>
                  <a:lnTo>
                    <a:pt x="8987" y="15651"/>
                  </a:lnTo>
                  <a:lnTo>
                    <a:pt x="8685" y="15651"/>
                  </a:lnTo>
                  <a:lnTo>
                    <a:pt x="8685" y="17853"/>
                  </a:lnTo>
                  <a:lnTo>
                    <a:pt x="8987" y="17853"/>
                  </a:lnTo>
                  <a:lnTo>
                    <a:pt x="8987" y="18365"/>
                  </a:lnTo>
                  <a:lnTo>
                    <a:pt x="7660" y="18365"/>
                  </a:lnTo>
                  <a:lnTo>
                    <a:pt x="7660" y="15108"/>
                  </a:lnTo>
                  <a:close/>
                  <a:moveTo>
                    <a:pt x="13177" y="15108"/>
                  </a:moveTo>
                  <a:cubicBezTo>
                    <a:pt x="13720" y="15108"/>
                    <a:pt x="14142" y="15530"/>
                    <a:pt x="14142" y="16073"/>
                  </a:cubicBezTo>
                  <a:lnTo>
                    <a:pt x="14142" y="17371"/>
                  </a:lnTo>
                  <a:cubicBezTo>
                    <a:pt x="14142" y="17914"/>
                    <a:pt x="13720" y="18365"/>
                    <a:pt x="13177" y="18365"/>
                  </a:cubicBezTo>
                  <a:lnTo>
                    <a:pt x="10886" y="18365"/>
                  </a:lnTo>
                  <a:lnTo>
                    <a:pt x="10886" y="17853"/>
                  </a:lnTo>
                  <a:lnTo>
                    <a:pt x="11218" y="17853"/>
                  </a:lnTo>
                  <a:lnTo>
                    <a:pt x="11218" y="15651"/>
                  </a:lnTo>
                  <a:lnTo>
                    <a:pt x="10886" y="15651"/>
                  </a:lnTo>
                  <a:lnTo>
                    <a:pt x="10886" y="15108"/>
                  </a:lnTo>
                  <a:close/>
                  <a:moveTo>
                    <a:pt x="1267" y="0"/>
                  </a:moveTo>
                  <a:lnTo>
                    <a:pt x="1267" y="994"/>
                  </a:lnTo>
                  <a:lnTo>
                    <a:pt x="0" y="994"/>
                  </a:lnTo>
                  <a:lnTo>
                    <a:pt x="0" y="4826"/>
                  </a:lnTo>
                  <a:lnTo>
                    <a:pt x="1327" y="4826"/>
                  </a:lnTo>
                  <a:cubicBezTo>
                    <a:pt x="1387" y="5216"/>
                    <a:pt x="1629" y="5549"/>
                    <a:pt x="1959" y="5791"/>
                  </a:cubicBezTo>
                  <a:lnTo>
                    <a:pt x="1930" y="5791"/>
                  </a:lnTo>
                  <a:lnTo>
                    <a:pt x="1930" y="10012"/>
                  </a:lnTo>
                  <a:lnTo>
                    <a:pt x="965" y="10012"/>
                  </a:lnTo>
                  <a:cubicBezTo>
                    <a:pt x="422" y="10012"/>
                    <a:pt x="0" y="10403"/>
                    <a:pt x="0" y="10946"/>
                  </a:cubicBezTo>
                  <a:lnTo>
                    <a:pt x="0" y="13841"/>
                  </a:lnTo>
                  <a:lnTo>
                    <a:pt x="1930" y="13841"/>
                  </a:lnTo>
                  <a:lnTo>
                    <a:pt x="1930" y="14505"/>
                  </a:lnTo>
                  <a:lnTo>
                    <a:pt x="1597" y="14505"/>
                  </a:lnTo>
                  <a:cubicBezTo>
                    <a:pt x="724" y="14505"/>
                    <a:pt x="0" y="15199"/>
                    <a:pt x="0" y="16073"/>
                  </a:cubicBezTo>
                  <a:lnTo>
                    <a:pt x="0" y="17371"/>
                  </a:lnTo>
                  <a:cubicBezTo>
                    <a:pt x="0" y="18244"/>
                    <a:pt x="724" y="18968"/>
                    <a:pt x="1597" y="18968"/>
                  </a:cubicBezTo>
                  <a:lnTo>
                    <a:pt x="3860" y="18968"/>
                  </a:lnTo>
                  <a:lnTo>
                    <a:pt x="3860" y="19933"/>
                  </a:lnTo>
                  <a:lnTo>
                    <a:pt x="4463" y="19933"/>
                  </a:lnTo>
                  <a:lnTo>
                    <a:pt x="4463" y="17853"/>
                  </a:lnTo>
                  <a:lnTo>
                    <a:pt x="5127" y="17853"/>
                  </a:lnTo>
                  <a:lnTo>
                    <a:pt x="5127" y="20596"/>
                  </a:lnTo>
                  <a:lnTo>
                    <a:pt x="5730" y="20596"/>
                  </a:lnTo>
                  <a:lnTo>
                    <a:pt x="5730" y="18968"/>
                  </a:lnTo>
                  <a:lnTo>
                    <a:pt x="8987" y="18968"/>
                  </a:lnTo>
                  <a:lnTo>
                    <a:pt x="8987" y="20596"/>
                  </a:lnTo>
                  <a:lnTo>
                    <a:pt x="9590" y="20596"/>
                  </a:lnTo>
                  <a:lnTo>
                    <a:pt x="9590" y="17853"/>
                  </a:lnTo>
                  <a:lnTo>
                    <a:pt x="10282" y="17853"/>
                  </a:lnTo>
                  <a:lnTo>
                    <a:pt x="10282" y="20596"/>
                  </a:lnTo>
                  <a:lnTo>
                    <a:pt x="10886" y="20596"/>
                  </a:lnTo>
                  <a:lnTo>
                    <a:pt x="10886" y="18968"/>
                  </a:lnTo>
                  <a:lnTo>
                    <a:pt x="13177" y="18968"/>
                  </a:lnTo>
                  <a:cubicBezTo>
                    <a:pt x="14053" y="18968"/>
                    <a:pt x="14746" y="18244"/>
                    <a:pt x="14746" y="17371"/>
                  </a:cubicBezTo>
                  <a:lnTo>
                    <a:pt x="14746" y="16073"/>
                  </a:lnTo>
                  <a:cubicBezTo>
                    <a:pt x="14746" y="15199"/>
                    <a:pt x="14053" y="14505"/>
                    <a:pt x="13177" y="14505"/>
                  </a:cubicBezTo>
                  <a:lnTo>
                    <a:pt x="12816" y="14505"/>
                  </a:lnTo>
                  <a:lnTo>
                    <a:pt x="12816" y="13841"/>
                  </a:lnTo>
                  <a:lnTo>
                    <a:pt x="14746" y="13841"/>
                  </a:lnTo>
                  <a:lnTo>
                    <a:pt x="14746" y="10946"/>
                  </a:lnTo>
                  <a:cubicBezTo>
                    <a:pt x="14746" y="10403"/>
                    <a:pt x="14323" y="10012"/>
                    <a:pt x="13812" y="10012"/>
                  </a:cubicBezTo>
                  <a:lnTo>
                    <a:pt x="12816" y="10012"/>
                  </a:lnTo>
                  <a:lnTo>
                    <a:pt x="12816" y="7086"/>
                  </a:lnTo>
                  <a:lnTo>
                    <a:pt x="12212" y="7086"/>
                  </a:lnTo>
                  <a:lnTo>
                    <a:pt x="12212" y="14505"/>
                  </a:lnTo>
                  <a:lnTo>
                    <a:pt x="10857" y="14505"/>
                  </a:lnTo>
                  <a:cubicBezTo>
                    <a:pt x="10736" y="14114"/>
                    <a:pt x="10374" y="13873"/>
                    <a:pt x="9952" y="13873"/>
                  </a:cubicBezTo>
                  <a:cubicBezTo>
                    <a:pt x="9530" y="13873"/>
                    <a:pt x="9197" y="14114"/>
                    <a:pt x="9076" y="14505"/>
                  </a:cubicBezTo>
                  <a:lnTo>
                    <a:pt x="5730" y="14505"/>
                  </a:lnTo>
                  <a:lnTo>
                    <a:pt x="5730" y="14143"/>
                  </a:lnTo>
                  <a:cubicBezTo>
                    <a:pt x="5730" y="13631"/>
                    <a:pt x="5308" y="13209"/>
                    <a:pt x="4794" y="13209"/>
                  </a:cubicBezTo>
                  <a:cubicBezTo>
                    <a:pt x="4282" y="13209"/>
                    <a:pt x="3860" y="13631"/>
                    <a:pt x="3860" y="14143"/>
                  </a:cubicBezTo>
                  <a:lnTo>
                    <a:pt x="3860" y="14505"/>
                  </a:lnTo>
                  <a:lnTo>
                    <a:pt x="2533" y="14505"/>
                  </a:lnTo>
                  <a:lnTo>
                    <a:pt x="2533" y="6061"/>
                  </a:lnTo>
                  <a:cubicBezTo>
                    <a:pt x="2654" y="6092"/>
                    <a:pt x="2775" y="6121"/>
                    <a:pt x="2895" y="6121"/>
                  </a:cubicBezTo>
                  <a:lnTo>
                    <a:pt x="3860" y="6121"/>
                  </a:lnTo>
                  <a:lnTo>
                    <a:pt x="3860" y="6785"/>
                  </a:lnTo>
                  <a:lnTo>
                    <a:pt x="3527" y="6785"/>
                  </a:lnTo>
                  <a:lnTo>
                    <a:pt x="3527" y="9318"/>
                  </a:lnTo>
                  <a:lnTo>
                    <a:pt x="3860" y="9318"/>
                  </a:lnTo>
                  <a:lnTo>
                    <a:pt x="3860" y="11248"/>
                  </a:lnTo>
                  <a:lnTo>
                    <a:pt x="5730" y="11248"/>
                  </a:lnTo>
                  <a:lnTo>
                    <a:pt x="5730" y="9318"/>
                  </a:lnTo>
                  <a:lnTo>
                    <a:pt x="6060" y="9318"/>
                  </a:lnTo>
                  <a:lnTo>
                    <a:pt x="6060" y="6785"/>
                  </a:lnTo>
                  <a:lnTo>
                    <a:pt x="5730" y="6785"/>
                  </a:lnTo>
                  <a:lnTo>
                    <a:pt x="5730" y="6121"/>
                  </a:lnTo>
                  <a:lnTo>
                    <a:pt x="8987" y="6121"/>
                  </a:lnTo>
                  <a:lnTo>
                    <a:pt x="8987" y="6785"/>
                  </a:lnTo>
                  <a:lnTo>
                    <a:pt x="8685" y="6785"/>
                  </a:lnTo>
                  <a:lnTo>
                    <a:pt x="8685" y="9318"/>
                  </a:lnTo>
                  <a:lnTo>
                    <a:pt x="8987" y="9318"/>
                  </a:lnTo>
                  <a:lnTo>
                    <a:pt x="8987" y="11248"/>
                  </a:lnTo>
                  <a:lnTo>
                    <a:pt x="10886" y="11248"/>
                  </a:lnTo>
                  <a:lnTo>
                    <a:pt x="10886" y="9318"/>
                  </a:lnTo>
                  <a:lnTo>
                    <a:pt x="11218" y="9318"/>
                  </a:lnTo>
                  <a:lnTo>
                    <a:pt x="11218" y="6785"/>
                  </a:lnTo>
                  <a:lnTo>
                    <a:pt x="10886" y="6785"/>
                  </a:lnTo>
                  <a:lnTo>
                    <a:pt x="10886" y="6121"/>
                  </a:lnTo>
                  <a:lnTo>
                    <a:pt x="11882" y="6121"/>
                  </a:lnTo>
                  <a:cubicBezTo>
                    <a:pt x="12666" y="6121"/>
                    <a:pt x="13298" y="5549"/>
                    <a:pt x="13450" y="4826"/>
                  </a:cubicBezTo>
                  <a:lnTo>
                    <a:pt x="14746" y="4826"/>
                  </a:lnTo>
                  <a:lnTo>
                    <a:pt x="14746" y="994"/>
                  </a:lnTo>
                  <a:lnTo>
                    <a:pt x="13450" y="994"/>
                  </a:lnTo>
                  <a:lnTo>
                    <a:pt x="134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 name="Google Shape;1323;p67"/>
          <p:cNvGrpSpPr/>
          <p:nvPr/>
        </p:nvGrpSpPr>
        <p:grpSpPr>
          <a:xfrm>
            <a:off x="6922456" y="3978355"/>
            <a:ext cx="215127" cy="491238"/>
            <a:chOff x="6922456" y="4112755"/>
            <a:chExt cx="215127" cy="491238"/>
          </a:xfrm>
        </p:grpSpPr>
        <p:sp>
          <p:nvSpPr>
            <p:cNvPr id="1324" name="Google Shape;1324;p67"/>
            <p:cNvSpPr/>
            <p:nvPr/>
          </p:nvSpPr>
          <p:spPr>
            <a:xfrm>
              <a:off x="6961308" y="4290366"/>
              <a:ext cx="136684" cy="136684"/>
            </a:xfrm>
            <a:custGeom>
              <a:avLst/>
              <a:gdLst/>
              <a:ahLst/>
              <a:cxnLst/>
              <a:rect l="l" t="t" r="r" b="b"/>
              <a:pathLst>
                <a:path w="5731" h="5731" extrusionOk="0">
                  <a:moveTo>
                    <a:pt x="5127" y="604"/>
                  </a:moveTo>
                  <a:lnTo>
                    <a:pt x="5127" y="5128"/>
                  </a:lnTo>
                  <a:lnTo>
                    <a:pt x="604" y="5128"/>
                  </a:lnTo>
                  <a:lnTo>
                    <a:pt x="604" y="604"/>
                  </a:lnTo>
                  <a:close/>
                  <a:moveTo>
                    <a:pt x="0" y="1"/>
                  </a:moveTo>
                  <a:lnTo>
                    <a:pt x="0" y="5731"/>
                  </a:lnTo>
                  <a:lnTo>
                    <a:pt x="5730" y="5731"/>
                  </a:lnTo>
                  <a:lnTo>
                    <a:pt x="57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67"/>
            <p:cNvSpPr/>
            <p:nvPr/>
          </p:nvSpPr>
          <p:spPr>
            <a:xfrm>
              <a:off x="6922456" y="4112755"/>
              <a:ext cx="215127" cy="491238"/>
            </a:xfrm>
            <a:custGeom>
              <a:avLst/>
              <a:gdLst/>
              <a:ahLst/>
              <a:cxnLst/>
              <a:rect l="l" t="t" r="r" b="b"/>
              <a:pathLst>
                <a:path w="9020" h="20597" extrusionOk="0">
                  <a:moveTo>
                    <a:pt x="6455" y="1598"/>
                  </a:moveTo>
                  <a:lnTo>
                    <a:pt x="6455" y="2292"/>
                  </a:lnTo>
                  <a:lnTo>
                    <a:pt x="2534" y="2292"/>
                  </a:lnTo>
                  <a:lnTo>
                    <a:pt x="2534" y="1598"/>
                  </a:lnTo>
                  <a:close/>
                  <a:moveTo>
                    <a:pt x="6455" y="2895"/>
                  </a:moveTo>
                  <a:lnTo>
                    <a:pt x="6455" y="3588"/>
                  </a:lnTo>
                  <a:lnTo>
                    <a:pt x="3229" y="3588"/>
                  </a:lnTo>
                  <a:lnTo>
                    <a:pt x="3229" y="4191"/>
                  </a:lnTo>
                  <a:lnTo>
                    <a:pt x="6455" y="4191"/>
                  </a:lnTo>
                  <a:lnTo>
                    <a:pt x="6455" y="4854"/>
                  </a:lnTo>
                  <a:lnTo>
                    <a:pt x="2534" y="4854"/>
                  </a:lnTo>
                  <a:lnTo>
                    <a:pt x="2534" y="2895"/>
                  </a:lnTo>
                  <a:close/>
                  <a:moveTo>
                    <a:pt x="6455" y="5458"/>
                  </a:moveTo>
                  <a:lnTo>
                    <a:pt x="6455" y="6152"/>
                  </a:lnTo>
                  <a:lnTo>
                    <a:pt x="2534" y="6152"/>
                  </a:lnTo>
                  <a:lnTo>
                    <a:pt x="2534" y="5458"/>
                  </a:lnTo>
                  <a:close/>
                  <a:moveTo>
                    <a:pt x="7600" y="6756"/>
                  </a:moveTo>
                  <a:lnTo>
                    <a:pt x="8054" y="7207"/>
                  </a:lnTo>
                  <a:lnTo>
                    <a:pt x="8054" y="13390"/>
                  </a:lnTo>
                  <a:lnTo>
                    <a:pt x="7600" y="13873"/>
                  </a:lnTo>
                  <a:lnTo>
                    <a:pt x="1420" y="13873"/>
                  </a:lnTo>
                  <a:lnTo>
                    <a:pt x="937" y="13390"/>
                  </a:lnTo>
                  <a:lnTo>
                    <a:pt x="937" y="7207"/>
                  </a:lnTo>
                  <a:lnTo>
                    <a:pt x="1420" y="6756"/>
                  </a:lnTo>
                  <a:close/>
                  <a:moveTo>
                    <a:pt x="6455" y="14476"/>
                  </a:moveTo>
                  <a:lnTo>
                    <a:pt x="6455" y="15168"/>
                  </a:lnTo>
                  <a:lnTo>
                    <a:pt x="2534" y="15168"/>
                  </a:lnTo>
                  <a:lnTo>
                    <a:pt x="2534" y="14476"/>
                  </a:lnTo>
                  <a:close/>
                  <a:moveTo>
                    <a:pt x="6455" y="15771"/>
                  </a:moveTo>
                  <a:lnTo>
                    <a:pt x="6455" y="16435"/>
                  </a:lnTo>
                  <a:lnTo>
                    <a:pt x="2534" y="16435"/>
                  </a:lnTo>
                  <a:lnTo>
                    <a:pt x="2534" y="15771"/>
                  </a:lnTo>
                  <a:close/>
                  <a:moveTo>
                    <a:pt x="6455" y="17038"/>
                  </a:moveTo>
                  <a:lnTo>
                    <a:pt x="6455" y="17733"/>
                  </a:lnTo>
                  <a:lnTo>
                    <a:pt x="2534" y="17733"/>
                  </a:lnTo>
                  <a:lnTo>
                    <a:pt x="2534" y="17038"/>
                  </a:lnTo>
                  <a:close/>
                  <a:moveTo>
                    <a:pt x="1931" y="0"/>
                  </a:moveTo>
                  <a:lnTo>
                    <a:pt x="1931" y="6152"/>
                  </a:lnTo>
                  <a:lnTo>
                    <a:pt x="1178" y="6152"/>
                  </a:lnTo>
                  <a:lnTo>
                    <a:pt x="334" y="6965"/>
                  </a:lnTo>
                  <a:lnTo>
                    <a:pt x="334" y="7448"/>
                  </a:lnTo>
                  <a:lnTo>
                    <a:pt x="1" y="7448"/>
                  </a:lnTo>
                  <a:lnTo>
                    <a:pt x="1" y="8051"/>
                  </a:lnTo>
                  <a:lnTo>
                    <a:pt x="334" y="8051"/>
                  </a:lnTo>
                  <a:lnTo>
                    <a:pt x="334" y="12575"/>
                  </a:lnTo>
                  <a:lnTo>
                    <a:pt x="1" y="12575"/>
                  </a:lnTo>
                  <a:lnTo>
                    <a:pt x="1" y="13178"/>
                  </a:lnTo>
                  <a:lnTo>
                    <a:pt x="334" y="13178"/>
                  </a:lnTo>
                  <a:lnTo>
                    <a:pt x="334" y="13631"/>
                  </a:lnTo>
                  <a:lnTo>
                    <a:pt x="1178" y="14476"/>
                  </a:lnTo>
                  <a:lnTo>
                    <a:pt x="1931" y="14476"/>
                  </a:lnTo>
                  <a:lnTo>
                    <a:pt x="1931" y="20596"/>
                  </a:lnTo>
                  <a:lnTo>
                    <a:pt x="2534" y="20596"/>
                  </a:lnTo>
                  <a:lnTo>
                    <a:pt x="2534" y="19631"/>
                  </a:lnTo>
                  <a:lnTo>
                    <a:pt x="5791" y="19631"/>
                  </a:lnTo>
                  <a:lnTo>
                    <a:pt x="5791" y="19028"/>
                  </a:lnTo>
                  <a:lnTo>
                    <a:pt x="2534" y="19028"/>
                  </a:lnTo>
                  <a:lnTo>
                    <a:pt x="2534" y="18336"/>
                  </a:lnTo>
                  <a:lnTo>
                    <a:pt x="6455" y="18336"/>
                  </a:lnTo>
                  <a:lnTo>
                    <a:pt x="6455" y="20596"/>
                  </a:lnTo>
                  <a:lnTo>
                    <a:pt x="7058" y="20596"/>
                  </a:lnTo>
                  <a:lnTo>
                    <a:pt x="7058" y="14476"/>
                  </a:lnTo>
                  <a:lnTo>
                    <a:pt x="7873" y="14476"/>
                  </a:lnTo>
                  <a:lnTo>
                    <a:pt x="8657" y="13631"/>
                  </a:lnTo>
                  <a:lnTo>
                    <a:pt x="8657" y="13178"/>
                  </a:lnTo>
                  <a:lnTo>
                    <a:pt x="9019" y="13178"/>
                  </a:lnTo>
                  <a:lnTo>
                    <a:pt x="9019" y="12575"/>
                  </a:lnTo>
                  <a:lnTo>
                    <a:pt x="8657" y="12575"/>
                  </a:lnTo>
                  <a:lnTo>
                    <a:pt x="8657" y="8051"/>
                  </a:lnTo>
                  <a:lnTo>
                    <a:pt x="9019" y="8051"/>
                  </a:lnTo>
                  <a:lnTo>
                    <a:pt x="9019" y="7448"/>
                  </a:lnTo>
                  <a:lnTo>
                    <a:pt x="8657" y="7448"/>
                  </a:lnTo>
                  <a:lnTo>
                    <a:pt x="8657" y="6965"/>
                  </a:lnTo>
                  <a:lnTo>
                    <a:pt x="7873" y="6152"/>
                  </a:lnTo>
                  <a:lnTo>
                    <a:pt x="7058" y="6152"/>
                  </a:lnTo>
                  <a:lnTo>
                    <a:pt x="7058" y="0"/>
                  </a:lnTo>
                  <a:lnTo>
                    <a:pt x="6455" y="0"/>
                  </a:lnTo>
                  <a:lnTo>
                    <a:pt x="6455" y="994"/>
                  </a:lnTo>
                  <a:lnTo>
                    <a:pt x="2534" y="994"/>
                  </a:lnTo>
                  <a:lnTo>
                    <a:pt x="25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7"/>
            <p:cNvSpPr/>
            <p:nvPr/>
          </p:nvSpPr>
          <p:spPr>
            <a:xfrm>
              <a:off x="6991502" y="4382451"/>
              <a:ext cx="15860" cy="14405"/>
            </a:xfrm>
            <a:custGeom>
              <a:avLst/>
              <a:gdLst/>
              <a:ahLst/>
              <a:cxnLst/>
              <a:rect l="l" t="t" r="r" b="b"/>
              <a:pathLst>
                <a:path w="665" h="604" extrusionOk="0">
                  <a:moveTo>
                    <a:pt x="1" y="0"/>
                  </a:moveTo>
                  <a:lnTo>
                    <a:pt x="1"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7"/>
            <p:cNvSpPr/>
            <p:nvPr/>
          </p:nvSpPr>
          <p:spPr>
            <a:xfrm>
              <a:off x="7022459" y="4382451"/>
              <a:ext cx="15121" cy="14405"/>
            </a:xfrm>
            <a:custGeom>
              <a:avLst/>
              <a:gdLst/>
              <a:ahLst/>
              <a:cxnLst/>
              <a:rect l="l" t="t" r="r" b="b"/>
              <a:pathLst>
                <a:path w="634" h="604" extrusionOk="0">
                  <a:moveTo>
                    <a:pt x="1" y="0"/>
                  </a:moveTo>
                  <a:lnTo>
                    <a:pt x="1" y="603"/>
                  </a:lnTo>
                  <a:lnTo>
                    <a:pt x="633" y="603"/>
                  </a:lnTo>
                  <a:lnTo>
                    <a:pt x="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7"/>
            <p:cNvSpPr/>
            <p:nvPr/>
          </p:nvSpPr>
          <p:spPr>
            <a:xfrm>
              <a:off x="7053369" y="4382451"/>
              <a:ext cx="15145" cy="14405"/>
            </a:xfrm>
            <a:custGeom>
              <a:avLst/>
              <a:gdLst/>
              <a:ahLst/>
              <a:cxnLst/>
              <a:rect l="l" t="t" r="r" b="b"/>
              <a:pathLst>
                <a:path w="635" h="604" extrusionOk="0">
                  <a:moveTo>
                    <a:pt x="0" y="0"/>
                  </a:moveTo>
                  <a:lnTo>
                    <a:pt x="0" y="603"/>
                  </a:lnTo>
                  <a:lnTo>
                    <a:pt x="635" y="603"/>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 name="Google Shape;1329;p67"/>
          <p:cNvGrpSpPr/>
          <p:nvPr/>
        </p:nvGrpSpPr>
        <p:grpSpPr>
          <a:xfrm>
            <a:off x="7556842" y="3978355"/>
            <a:ext cx="351764" cy="491238"/>
            <a:chOff x="7556842" y="4112755"/>
            <a:chExt cx="351764" cy="491238"/>
          </a:xfrm>
        </p:grpSpPr>
        <p:sp>
          <p:nvSpPr>
            <p:cNvPr id="1330" name="Google Shape;1330;p67"/>
            <p:cNvSpPr/>
            <p:nvPr/>
          </p:nvSpPr>
          <p:spPr>
            <a:xfrm>
              <a:off x="7556842" y="4112755"/>
              <a:ext cx="351764" cy="491238"/>
            </a:xfrm>
            <a:custGeom>
              <a:avLst/>
              <a:gdLst/>
              <a:ahLst/>
              <a:cxnLst/>
              <a:rect l="l" t="t" r="r" b="b"/>
              <a:pathLst>
                <a:path w="14749" h="20597" extrusionOk="0">
                  <a:moveTo>
                    <a:pt x="6092" y="604"/>
                  </a:moveTo>
                  <a:lnTo>
                    <a:pt x="6092" y="1296"/>
                  </a:lnTo>
                  <a:lnTo>
                    <a:pt x="4765" y="1296"/>
                  </a:lnTo>
                  <a:lnTo>
                    <a:pt x="4765" y="604"/>
                  </a:lnTo>
                  <a:close/>
                  <a:moveTo>
                    <a:pt x="7057" y="1899"/>
                  </a:moveTo>
                  <a:lnTo>
                    <a:pt x="7057" y="2563"/>
                  </a:lnTo>
                  <a:lnTo>
                    <a:pt x="3800" y="2563"/>
                  </a:lnTo>
                  <a:lnTo>
                    <a:pt x="3800" y="1899"/>
                  </a:lnTo>
                  <a:close/>
                  <a:moveTo>
                    <a:pt x="7057" y="3166"/>
                  </a:moveTo>
                  <a:lnTo>
                    <a:pt x="7057" y="3861"/>
                  </a:lnTo>
                  <a:lnTo>
                    <a:pt x="3800" y="3861"/>
                  </a:lnTo>
                  <a:lnTo>
                    <a:pt x="3800" y="3166"/>
                  </a:lnTo>
                  <a:close/>
                  <a:moveTo>
                    <a:pt x="7238" y="4464"/>
                  </a:moveTo>
                  <a:lnTo>
                    <a:pt x="8657" y="6152"/>
                  </a:lnTo>
                  <a:lnTo>
                    <a:pt x="2263" y="6152"/>
                  </a:lnTo>
                  <a:lnTo>
                    <a:pt x="3679" y="4464"/>
                  </a:lnTo>
                  <a:close/>
                  <a:moveTo>
                    <a:pt x="8987" y="6756"/>
                  </a:moveTo>
                  <a:lnTo>
                    <a:pt x="8987" y="7448"/>
                  </a:lnTo>
                  <a:lnTo>
                    <a:pt x="1870" y="7448"/>
                  </a:lnTo>
                  <a:lnTo>
                    <a:pt x="1870" y="6756"/>
                  </a:lnTo>
                  <a:close/>
                  <a:moveTo>
                    <a:pt x="14145" y="14806"/>
                  </a:moveTo>
                  <a:lnTo>
                    <a:pt x="14145" y="15470"/>
                  </a:lnTo>
                  <a:lnTo>
                    <a:pt x="7028" y="15470"/>
                  </a:lnTo>
                  <a:lnTo>
                    <a:pt x="7028" y="14806"/>
                  </a:lnTo>
                  <a:close/>
                  <a:moveTo>
                    <a:pt x="1267" y="8686"/>
                  </a:moveTo>
                  <a:lnTo>
                    <a:pt x="1267" y="18063"/>
                  </a:lnTo>
                  <a:lnTo>
                    <a:pt x="965" y="18063"/>
                  </a:lnTo>
                  <a:cubicBezTo>
                    <a:pt x="755" y="18063"/>
                    <a:pt x="603" y="17914"/>
                    <a:pt x="603" y="17701"/>
                  </a:cubicBezTo>
                  <a:lnTo>
                    <a:pt x="603" y="9016"/>
                  </a:lnTo>
                  <a:cubicBezTo>
                    <a:pt x="603" y="8806"/>
                    <a:pt x="755" y="8686"/>
                    <a:pt x="965" y="8686"/>
                  </a:cubicBezTo>
                  <a:close/>
                  <a:moveTo>
                    <a:pt x="14145" y="16073"/>
                  </a:moveTo>
                  <a:lnTo>
                    <a:pt x="14145" y="18999"/>
                  </a:lnTo>
                  <a:cubicBezTo>
                    <a:pt x="14145" y="19542"/>
                    <a:pt x="13723" y="19993"/>
                    <a:pt x="13180" y="19993"/>
                  </a:cubicBezTo>
                  <a:lnTo>
                    <a:pt x="8022" y="19993"/>
                  </a:lnTo>
                  <a:cubicBezTo>
                    <a:pt x="7479" y="19993"/>
                    <a:pt x="7028" y="19542"/>
                    <a:pt x="7028" y="18999"/>
                  </a:cubicBezTo>
                  <a:lnTo>
                    <a:pt x="7028" y="16073"/>
                  </a:lnTo>
                  <a:close/>
                  <a:moveTo>
                    <a:pt x="4162" y="0"/>
                  </a:moveTo>
                  <a:lnTo>
                    <a:pt x="4162" y="1296"/>
                  </a:lnTo>
                  <a:lnTo>
                    <a:pt x="3197" y="1296"/>
                  </a:lnTo>
                  <a:lnTo>
                    <a:pt x="3197" y="4041"/>
                  </a:lnTo>
                  <a:lnTo>
                    <a:pt x="1267" y="6333"/>
                  </a:lnTo>
                  <a:lnTo>
                    <a:pt x="1267" y="8082"/>
                  </a:lnTo>
                  <a:lnTo>
                    <a:pt x="965" y="8082"/>
                  </a:lnTo>
                  <a:cubicBezTo>
                    <a:pt x="423" y="8082"/>
                    <a:pt x="0" y="8473"/>
                    <a:pt x="0" y="9016"/>
                  </a:cubicBezTo>
                  <a:lnTo>
                    <a:pt x="0" y="17701"/>
                  </a:lnTo>
                  <a:cubicBezTo>
                    <a:pt x="0" y="18244"/>
                    <a:pt x="423" y="18666"/>
                    <a:pt x="965" y="18666"/>
                  </a:cubicBezTo>
                  <a:lnTo>
                    <a:pt x="1267" y="18666"/>
                  </a:lnTo>
                  <a:lnTo>
                    <a:pt x="1267" y="20596"/>
                  </a:lnTo>
                  <a:lnTo>
                    <a:pt x="6092" y="20596"/>
                  </a:lnTo>
                  <a:lnTo>
                    <a:pt x="6092" y="19993"/>
                  </a:lnTo>
                  <a:lnTo>
                    <a:pt x="1870" y="19993"/>
                  </a:lnTo>
                  <a:lnTo>
                    <a:pt x="1870" y="19301"/>
                  </a:lnTo>
                  <a:lnTo>
                    <a:pt x="6485" y="19301"/>
                  </a:lnTo>
                  <a:cubicBezTo>
                    <a:pt x="6606" y="20025"/>
                    <a:pt x="7269" y="20596"/>
                    <a:pt x="8022" y="20596"/>
                  </a:cubicBezTo>
                  <a:lnTo>
                    <a:pt x="13180" y="20596"/>
                  </a:lnTo>
                  <a:cubicBezTo>
                    <a:pt x="14053" y="20596"/>
                    <a:pt x="14748" y="19873"/>
                    <a:pt x="14748" y="18999"/>
                  </a:cubicBezTo>
                  <a:lnTo>
                    <a:pt x="14748" y="14203"/>
                  </a:lnTo>
                  <a:lnTo>
                    <a:pt x="8324" y="14203"/>
                  </a:lnTo>
                  <a:lnTo>
                    <a:pt x="8324" y="9016"/>
                  </a:lnTo>
                  <a:lnTo>
                    <a:pt x="7720" y="9016"/>
                  </a:lnTo>
                  <a:lnTo>
                    <a:pt x="7720" y="14203"/>
                  </a:lnTo>
                  <a:lnTo>
                    <a:pt x="6425" y="14203"/>
                  </a:lnTo>
                  <a:lnTo>
                    <a:pt x="6425" y="18698"/>
                  </a:lnTo>
                  <a:lnTo>
                    <a:pt x="1870" y="18698"/>
                  </a:lnTo>
                  <a:lnTo>
                    <a:pt x="1870" y="8051"/>
                  </a:lnTo>
                  <a:lnTo>
                    <a:pt x="8987" y="8051"/>
                  </a:lnTo>
                  <a:lnTo>
                    <a:pt x="8987" y="13238"/>
                  </a:lnTo>
                  <a:lnTo>
                    <a:pt x="9590" y="13238"/>
                  </a:lnTo>
                  <a:lnTo>
                    <a:pt x="9590" y="6333"/>
                  </a:lnTo>
                  <a:lnTo>
                    <a:pt x="7660" y="4041"/>
                  </a:lnTo>
                  <a:lnTo>
                    <a:pt x="7660" y="1296"/>
                  </a:lnTo>
                  <a:lnTo>
                    <a:pt x="6695" y="1296"/>
                  </a:lnTo>
                  <a:lnTo>
                    <a:pt x="669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7"/>
            <p:cNvSpPr/>
            <p:nvPr/>
          </p:nvSpPr>
          <p:spPr>
            <a:xfrm>
              <a:off x="7625888" y="4320584"/>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7"/>
            <p:cNvSpPr/>
            <p:nvPr/>
          </p:nvSpPr>
          <p:spPr>
            <a:xfrm>
              <a:off x="7625888" y="4366614"/>
              <a:ext cx="15145" cy="14405"/>
            </a:xfrm>
            <a:custGeom>
              <a:avLst/>
              <a:gdLst/>
              <a:ahLst/>
              <a:cxnLst/>
              <a:rect l="l" t="t" r="r" b="b"/>
              <a:pathLst>
                <a:path w="635" h="604" extrusionOk="0">
                  <a:moveTo>
                    <a:pt x="0" y="1"/>
                  </a:moveTo>
                  <a:lnTo>
                    <a:pt x="0" y="604"/>
                  </a:lnTo>
                  <a:lnTo>
                    <a:pt x="635" y="604"/>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7"/>
            <p:cNvSpPr/>
            <p:nvPr/>
          </p:nvSpPr>
          <p:spPr>
            <a:xfrm>
              <a:off x="7748167" y="4520542"/>
              <a:ext cx="15836" cy="14405"/>
            </a:xfrm>
            <a:custGeom>
              <a:avLst/>
              <a:gdLst/>
              <a:ahLst/>
              <a:cxnLst/>
              <a:rect l="l" t="t" r="r" b="b"/>
              <a:pathLst>
                <a:path w="664" h="604" extrusionOk="0">
                  <a:moveTo>
                    <a:pt x="0" y="0"/>
                  </a:moveTo>
                  <a:lnTo>
                    <a:pt x="0" y="603"/>
                  </a:lnTo>
                  <a:lnTo>
                    <a:pt x="664" y="603"/>
                  </a:lnTo>
                  <a:lnTo>
                    <a:pt x="6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337"/>
        <p:cNvGrpSpPr/>
        <p:nvPr/>
      </p:nvGrpSpPr>
      <p:grpSpPr>
        <a:xfrm>
          <a:off x="0" y="0"/>
          <a:ext cx="0" cy="0"/>
          <a:chOff x="0" y="0"/>
          <a:chExt cx="0" cy="0"/>
        </a:xfrm>
      </p:grpSpPr>
      <p:sp>
        <p:nvSpPr>
          <p:cNvPr id="1338" name="Google Shape;1338;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1339" name="Google Shape;1339;p68"/>
          <p:cNvSpPr txBox="1">
            <a:spLocks noGrp="1"/>
          </p:cNvSpPr>
          <p:nvPr>
            <p:ph type="subTitle" idx="1"/>
          </p:nvPr>
        </p:nvSpPr>
        <p:spPr>
          <a:xfrm>
            <a:off x="720700" y="1180400"/>
            <a:ext cx="7704000" cy="342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b="1"/>
              <a:t>Photos</a:t>
            </a:r>
            <a:endParaRPr b="1"/>
          </a:p>
          <a:p>
            <a:pPr marL="457200" lvl="0" indent="-304800" algn="l" rtl="0">
              <a:spcBef>
                <a:spcPts val="1000"/>
              </a:spcBef>
              <a:spcAft>
                <a:spcPts val="0"/>
              </a:spcAft>
              <a:buSzPts val="1200"/>
              <a:buChar char="●"/>
            </a:pPr>
            <a:r>
              <a:rPr lang="en" u="sng">
                <a:solidFill>
                  <a:schemeClr val="hlink"/>
                </a:solidFill>
                <a:hlinkClick r:id="rId3"/>
              </a:rPr>
              <a:t>High angle view of trees growing on land</a:t>
            </a:r>
            <a:endParaRPr/>
          </a:p>
          <a:p>
            <a:pPr marL="457200" lvl="0" indent="-304800" algn="l" rtl="0">
              <a:spcBef>
                <a:spcPts val="0"/>
              </a:spcBef>
              <a:spcAft>
                <a:spcPts val="0"/>
              </a:spcAft>
              <a:buSzPts val="1200"/>
              <a:buChar char="●"/>
            </a:pPr>
            <a:r>
              <a:rPr lang="en" u="sng">
                <a:solidFill>
                  <a:schemeClr val="hlink"/>
                </a:solidFill>
                <a:hlinkClick r:id="rId4"/>
              </a:rPr>
              <a:t>Full frame show of green coniferous trees</a:t>
            </a:r>
            <a:endParaRPr/>
          </a:p>
          <a:p>
            <a:pPr marL="457200" lvl="0" indent="-304800" algn="l" rtl="0">
              <a:spcBef>
                <a:spcPts val="0"/>
              </a:spcBef>
              <a:spcAft>
                <a:spcPts val="0"/>
              </a:spcAft>
              <a:buSzPts val="1200"/>
              <a:buChar char="●"/>
            </a:pPr>
            <a:r>
              <a:rPr lang="en" u="sng">
                <a:solidFill>
                  <a:schemeClr val="hlink"/>
                </a:solidFill>
                <a:hlinkClick r:id="rId5"/>
              </a:rPr>
              <a:t>Elevated view of trees on rocky mountain</a:t>
            </a:r>
            <a:endParaRPr u="sng"/>
          </a:p>
          <a:p>
            <a:pPr marL="457200" lvl="0" indent="-304800" algn="l" rtl="0">
              <a:spcBef>
                <a:spcPts val="0"/>
              </a:spcBef>
              <a:spcAft>
                <a:spcPts val="0"/>
              </a:spcAft>
              <a:buSzPts val="1200"/>
              <a:buChar char="●"/>
            </a:pPr>
            <a:r>
              <a:rPr lang="en" u="sng">
                <a:solidFill>
                  <a:schemeClr val="hlink"/>
                </a:solidFill>
                <a:hlinkClick r:id="rId6"/>
              </a:rPr>
              <a:t>Rural round surrounded by green tropical trees</a:t>
            </a:r>
            <a:endParaRPr/>
          </a:p>
          <a:p>
            <a:pPr marL="457200" lvl="0" indent="-304800" algn="l" rtl="0">
              <a:spcBef>
                <a:spcPts val="0"/>
              </a:spcBef>
              <a:spcAft>
                <a:spcPts val="0"/>
              </a:spcAft>
              <a:buSzPts val="1200"/>
              <a:buChar char="●"/>
            </a:pPr>
            <a:r>
              <a:rPr lang="en" u="sng">
                <a:solidFill>
                  <a:schemeClr val="hlink"/>
                </a:solidFill>
                <a:hlinkClick r:id="rId7"/>
              </a:rPr>
              <a:t>Elevated view of dirt road in dense forest</a:t>
            </a:r>
            <a:endParaRPr/>
          </a:p>
          <a:p>
            <a:pPr marL="457200" lvl="0" indent="-304800" algn="l" rtl="0">
              <a:spcBef>
                <a:spcPts val="0"/>
              </a:spcBef>
              <a:spcAft>
                <a:spcPts val="0"/>
              </a:spcAft>
              <a:buSzPts val="1200"/>
              <a:buChar char="●"/>
            </a:pPr>
            <a:r>
              <a:rPr lang="en" u="sng">
                <a:solidFill>
                  <a:schemeClr val="hlink"/>
                </a:solidFill>
                <a:hlinkClick r:id="rId8"/>
              </a:rPr>
              <a:t>Elevated view of winding road in forest</a:t>
            </a:r>
            <a:endParaRPr u="sng"/>
          </a:p>
          <a:p>
            <a:pPr marL="457200" lvl="0" indent="-304800" algn="l" rtl="0">
              <a:spcBef>
                <a:spcPts val="0"/>
              </a:spcBef>
              <a:spcAft>
                <a:spcPts val="0"/>
              </a:spcAft>
              <a:buSzPts val="1200"/>
              <a:buChar char="●"/>
            </a:pPr>
            <a:r>
              <a:rPr lang="en" u="sng">
                <a:solidFill>
                  <a:schemeClr val="hlink"/>
                </a:solidFill>
                <a:hlinkClick r:id="rId9"/>
              </a:rPr>
              <a:t>High angle view of winding road surrounded by green trees</a:t>
            </a:r>
            <a:endParaRPr u="sng"/>
          </a:p>
          <a:p>
            <a:pPr marL="457200" lvl="0" indent="-304800" algn="l" rtl="0">
              <a:spcBef>
                <a:spcPts val="0"/>
              </a:spcBef>
              <a:spcAft>
                <a:spcPts val="0"/>
              </a:spcAft>
              <a:buSzPts val="1200"/>
              <a:buChar char="●"/>
            </a:pPr>
            <a:r>
              <a:rPr lang="en" u="sng">
                <a:solidFill>
                  <a:schemeClr val="hlink"/>
                </a:solidFill>
                <a:hlinkClick r:id="rId10"/>
              </a:rPr>
              <a:t>Scenic view of trees growing in forest</a:t>
            </a:r>
            <a:endParaRPr u="sng"/>
          </a:p>
          <a:p>
            <a:pPr marL="457200" lvl="0" indent="-304800" algn="l" rtl="0">
              <a:spcBef>
                <a:spcPts val="0"/>
              </a:spcBef>
              <a:spcAft>
                <a:spcPts val="0"/>
              </a:spcAft>
              <a:buSzPts val="1200"/>
              <a:buChar char="●"/>
            </a:pPr>
            <a:r>
              <a:rPr lang="en" u="sng">
                <a:solidFill>
                  <a:schemeClr val="hlink"/>
                </a:solidFill>
                <a:hlinkClick r:id="rId11"/>
              </a:rPr>
              <a:t>Full frame shot of trees growing outdoors</a:t>
            </a:r>
            <a:endParaRPr u="sng"/>
          </a:p>
          <a:p>
            <a:pPr marL="457200" lvl="0" indent="-304800" algn="l" rtl="0">
              <a:spcBef>
                <a:spcPts val="0"/>
              </a:spcBef>
              <a:spcAft>
                <a:spcPts val="0"/>
              </a:spcAft>
              <a:buSzPts val="1200"/>
              <a:buChar char="●"/>
            </a:pPr>
            <a:r>
              <a:rPr lang="en" u="sng">
                <a:solidFill>
                  <a:schemeClr val="hlink"/>
                </a:solidFill>
                <a:hlinkClick r:id="rId12"/>
              </a:rPr>
              <a:t>Scenic view of trees against cloudy sky</a:t>
            </a:r>
            <a:endParaRPr u="sng"/>
          </a:p>
          <a:p>
            <a:pPr marL="457200" lvl="0" indent="-304800" algn="l" rtl="0">
              <a:spcBef>
                <a:spcPts val="0"/>
              </a:spcBef>
              <a:spcAft>
                <a:spcPts val="0"/>
              </a:spcAft>
              <a:buSzPts val="1200"/>
              <a:buChar char="●"/>
            </a:pPr>
            <a:r>
              <a:rPr lang="en" u="sng">
                <a:solidFill>
                  <a:schemeClr val="hlink"/>
                </a:solidFill>
                <a:hlinkClick r:id="rId13"/>
              </a:rPr>
              <a:t>High angle view of road in green tropical forest</a:t>
            </a:r>
            <a:endParaRPr u="sng"/>
          </a:p>
          <a:p>
            <a:pPr marL="457200" lvl="0" indent="-304800" algn="l" rtl="0">
              <a:spcBef>
                <a:spcPts val="0"/>
              </a:spcBef>
              <a:spcAft>
                <a:spcPts val="0"/>
              </a:spcAft>
              <a:buSzPts val="1200"/>
              <a:buChar char="●"/>
            </a:pPr>
            <a:r>
              <a:rPr lang="en" u="sng">
                <a:solidFill>
                  <a:schemeClr val="hlink"/>
                </a:solidFill>
                <a:hlinkClick r:id="rId14"/>
              </a:rPr>
              <a:t>Elevated view of road and green coniferous trees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343"/>
        <p:cNvGrpSpPr/>
        <p:nvPr/>
      </p:nvGrpSpPr>
      <p:grpSpPr>
        <a:xfrm>
          <a:off x="0" y="0"/>
          <a:ext cx="0" cy="0"/>
          <a:chOff x="0" y="0"/>
          <a:chExt cx="0" cy="0"/>
        </a:xfrm>
      </p:grpSpPr>
      <p:sp>
        <p:nvSpPr>
          <p:cNvPr id="1344" name="Google Shape;1344;p69"/>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a:solidFill>
                  <a:schemeClr val="dk1"/>
                </a:solidFill>
              </a:rPr>
              <a:t>Did you like the resources on this template? Get them for free at our other websites:</a:t>
            </a:r>
            <a:endParaRPr>
              <a:solidFill>
                <a:schemeClr val="dk1"/>
              </a:solidFill>
            </a:endParaRPr>
          </a:p>
          <a:p>
            <a:pPr marL="0" lvl="0" indent="0" algn="l" rtl="0">
              <a:spcBef>
                <a:spcPts val="1000"/>
              </a:spcBef>
              <a:spcAft>
                <a:spcPts val="0"/>
              </a:spcAft>
              <a:buNone/>
            </a:pPr>
            <a:r>
              <a:rPr lang="en" b="1"/>
              <a:t>Icons</a:t>
            </a:r>
            <a:endParaRPr b="1"/>
          </a:p>
          <a:p>
            <a:pPr marL="457200" lvl="0" indent="-304800" algn="l" rtl="0">
              <a:spcBef>
                <a:spcPts val="1000"/>
              </a:spcBef>
              <a:spcAft>
                <a:spcPts val="0"/>
              </a:spcAft>
              <a:buSzPts val="1200"/>
              <a:buFont typeface="Albert Sans Light"/>
              <a:buChar char="●"/>
            </a:pPr>
            <a:r>
              <a:rPr lang="en" u="sng">
                <a:solidFill>
                  <a:schemeClr val="hlink"/>
                </a:solidFill>
                <a:hlinkClick r:id="rId3"/>
              </a:rPr>
              <a:t>Adventure Icon Pack | Lineal</a:t>
            </a:r>
            <a:endParaRPr/>
          </a:p>
          <a:p>
            <a:pPr marL="0" lvl="0" indent="0" algn="l" rtl="0">
              <a:spcBef>
                <a:spcPts val="1000"/>
              </a:spcBef>
              <a:spcAft>
                <a:spcPts val="0"/>
              </a:spcAft>
              <a:buNone/>
            </a:pPr>
            <a:r>
              <a:rPr lang="en" b="1"/>
              <a:t>Photos</a:t>
            </a:r>
            <a:endParaRPr b="1">
              <a:solidFill>
                <a:schemeClr val="dk1"/>
              </a:solidFill>
            </a:endParaRPr>
          </a:p>
          <a:p>
            <a:pPr marL="457200" lvl="0" indent="-304800" algn="l" rtl="0">
              <a:spcBef>
                <a:spcPts val="1000"/>
              </a:spcBef>
              <a:spcAft>
                <a:spcPts val="0"/>
              </a:spcAft>
              <a:buSzPts val="1200"/>
              <a:buChar char="●"/>
            </a:pPr>
            <a:r>
              <a:rPr lang="en" u="sng">
                <a:solidFill>
                  <a:schemeClr val="hlink"/>
                </a:solidFill>
                <a:hlinkClick r:id="rId4"/>
              </a:rPr>
              <a:t>Close up on park ranger in woods</a:t>
            </a:r>
            <a:endParaRPr/>
          </a:p>
          <a:p>
            <a:pPr marL="457200" lvl="0" indent="-304800" algn="l" rtl="0">
              <a:spcBef>
                <a:spcPts val="0"/>
              </a:spcBef>
              <a:spcAft>
                <a:spcPts val="0"/>
              </a:spcAft>
              <a:buSzPts val="1200"/>
              <a:buChar char="●"/>
            </a:pPr>
            <a:r>
              <a:rPr lang="en" u="sng">
                <a:solidFill>
                  <a:schemeClr val="hlink"/>
                </a:solidFill>
                <a:hlinkClick r:id="rId5"/>
              </a:rPr>
              <a:t>Free photo side view smiley peasant woman outdoors</a:t>
            </a:r>
            <a:endParaRPr u="sng"/>
          </a:p>
          <a:p>
            <a:pPr marL="457200" lvl="0" indent="-304800" algn="l" rtl="0">
              <a:spcBef>
                <a:spcPts val="0"/>
              </a:spcBef>
              <a:spcAft>
                <a:spcPts val="0"/>
              </a:spcAft>
              <a:buSzPts val="1200"/>
              <a:buChar char="●"/>
            </a:pPr>
            <a:r>
              <a:rPr lang="en" u="sng">
                <a:solidFill>
                  <a:schemeClr val="hlink"/>
                </a:solidFill>
                <a:hlinkClick r:id="rId6"/>
              </a:rPr>
              <a:t>Dog walking on dirt road in forest</a:t>
            </a:r>
            <a:endParaRPr u="sng"/>
          </a:p>
          <a:p>
            <a:pPr marL="457200" lvl="0" indent="-304800" algn="l" rtl="0">
              <a:spcBef>
                <a:spcPts val="0"/>
              </a:spcBef>
              <a:spcAft>
                <a:spcPts val="0"/>
              </a:spcAft>
              <a:buSzPts val="1200"/>
              <a:buChar char="●"/>
            </a:pPr>
            <a:r>
              <a:rPr lang="en" u="sng">
                <a:solidFill>
                  <a:schemeClr val="hlink"/>
                </a:solidFill>
                <a:hlinkClick r:id="rId7"/>
              </a:rPr>
              <a:t>Elevated view of coniferous forest</a:t>
            </a:r>
            <a:endParaRPr u="sng"/>
          </a:p>
          <a:p>
            <a:pPr marL="457200" lvl="0" indent="-304800" algn="l" rtl="0">
              <a:spcBef>
                <a:spcPts val="0"/>
              </a:spcBef>
              <a:spcAft>
                <a:spcPts val="0"/>
              </a:spcAft>
              <a:buSzPts val="1200"/>
              <a:buChar char="●"/>
            </a:pPr>
            <a:r>
              <a:rPr lang="en" u="sng">
                <a:solidFill>
                  <a:schemeClr val="hlink"/>
                </a:solidFill>
                <a:hlinkClick r:id="rId8"/>
              </a:rPr>
              <a:t>High angle view of green trees growing in forest</a:t>
            </a:r>
            <a:endParaRPr u="sng"/>
          </a:p>
          <a:p>
            <a:pPr marL="457200" lvl="0" indent="-304800" algn="l" rtl="0">
              <a:spcBef>
                <a:spcPts val="0"/>
              </a:spcBef>
              <a:spcAft>
                <a:spcPts val="0"/>
              </a:spcAft>
              <a:buSzPts val="1200"/>
              <a:buChar char="●"/>
            </a:pPr>
            <a:r>
              <a:rPr lang="en" u="sng">
                <a:solidFill>
                  <a:schemeClr val="hlink"/>
                </a:solidFill>
                <a:hlinkClick r:id="rId9"/>
              </a:rPr>
              <a:t>Elevated view of trees growing on land</a:t>
            </a:r>
            <a:endParaRPr u="sng"/>
          </a:p>
          <a:p>
            <a:pPr marL="457200" lvl="0" indent="-304800" algn="l" rtl="0">
              <a:spcBef>
                <a:spcPts val="0"/>
              </a:spcBef>
              <a:spcAft>
                <a:spcPts val="0"/>
              </a:spcAft>
              <a:buSzPts val="1200"/>
              <a:buChar char="●"/>
            </a:pPr>
            <a:r>
              <a:rPr lang="en" u="sng">
                <a:solidFill>
                  <a:schemeClr val="hlink"/>
                </a:solidFill>
                <a:hlinkClick r:id="rId10"/>
              </a:rPr>
              <a:t>High angle view of tropical trees growing in forest</a:t>
            </a:r>
            <a:endParaRPr u="sng"/>
          </a:p>
          <a:p>
            <a:pPr marL="457200" lvl="0" indent="-304800" algn="l" rtl="0">
              <a:spcBef>
                <a:spcPts val="0"/>
              </a:spcBef>
              <a:spcAft>
                <a:spcPts val="0"/>
              </a:spcAft>
              <a:buSzPts val="1200"/>
              <a:buChar char="●"/>
            </a:pPr>
            <a:r>
              <a:rPr lang="en" u="sng">
                <a:solidFill>
                  <a:schemeClr val="hlink"/>
                </a:solidFill>
                <a:hlinkClick r:id="rId11"/>
              </a:rPr>
              <a:t>Full frame shot of green trees growing in forest</a:t>
            </a:r>
            <a:endParaRPr u="sng"/>
          </a:p>
          <a:p>
            <a:pPr marL="457200" lvl="0" indent="-304800" algn="l" rtl="0">
              <a:spcBef>
                <a:spcPts val="0"/>
              </a:spcBef>
              <a:spcAft>
                <a:spcPts val="0"/>
              </a:spcAft>
              <a:buSzPts val="1200"/>
              <a:buChar char="●"/>
            </a:pPr>
            <a:r>
              <a:rPr lang="en" u="sng">
                <a:solidFill>
                  <a:schemeClr val="hlink"/>
                </a:solidFill>
                <a:hlinkClick r:id="rId12"/>
              </a:rPr>
              <a:t>Elevated view of forest and mountain</a:t>
            </a:r>
            <a:endParaRPr u="sng"/>
          </a:p>
          <a:p>
            <a:pPr marL="457200" lvl="0" indent="-304800" algn="l" rtl="0">
              <a:spcBef>
                <a:spcPts val="0"/>
              </a:spcBef>
              <a:spcAft>
                <a:spcPts val="0"/>
              </a:spcAft>
              <a:buSzPts val="1200"/>
              <a:buChar char="●"/>
            </a:pPr>
            <a:r>
              <a:rPr lang="en" u="sng">
                <a:solidFill>
                  <a:schemeClr val="hlink"/>
                </a:solidFill>
                <a:hlinkClick r:id="rId13"/>
              </a:rPr>
              <a:t>Ferns growing in dense forest</a:t>
            </a:r>
            <a:endParaRPr u="sng"/>
          </a:p>
          <a:p>
            <a:pPr marL="457200" lvl="0" indent="-304800" algn="l" rtl="0">
              <a:spcBef>
                <a:spcPts val="0"/>
              </a:spcBef>
              <a:spcAft>
                <a:spcPts val="0"/>
              </a:spcAft>
              <a:buSzPts val="1200"/>
              <a:buChar char="●"/>
            </a:pPr>
            <a:r>
              <a:rPr lang="en" u="sng">
                <a:solidFill>
                  <a:schemeClr val="hlink"/>
                </a:solidFill>
                <a:hlinkClick r:id="rId14"/>
              </a:rPr>
              <a:t>Elevated view of ferns growing in tropical forest</a:t>
            </a:r>
            <a:endParaRPr>
              <a:solidFill>
                <a:schemeClr val="dk1"/>
              </a:solidFill>
            </a:endParaRPr>
          </a:p>
        </p:txBody>
      </p:sp>
      <p:sp>
        <p:nvSpPr>
          <p:cNvPr id="1345" name="Google Shape;1345;p6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9"/>
        <p:cNvGrpSpPr/>
        <p:nvPr/>
      </p:nvGrpSpPr>
      <p:grpSpPr>
        <a:xfrm>
          <a:off x="0" y="0"/>
          <a:ext cx="0" cy="0"/>
          <a:chOff x="0" y="0"/>
          <a:chExt cx="0" cy="0"/>
        </a:xfrm>
      </p:grpSpPr>
      <p:sp>
        <p:nvSpPr>
          <p:cNvPr id="1350" name="Google Shape;1350;p70"/>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351" name="Google Shape;1351;p70"/>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55"/>
        <p:cNvGrpSpPr/>
        <p:nvPr/>
      </p:nvGrpSpPr>
      <p:grpSpPr>
        <a:xfrm>
          <a:off x="0" y="0"/>
          <a:ext cx="0" cy="0"/>
          <a:chOff x="0" y="0"/>
          <a:chExt cx="0" cy="0"/>
        </a:xfrm>
      </p:grpSpPr>
      <p:sp>
        <p:nvSpPr>
          <p:cNvPr id="1356" name="Google Shape;1356;p71"/>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357" name="Google Shape;1357;p7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61"/>
        <p:cNvGrpSpPr/>
        <p:nvPr/>
      </p:nvGrpSpPr>
      <p:grpSpPr>
        <a:xfrm>
          <a:off x="0" y="0"/>
          <a:ext cx="0" cy="0"/>
          <a:chOff x="0" y="0"/>
          <a:chExt cx="0" cy="0"/>
        </a:xfrm>
      </p:grpSpPr>
      <p:sp>
        <p:nvSpPr>
          <p:cNvPr id="1362" name="Google Shape;1362;p72"/>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Corben</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https://fonts.google.com/specimen/Corben</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Albert Sans</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val="tx"/>
                    </a:ext>
                  </a:extLst>
                </a:hlinkClick>
              </a:rPr>
              <a:t>https://fonts.google.com/specimen/Albert+Sans</a:t>
            </a:r>
            <a:r>
              <a:rPr lang="en" sz="1100">
                <a:solidFill>
                  <a:schemeClr val="lt1"/>
                </a:solidFill>
              </a:rPr>
              <a:t>)</a:t>
            </a:r>
            <a:endParaRPr sz="1100">
              <a:solidFill>
                <a:schemeClr val="lt1"/>
              </a:solidFill>
            </a:endParaRPr>
          </a:p>
        </p:txBody>
      </p:sp>
      <p:sp>
        <p:nvSpPr>
          <p:cNvPr id="1363" name="Google Shape;1363;p72"/>
          <p:cNvSpPr/>
          <p:nvPr/>
        </p:nvSpPr>
        <p:spPr>
          <a:xfrm>
            <a:off x="3114475" y="294780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72"/>
          <p:cNvSpPr/>
          <p:nvPr/>
        </p:nvSpPr>
        <p:spPr>
          <a:xfrm>
            <a:off x="4176295" y="2947800"/>
            <a:ext cx="791400" cy="754200"/>
          </a:xfrm>
          <a:prstGeom prst="roundRect">
            <a:avLst>
              <a:gd name="adj" fmla="val 16667"/>
            </a:avLst>
          </a:prstGeom>
          <a:solidFill>
            <a:srgbClr val="14171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72"/>
          <p:cNvSpPr/>
          <p:nvPr/>
        </p:nvSpPr>
        <p:spPr>
          <a:xfrm>
            <a:off x="5238114" y="2947800"/>
            <a:ext cx="791400" cy="754200"/>
          </a:xfrm>
          <a:prstGeom prst="roundRect">
            <a:avLst>
              <a:gd name="adj" fmla="val 16667"/>
            </a:avLst>
          </a:prstGeom>
          <a:solidFill>
            <a:srgbClr val="20251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2"/>
          <p:cNvSpPr txBox="1"/>
          <p:nvPr/>
        </p:nvSpPr>
        <p:spPr>
          <a:xfrm>
            <a:off x="3114475"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367" name="Google Shape;1367;p72"/>
          <p:cNvSpPr txBox="1"/>
          <p:nvPr/>
        </p:nvSpPr>
        <p:spPr>
          <a:xfrm>
            <a:off x="4176300"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#141712</a:t>
            </a:r>
            <a:endParaRPr sz="1000">
              <a:solidFill>
                <a:srgbClr val="FFFFFF"/>
              </a:solidFill>
            </a:endParaRPr>
          </a:p>
        </p:txBody>
      </p:sp>
      <p:sp>
        <p:nvSpPr>
          <p:cNvPr id="1368" name="Google Shape;1368;p72"/>
          <p:cNvSpPr txBox="1"/>
          <p:nvPr/>
        </p:nvSpPr>
        <p:spPr>
          <a:xfrm>
            <a:off x="5238125"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#20251e</a:t>
            </a:r>
            <a:endParaRPr sz="1000">
              <a:solidFill>
                <a:srgbClr val="FFFFFF"/>
              </a:solidFill>
            </a:endParaRPr>
          </a:p>
        </p:txBody>
      </p:sp>
      <p:sp>
        <p:nvSpPr>
          <p:cNvPr id="1369" name="Google Shape;1369;p72"/>
          <p:cNvSpPr/>
          <p:nvPr/>
        </p:nvSpPr>
        <p:spPr>
          <a:xfrm>
            <a:off x="3114475" y="3878900"/>
            <a:ext cx="791400" cy="754200"/>
          </a:xfrm>
          <a:prstGeom prst="roundRect">
            <a:avLst>
              <a:gd name="adj" fmla="val 16667"/>
            </a:avLst>
          </a:prstGeom>
          <a:solidFill>
            <a:srgbClr val="37382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2"/>
          <p:cNvSpPr/>
          <p:nvPr/>
        </p:nvSpPr>
        <p:spPr>
          <a:xfrm>
            <a:off x="4176295" y="3878900"/>
            <a:ext cx="791400" cy="754200"/>
          </a:xfrm>
          <a:prstGeom prst="roundRect">
            <a:avLst>
              <a:gd name="adj" fmla="val 16667"/>
            </a:avLst>
          </a:prstGeom>
          <a:solidFill>
            <a:srgbClr val="4C644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72"/>
          <p:cNvSpPr/>
          <p:nvPr/>
        </p:nvSpPr>
        <p:spPr>
          <a:xfrm>
            <a:off x="5238114" y="3878900"/>
            <a:ext cx="791400" cy="754200"/>
          </a:xfrm>
          <a:prstGeom prst="roundRect">
            <a:avLst>
              <a:gd name="adj" fmla="val 16667"/>
            </a:avLst>
          </a:prstGeom>
          <a:solidFill>
            <a:srgbClr val="7CA27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2"/>
          <p:cNvSpPr txBox="1"/>
          <p:nvPr/>
        </p:nvSpPr>
        <p:spPr>
          <a:xfrm>
            <a:off x="3114475"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#373829</a:t>
            </a:r>
            <a:endParaRPr sz="1000">
              <a:solidFill>
                <a:srgbClr val="FFFFFF"/>
              </a:solidFill>
            </a:endParaRPr>
          </a:p>
        </p:txBody>
      </p:sp>
      <p:sp>
        <p:nvSpPr>
          <p:cNvPr id="1373" name="Google Shape;1373;p72"/>
          <p:cNvSpPr txBox="1"/>
          <p:nvPr/>
        </p:nvSpPr>
        <p:spPr>
          <a:xfrm>
            <a:off x="4176300"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#4c6448</a:t>
            </a:r>
            <a:endParaRPr sz="1000">
              <a:solidFill>
                <a:srgbClr val="FFFFFF"/>
              </a:solidFill>
            </a:endParaRPr>
          </a:p>
        </p:txBody>
      </p:sp>
      <p:sp>
        <p:nvSpPr>
          <p:cNvPr id="1374" name="Google Shape;1374;p72"/>
          <p:cNvSpPr txBox="1"/>
          <p:nvPr/>
        </p:nvSpPr>
        <p:spPr>
          <a:xfrm>
            <a:off x="5238125"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#7ca276</a:t>
            </a:r>
            <a:endParaRPr sz="1000">
              <a:solidFill>
                <a:srgbClr val="FFFFFF"/>
              </a:solidFill>
            </a:endParaRPr>
          </a:p>
        </p:txBody>
      </p:sp>
      <p:sp>
        <p:nvSpPr>
          <p:cNvPr id="1375" name="Google Shape;1375;p7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79"/>
        <p:cNvGrpSpPr/>
        <p:nvPr/>
      </p:nvGrpSpPr>
      <p:grpSpPr>
        <a:xfrm>
          <a:off x="0" y="0"/>
          <a:ext cx="0" cy="0"/>
          <a:chOff x="0" y="0"/>
          <a:chExt cx="0" cy="0"/>
        </a:xfrm>
      </p:grpSpPr>
      <p:sp>
        <p:nvSpPr>
          <p:cNvPr id="1380" name="Google Shape;1380;p73"/>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381" name="Google Shape;1381;p7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382" name="Google Shape;1382;p73"/>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383" name="Google Shape;1383;p73">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384" name="Google Shape;1384;p73">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385" name="Google Shape;1385;p73">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386" name="Google Shape;1386;p73">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387" name="Google Shape;1387;p73"/>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388" name="Google Shape;1388;p73"/>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389" name="Google Shape;1389;p73"/>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390" name="Google Shape;1390;p73"/>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391" name="Google Shape;1391;p73">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95"/>
        <p:cNvGrpSpPr/>
        <p:nvPr/>
      </p:nvGrpSpPr>
      <p:grpSpPr>
        <a:xfrm>
          <a:off x="0" y="0"/>
          <a:ext cx="0" cy="0"/>
          <a:chOff x="0" y="0"/>
          <a:chExt cx="0" cy="0"/>
        </a:xfrm>
      </p:grpSpPr>
      <p:sp>
        <p:nvSpPr>
          <p:cNvPr id="1396" name="Google Shape;1396;p74"/>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397" name="Google Shape;1397;p74"/>
          <p:cNvGrpSpPr/>
          <p:nvPr/>
        </p:nvGrpSpPr>
        <p:grpSpPr>
          <a:xfrm>
            <a:off x="5117640" y="3085736"/>
            <a:ext cx="474294" cy="551291"/>
            <a:chOff x="4727025" y="1332775"/>
            <a:chExt cx="59900" cy="69625"/>
          </a:xfrm>
        </p:grpSpPr>
        <p:sp>
          <p:nvSpPr>
            <p:cNvPr id="1398" name="Google Shape;1398;p7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74"/>
          <p:cNvGrpSpPr/>
          <p:nvPr/>
        </p:nvGrpSpPr>
        <p:grpSpPr>
          <a:xfrm>
            <a:off x="5731296" y="2314340"/>
            <a:ext cx="555653" cy="557031"/>
            <a:chOff x="4820425" y="1329900"/>
            <a:chExt cx="70175" cy="70350"/>
          </a:xfrm>
        </p:grpSpPr>
        <p:sp>
          <p:nvSpPr>
            <p:cNvPr id="1401" name="Google Shape;1401;p7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 name="Google Shape;1405;p74"/>
          <p:cNvGrpSpPr/>
          <p:nvPr/>
        </p:nvGrpSpPr>
        <p:grpSpPr>
          <a:xfrm>
            <a:off x="6357664" y="2318845"/>
            <a:ext cx="582574" cy="533871"/>
            <a:chOff x="4903200" y="1331525"/>
            <a:chExt cx="73575" cy="67425"/>
          </a:xfrm>
        </p:grpSpPr>
        <p:sp>
          <p:nvSpPr>
            <p:cNvPr id="1406" name="Google Shape;1406;p7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74"/>
          <p:cNvGrpSpPr/>
          <p:nvPr/>
        </p:nvGrpSpPr>
        <p:grpSpPr>
          <a:xfrm>
            <a:off x="5717142" y="3078709"/>
            <a:ext cx="583960" cy="565345"/>
            <a:chOff x="4815575" y="1416800"/>
            <a:chExt cx="73750" cy="71400"/>
          </a:xfrm>
        </p:grpSpPr>
        <p:sp>
          <p:nvSpPr>
            <p:cNvPr id="1409" name="Google Shape;1409;p7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 name="Google Shape;1412;p74"/>
          <p:cNvGrpSpPr/>
          <p:nvPr/>
        </p:nvGrpSpPr>
        <p:grpSpPr>
          <a:xfrm>
            <a:off x="6351924" y="3108896"/>
            <a:ext cx="589898" cy="504970"/>
            <a:chOff x="4902475" y="1418875"/>
            <a:chExt cx="74500" cy="63775"/>
          </a:xfrm>
        </p:grpSpPr>
        <p:sp>
          <p:nvSpPr>
            <p:cNvPr id="1413" name="Google Shape;1413;p7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4"/>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 name="Google Shape;1415;p74"/>
          <p:cNvGrpSpPr/>
          <p:nvPr/>
        </p:nvGrpSpPr>
        <p:grpSpPr>
          <a:xfrm>
            <a:off x="5727139" y="3826000"/>
            <a:ext cx="563967" cy="567127"/>
            <a:chOff x="4818100" y="1507675"/>
            <a:chExt cx="71225" cy="71625"/>
          </a:xfrm>
        </p:grpSpPr>
        <p:sp>
          <p:nvSpPr>
            <p:cNvPr id="1416" name="Google Shape;1416;p7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7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 name="Google Shape;1420;p74"/>
          <p:cNvGrpSpPr/>
          <p:nvPr/>
        </p:nvGrpSpPr>
        <p:grpSpPr>
          <a:xfrm>
            <a:off x="5040636" y="3829461"/>
            <a:ext cx="628301" cy="588505"/>
            <a:chOff x="4721450" y="1509475"/>
            <a:chExt cx="79350" cy="74325"/>
          </a:xfrm>
        </p:grpSpPr>
        <p:sp>
          <p:nvSpPr>
            <p:cNvPr id="1421" name="Google Shape;1421;p7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7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7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 name="Google Shape;1425;p74"/>
          <p:cNvGrpSpPr/>
          <p:nvPr/>
        </p:nvGrpSpPr>
        <p:grpSpPr>
          <a:xfrm>
            <a:off x="6386170" y="3814027"/>
            <a:ext cx="557038" cy="562772"/>
            <a:chOff x="4906800" y="1507500"/>
            <a:chExt cx="70350" cy="71075"/>
          </a:xfrm>
        </p:grpSpPr>
        <p:sp>
          <p:nvSpPr>
            <p:cNvPr id="1426" name="Google Shape;1426;p7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7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7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7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74"/>
          <p:cNvGrpSpPr/>
          <p:nvPr/>
        </p:nvGrpSpPr>
        <p:grpSpPr>
          <a:xfrm>
            <a:off x="4423778" y="2340963"/>
            <a:ext cx="517934" cy="517934"/>
            <a:chOff x="3736598" y="2170606"/>
            <a:chExt cx="404889" cy="404889"/>
          </a:xfrm>
        </p:grpSpPr>
        <p:sp>
          <p:nvSpPr>
            <p:cNvPr id="1432" name="Google Shape;1432;p7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7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7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7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74"/>
          <p:cNvGrpSpPr/>
          <p:nvPr/>
        </p:nvGrpSpPr>
        <p:grpSpPr>
          <a:xfrm>
            <a:off x="3690839" y="2341061"/>
            <a:ext cx="586986" cy="517740"/>
            <a:chOff x="3161917" y="2170682"/>
            <a:chExt cx="458870" cy="404737"/>
          </a:xfrm>
        </p:grpSpPr>
        <p:sp>
          <p:nvSpPr>
            <p:cNvPr id="1437" name="Google Shape;1437;p7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7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7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 name="Google Shape;1440;p74"/>
          <p:cNvGrpSpPr/>
          <p:nvPr/>
        </p:nvGrpSpPr>
        <p:grpSpPr>
          <a:xfrm>
            <a:off x="3713860" y="3102400"/>
            <a:ext cx="540943" cy="517963"/>
            <a:chOff x="3179914" y="2889488"/>
            <a:chExt cx="422876" cy="404911"/>
          </a:xfrm>
        </p:grpSpPr>
        <p:sp>
          <p:nvSpPr>
            <p:cNvPr id="1441" name="Google Shape;1441;p7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7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7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7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7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7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 name="Google Shape;1447;p74"/>
          <p:cNvGrpSpPr/>
          <p:nvPr/>
        </p:nvGrpSpPr>
        <p:grpSpPr>
          <a:xfrm>
            <a:off x="4414654" y="3102358"/>
            <a:ext cx="536180" cy="518047"/>
            <a:chOff x="3729467" y="2889422"/>
            <a:chExt cx="419153" cy="404977"/>
          </a:xfrm>
        </p:grpSpPr>
        <p:sp>
          <p:nvSpPr>
            <p:cNvPr id="1448" name="Google Shape;1448;p7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7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7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7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7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7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7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 name="Google Shape;1455;p74"/>
          <p:cNvGrpSpPr/>
          <p:nvPr/>
        </p:nvGrpSpPr>
        <p:grpSpPr>
          <a:xfrm>
            <a:off x="1951688" y="3445787"/>
            <a:ext cx="965351" cy="134611"/>
            <a:chOff x="4411970" y="2962952"/>
            <a:chExt cx="706544" cy="104212"/>
          </a:xfrm>
        </p:grpSpPr>
        <p:sp>
          <p:nvSpPr>
            <p:cNvPr id="1456" name="Google Shape;1456;p7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7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7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7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 name="Google Shape;1460;p74"/>
          <p:cNvGrpSpPr/>
          <p:nvPr/>
        </p:nvGrpSpPr>
        <p:grpSpPr>
          <a:xfrm>
            <a:off x="1951688" y="3041077"/>
            <a:ext cx="960158" cy="289172"/>
            <a:chOff x="4411970" y="2726085"/>
            <a:chExt cx="643107" cy="193659"/>
          </a:xfrm>
        </p:grpSpPr>
        <p:sp>
          <p:nvSpPr>
            <p:cNvPr id="1461" name="Google Shape;1461;p7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7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 name="Google Shape;1464;p74"/>
          <p:cNvGrpSpPr/>
          <p:nvPr/>
        </p:nvGrpSpPr>
        <p:grpSpPr>
          <a:xfrm>
            <a:off x="960185" y="3295400"/>
            <a:ext cx="811503" cy="252584"/>
            <a:chOff x="4411970" y="4340222"/>
            <a:chExt cx="779467" cy="242683"/>
          </a:xfrm>
        </p:grpSpPr>
        <p:sp>
          <p:nvSpPr>
            <p:cNvPr id="1465" name="Google Shape;1465;p7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7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 name="Google Shape;1468;p74"/>
          <p:cNvGrpSpPr/>
          <p:nvPr/>
        </p:nvGrpSpPr>
        <p:grpSpPr>
          <a:xfrm>
            <a:off x="1951688" y="2709308"/>
            <a:ext cx="965160" cy="216230"/>
            <a:chOff x="4411970" y="2468674"/>
            <a:chExt cx="747317" cy="167425"/>
          </a:xfrm>
        </p:grpSpPr>
        <p:sp>
          <p:nvSpPr>
            <p:cNvPr id="1469" name="Google Shape;1469;p7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7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1" name="Google Shape;1471;p74"/>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2" name="Google Shape;1472;p74"/>
          <p:cNvGrpSpPr/>
          <p:nvPr/>
        </p:nvGrpSpPr>
        <p:grpSpPr>
          <a:xfrm>
            <a:off x="959254" y="2334687"/>
            <a:ext cx="1959041" cy="208784"/>
            <a:chOff x="6336019" y="3733725"/>
            <a:chExt cx="2566206" cy="351310"/>
          </a:xfrm>
        </p:grpSpPr>
        <p:sp>
          <p:nvSpPr>
            <p:cNvPr id="1473" name="Google Shape;1473;p74"/>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74"/>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74"/>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74"/>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 name="Google Shape;1477;p74"/>
          <p:cNvGrpSpPr/>
          <p:nvPr/>
        </p:nvGrpSpPr>
        <p:grpSpPr>
          <a:xfrm>
            <a:off x="1951688" y="3950602"/>
            <a:ext cx="946551" cy="153200"/>
            <a:chOff x="4404545" y="3301592"/>
            <a:chExt cx="782403" cy="129272"/>
          </a:xfrm>
        </p:grpSpPr>
        <p:sp>
          <p:nvSpPr>
            <p:cNvPr id="1478" name="Google Shape;1478;p7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74"/>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 name="Google Shape;1480;p74"/>
          <p:cNvGrpSpPr/>
          <p:nvPr/>
        </p:nvGrpSpPr>
        <p:grpSpPr>
          <a:xfrm>
            <a:off x="1951688" y="3695937"/>
            <a:ext cx="962257" cy="139127"/>
            <a:chOff x="4411970" y="3131459"/>
            <a:chExt cx="710520" cy="117397"/>
          </a:xfrm>
        </p:grpSpPr>
        <p:sp>
          <p:nvSpPr>
            <p:cNvPr id="1481" name="Google Shape;1481;p7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3" name="Google Shape;1483;p74"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 name="Google Shape;1484;p74"/>
          <p:cNvGrpSpPr/>
          <p:nvPr/>
        </p:nvGrpSpPr>
        <p:grpSpPr>
          <a:xfrm>
            <a:off x="951833" y="3621603"/>
            <a:ext cx="823838" cy="458988"/>
            <a:chOff x="4411970" y="1801825"/>
            <a:chExt cx="734586" cy="409262"/>
          </a:xfrm>
        </p:grpSpPr>
        <p:sp>
          <p:nvSpPr>
            <p:cNvPr id="1485" name="Google Shape;1485;p7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7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 name="Google Shape;1487;p74"/>
          <p:cNvGrpSpPr/>
          <p:nvPr/>
        </p:nvGrpSpPr>
        <p:grpSpPr>
          <a:xfrm>
            <a:off x="3056804" y="2339173"/>
            <a:ext cx="521514" cy="521514"/>
            <a:chOff x="5681300" y="2527788"/>
            <a:chExt cx="805800" cy="805800"/>
          </a:xfrm>
        </p:grpSpPr>
        <p:sp>
          <p:nvSpPr>
            <p:cNvPr id="1488" name="Google Shape;1488;p74"/>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7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 name="Google Shape;1490;p74"/>
          <p:cNvGrpSpPr/>
          <p:nvPr/>
        </p:nvGrpSpPr>
        <p:grpSpPr>
          <a:xfrm>
            <a:off x="3051044" y="3094865"/>
            <a:ext cx="533033" cy="533033"/>
            <a:chOff x="4049800" y="640400"/>
            <a:chExt cx="858900" cy="858900"/>
          </a:xfrm>
        </p:grpSpPr>
        <p:sp>
          <p:nvSpPr>
            <p:cNvPr id="1491" name="Google Shape;1491;p74"/>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74"/>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 name="Google Shape;1493;p74"/>
          <p:cNvGrpSpPr/>
          <p:nvPr/>
        </p:nvGrpSpPr>
        <p:grpSpPr>
          <a:xfrm>
            <a:off x="2976527" y="3772543"/>
            <a:ext cx="682068" cy="682068"/>
            <a:chOff x="5080188" y="927900"/>
            <a:chExt cx="961200" cy="961200"/>
          </a:xfrm>
        </p:grpSpPr>
        <p:sp>
          <p:nvSpPr>
            <p:cNvPr id="1494" name="Google Shape;1494;p74"/>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74"/>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4"/>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74"/>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7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 name="Google Shape;1502;p74"/>
          <p:cNvGrpSpPr/>
          <p:nvPr/>
        </p:nvGrpSpPr>
        <p:grpSpPr>
          <a:xfrm>
            <a:off x="4440026" y="3869234"/>
            <a:ext cx="505650" cy="504006"/>
            <a:chOff x="6039282" y="1042577"/>
            <a:chExt cx="734315" cy="731929"/>
          </a:xfrm>
        </p:grpSpPr>
        <p:sp>
          <p:nvSpPr>
            <p:cNvPr id="1503" name="Google Shape;1503;p7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7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7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7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7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7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7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7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7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7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7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7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7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7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 name="Google Shape;1524;p74"/>
          <p:cNvGrpSpPr/>
          <p:nvPr/>
        </p:nvGrpSpPr>
        <p:grpSpPr>
          <a:xfrm>
            <a:off x="5052628" y="2298862"/>
            <a:ext cx="567744" cy="602136"/>
            <a:chOff x="1825800" y="1651625"/>
            <a:chExt cx="539989" cy="571775"/>
          </a:xfrm>
        </p:grpSpPr>
        <p:sp>
          <p:nvSpPr>
            <p:cNvPr id="1525" name="Google Shape;1525;p74"/>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74"/>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4"/>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 name="Google Shape;1529;p74"/>
          <p:cNvGrpSpPr/>
          <p:nvPr/>
        </p:nvGrpSpPr>
        <p:grpSpPr>
          <a:xfrm>
            <a:off x="3727557" y="3855579"/>
            <a:ext cx="508123" cy="507955"/>
            <a:chOff x="1897577" y="2802432"/>
            <a:chExt cx="492176" cy="492014"/>
          </a:xfrm>
        </p:grpSpPr>
        <p:sp>
          <p:nvSpPr>
            <p:cNvPr id="1530" name="Google Shape;1530;p74"/>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74"/>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74"/>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74"/>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4"/>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4"/>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4"/>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4"/>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74"/>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4"/>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 name="Google Shape;1542;p74"/>
          <p:cNvGrpSpPr/>
          <p:nvPr/>
        </p:nvGrpSpPr>
        <p:grpSpPr>
          <a:xfrm>
            <a:off x="959087" y="4169123"/>
            <a:ext cx="809227" cy="200842"/>
            <a:chOff x="2013045" y="4813233"/>
            <a:chExt cx="921986" cy="228854"/>
          </a:xfrm>
        </p:grpSpPr>
        <p:sp>
          <p:nvSpPr>
            <p:cNvPr id="1543" name="Google Shape;1543;p74"/>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4"/>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 name="Google Shape;1545;p74"/>
          <p:cNvGrpSpPr/>
          <p:nvPr/>
        </p:nvGrpSpPr>
        <p:grpSpPr>
          <a:xfrm>
            <a:off x="967547" y="2656004"/>
            <a:ext cx="792421" cy="269941"/>
            <a:chOff x="1046767" y="4756633"/>
            <a:chExt cx="859646" cy="292841"/>
          </a:xfrm>
        </p:grpSpPr>
        <p:sp>
          <p:nvSpPr>
            <p:cNvPr id="1546" name="Google Shape;1546;p74"/>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74"/>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74"/>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9" name="Google Shape;1549;p74"/>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74"/>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74"/>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74"/>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3" name="Google Shape;1553;p74"/>
          <p:cNvGrpSpPr/>
          <p:nvPr/>
        </p:nvGrpSpPr>
        <p:grpSpPr>
          <a:xfrm>
            <a:off x="7103403" y="2550562"/>
            <a:ext cx="166473" cy="141497"/>
            <a:chOff x="4660325" y="1866850"/>
            <a:chExt cx="68350" cy="58100"/>
          </a:xfrm>
        </p:grpSpPr>
        <p:sp>
          <p:nvSpPr>
            <p:cNvPr id="1554" name="Google Shape;1554;p7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7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 name="Google Shape;1556;p74"/>
          <p:cNvGrpSpPr/>
          <p:nvPr/>
        </p:nvGrpSpPr>
        <p:grpSpPr>
          <a:xfrm>
            <a:off x="7412747" y="2576286"/>
            <a:ext cx="162515" cy="90049"/>
            <a:chOff x="4791775" y="1877500"/>
            <a:chExt cx="66725" cy="36975"/>
          </a:xfrm>
        </p:grpSpPr>
        <p:sp>
          <p:nvSpPr>
            <p:cNvPr id="1557" name="Google Shape;1557;p7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7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 name="Google Shape;1559;p74"/>
          <p:cNvGrpSpPr/>
          <p:nvPr/>
        </p:nvGrpSpPr>
        <p:grpSpPr>
          <a:xfrm>
            <a:off x="7734460" y="2576286"/>
            <a:ext cx="144979" cy="90049"/>
            <a:chOff x="4923925" y="1877500"/>
            <a:chExt cx="59525" cy="36975"/>
          </a:xfrm>
        </p:grpSpPr>
        <p:sp>
          <p:nvSpPr>
            <p:cNvPr id="1560" name="Google Shape;1560;p7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7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 name="Google Shape;1562;p74"/>
          <p:cNvGrpSpPr/>
          <p:nvPr/>
        </p:nvGrpSpPr>
        <p:grpSpPr>
          <a:xfrm>
            <a:off x="8028952" y="2558477"/>
            <a:ext cx="141447" cy="125667"/>
            <a:chOff x="5058450" y="1870100"/>
            <a:chExt cx="58075" cy="51600"/>
          </a:xfrm>
        </p:grpSpPr>
        <p:sp>
          <p:nvSpPr>
            <p:cNvPr id="1563" name="Google Shape;1563;p7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 name="Google Shape;1565;p74"/>
          <p:cNvGrpSpPr/>
          <p:nvPr/>
        </p:nvGrpSpPr>
        <p:grpSpPr>
          <a:xfrm>
            <a:off x="7443466" y="2980885"/>
            <a:ext cx="101077" cy="107645"/>
            <a:chOff x="4811425" y="2065025"/>
            <a:chExt cx="41500" cy="44200"/>
          </a:xfrm>
        </p:grpSpPr>
        <p:sp>
          <p:nvSpPr>
            <p:cNvPr id="1566" name="Google Shape;1566;p7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7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74"/>
          <p:cNvGrpSpPr/>
          <p:nvPr/>
        </p:nvGrpSpPr>
        <p:grpSpPr>
          <a:xfrm>
            <a:off x="7735904" y="2981098"/>
            <a:ext cx="120867" cy="107218"/>
            <a:chOff x="4929875" y="2065025"/>
            <a:chExt cx="49625" cy="44025"/>
          </a:xfrm>
        </p:grpSpPr>
        <p:sp>
          <p:nvSpPr>
            <p:cNvPr id="1569" name="Google Shape;1569;p7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 name="Google Shape;1571;p74"/>
          <p:cNvGrpSpPr/>
          <p:nvPr/>
        </p:nvGrpSpPr>
        <p:grpSpPr>
          <a:xfrm>
            <a:off x="8064572" y="2984112"/>
            <a:ext cx="70206" cy="101191"/>
            <a:chOff x="5083925" y="2066350"/>
            <a:chExt cx="28825" cy="41550"/>
          </a:xfrm>
        </p:grpSpPr>
        <p:sp>
          <p:nvSpPr>
            <p:cNvPr id="1572" name="Google Shape;1572;p7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 name="Google Shape;1574;p74"/>
          <p:cNvGrpSpPr/>
          <p:nvPr/>
        </p:nvGrpSpPr>
        <p:grpSpPr>
          <a:xfrm>
            <a:off x="7096126" y="2999759"/>
            <a:ext cx="181026" cy="69896"/>
            <a:chOff x="4659775" y="2072775"/>
            <a:chExt cx="74325" cy="28700"/>
          </a:xfrm>
        </p:grpSpPr>
        <p:sp>
          <p:nvSpPr>
            <p:cNvPr id="1575" name="Google Shape;1575;p7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 name="Google Shape;1578;p74"/>
          <p:cNvGrpSpPr/>
          <p:nvPr/>
        </p:nvGrpSpPr>
        <p:grpSpPr>
          <a:xfrm>
            <a:off x="8015982" y="2790324"/>
            <a:ext cx="167387" cy="89197"/>
            <a:chOff x="4662475" y="1976500"/>
            <a:chExt cx="68725" cy="36625"/>
          </a:xfrm>
        </p:grpSpPr>
        <p:sp>
          <p:nvSpPr>
            <p:cNvPr id="1579" name="Google Shape;1579;p7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7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7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 name="Google Shape;1582;p74"/>
          <p:cNvGrpSpPr/>
          <p:nvPr/>
        </p:nvGrpSpPr>
        <p:grpSpPr>
          <a:xfrm>
            <a:off x="7712887" y="2793764"/>
            <a:ext cx="166899" cy="82317"/>
            <a:chOff x="4920150" y="1977875"/>
            <a:chExt cx="68525" cy="33800"/>
          </a:xfrm>
        </p:grpSpPr>
        <p:sp>
          <p:nvSpPr>
            <p:cNvPr id="1583" name="Google Shape;1583;p7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7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 name="Google Shape;1586;p74"/>
          <p:cNvGrpSpPr/>
          <p:nvPr/>
        </p:nvGrpSpPr>
        <p:grpSpPr>
          <a:xfrm>
            <a:off x="7124044" y="3197682"/>
            <a:ext cx="125190" cy="127859"/>
            <a:chOff x="4676550" y="2160575"/>
            <a:chExt cx="51400" cy="52500"/>
          </a:xfrm>
        </p:grpSpPr>
        <p:sp>
          <p:nvSpPr>
            <p:cNvPr id="1587" name="Google Shape;1587;p7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 name="Google Shape;1590;p74"/>
          <p:cNvGrpSpPr/>
          <p:nvPr/>
        </p:nvGrpSpPr>
        <p:grpSpPr>
          <a:xfrm>
            <a:off x="7421302" y="3204714"/>
            <a:ext cx="145405" cy="113794"/>
            <a:chOff x="4768325" y="2163475"/>
            <a:chExt cx="59700" cy="46725"/>
          </a:xfrm>
        </p:grpSpPr>
        <p:sp>
          <p:nvSpPr>
            <p:cNvPr id="1591" name="Google Shape;1591;p7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3" name="Google Shape;1593;p74"/>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4"/>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4"/>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4"/>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4"/>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4"/>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9" name="Google Shape;1599;p74"/>
          <p:cNvGrpSpPr/>
          <p:nvPr/>
        </p:nvGrpSpPr>
        <p:grpSpPr>
          <a:xfrm>
            <a:off x="7437621" y="3459808"/>
            <a:ext cx="112768" cy="106853"/>
            <a:chOff x="4768575" y="2253950"/>
            <a:chExt cx="46300" cy="43875"/>
          </a:xfrm>
        </p:grpSpPr>
        <p:sp>
          <p:nvSpPr>
            <p:cNvPr id="1600" name="Google Shape;1600;p7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 name="Google Shape;1602;p74"/>
          <p:cNvGrpSpPr/>
          <p:nvPr/>
        </p:nvGrpSpPr>
        <p:grpSpPr>
          <a:xfrm>
            <a:off x="7737243" y="3948834"/>
            <a:ext cx="118187" cy="146246"/>
            <a:chOff x="4960900" y="2433225"/>
            <a:chExt cx="48525" cy="60050"/>
          </a:xfrm>
        </p:grpSpPr>
        <p:sp>
          <p:nvSpPr>
            <p:cNvPr id="1603" name="Google Shape;1603;p7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7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 name="Google Shape;1605;p74"/>
          <p:cNvGrpSpPr/>
          <p:nvPr/>
        </p:nvGrpSpPr>
        <p:grpSpPr>
          <a:xfrm>
            <a:off x="7425808" y="4212895"/>
            <a:ext cx="136394" cy="143810"/>
            <a:chOff x="4854075" y="2527625"/>
            <a:chExt cx="56000" cy="59050"/>
          </a:xfrm>
        </p:grpSpPr>
        <p:sp>
          <p:nvSpPr>
            <p:cNvPr id="1606" name="Google Shape;1606;p7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7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8" name="Google Shape;1608;p74"/>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4"/>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4"/>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1" name="Google Shape;1611;p74"/>
          <p:cNvGrpSpPr/>
          <p:nvPr/>
        </p:nvGrpSpPr>
        <p:grpSpPr>
          <a:xfrm>
            <a:off x="8050020" y="3676639"/>
            <a:ext cx="99312" cy="160797"/>
            <a:chOff x="5059700" y="2334775"/>
            <a:chExt cx="40775" cy="66025"/>
          </a:xfrm>
        </p:grpSpPr>
        <p:sp>
          <p:nvSpPr>
            <p:cNvPr id="1612" name="Google Shape;1612;p7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7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 name="Google Shape;1621;p74"/>
          <p:cNvGrpSpPr/>
          <p:nvPr/>
        </p:nvGrpSpPr>
        <p:grpSpPr>
          <a:xfrm>
            <a:off x="8007184" y="3941771"/>
            <a:ext cx="184984" cy="160371"/>
            <a:chOff x="5037700" y="2430325"/>
            <a:chExt cx="75950" cy="65850"/>
          </a:xfrm>
        </p:grpSpPr>
        <p:sp>
          <p:nvSpPr>
            <p:cNvPr id="1622" name="Google Shape;1622;p7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7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 name="Google Shape;1624;p74"/>
          <p:cNvGrpSpPr/>
          <p:nvPr/>
        </p:nvGrpSpPr>
        <p:grpSpPr>
          <a:xfrm>
            <a:off x="7426689" y="3708223"/>
            <a:ext cx="173014" cy="97629"/>
            <a:chOff x="4756975" y="2341800"/>
            <a:chExt cx="91975" cy="51925"/>
          </a:xfrm>
        </p:grpSpPr>
        <p:sp>
          <p:nvSpPr>
            <p:cNvPr id="1625" name="Google Shape;1625;p7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7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 name="Google Shape;1645;p74"/>
          <p:cNvGrpSpPr/>
          <p:nvPr/>
        </p:nvGrpSpPr>
        <p:grpSpPr>
          <a:xfrm>
            <a:off x="7693626" y="4196920"/>
            <a:ext cx="212497" cy="175761"/>
            <a:chOff x="4943575" y="2516350"/>
            <a:chExt cx="98675" cy="81700"/>
          </a:xfrm>
        </p:grpSpPr>
        <p:sp>
          <p:nvSpPr>
            <p:cNvPr id="1646" name="Google Shape;1646;p7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7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7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7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7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4" name="Google Shape;1724;p74"/>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4"/>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4"/>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4"/>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732"/>
        <p:cNvGrpSpPr/>
        <p:nvPr/>
      </p:nvGrpSpPr>
      <p:grpSpPr>
        <a:xfrm>
          <a:off x="0" y="0"/>
          <a:ext cx="0" cy="0"/>
          <a:chOff x="0" y="0"/>
          <a:chExt cx="0" cy="0"/>
        </a:xfrm>
      </p:grpSpPr>
      <p:grpSp>
        <p:nvGrpSpPr>
          <p:cNvPr id="1733" name="Google Shape;1733;p75"/>
          <p:cNvGrpSpPr/>
          <p:nvPr/>
        </p:nvGrpSpPr>
        <p:grpSpPr>
          <a:xfrm>
            <a:off x="6681268" y="3584496"/>
            <a:ext cx="560636" cy="516497"/>
            <a:chOff x="6652051" y="3714143"/>
            <a:chExt cx="560636" cy="516497"/>
          </a:xfrm>
        </p:grpSpPr>
        <p:grpSp>
          <p:nvGrpSpPr>
            <p:cNvPr id="1734" name="Google Shape;1734;p75"/>
            <p:cNvGrpSpPr/>
            <p:nvPr/>
          </p:nvGrpSpPr>
          <p:grpSpPr>
            <a:xfrm>
              <a:off x="6669657" y="3716715"/>
              <a:ext cx="466768" cy="464314"/>
              <a:chOff x="3139766" y="765669"/>
              <a:chExt cx="886380" cy="881888"/>
            </a:xfrm>
          </p:grpSpPr>
          <p:grpSp>
            <p:nvGrpSpPr>
              <p:cNvPr id="1735" name="Google Shape;1735;p75"/>
              <p:cNvGrpSpPr/>
              <p:nvPr/>
            </p:nvGrpSpPr>
            <p:grpSpPr>
              <a:xfrm>
                <a:off x="3139766" y="765669"/>
                <a:ext cx="886380" cy="881888"/>
                <a:chOff x="3139766" y="765669"/>
                <a:chExt cx="886380" cy="881888"/>
              </a:xfrm>
            </p:grpSpPr>
            <p:sp>
              <p:nvSpPr>
                <p:cNvPr id="1736" name="Google Shape;1736;p75"/>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5"/>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5"/>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5"/>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5"/>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5"/>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5"/>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5"/>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5"/>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5" name="Google Shape;1745;p75"/>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75"/>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5"/>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5"/>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9" name="Google Shape;1749;p75"/>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 name="Google Shape;1750;p75"/>
          <p:cNvGrpSpPr/>
          <p:nvPr/>
        </p:nvGrpSpPr>
        <p:grpSpPr>
          <a:xfrm>
            <a:off x="7679978" y="3065079"/>
            <a:ext cx="104231" cy="320340"/>
            <a:chOff x="7564426" y="3224343"/>
            <a:chExt cx="119985" cy="368801"/>
          </a:xfrm>
        </p:grpSpPr>
        <p:sp>
          <p:nvSpPr>
            <p:cNvPr id="1751" name="Google Shape;1751;p7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7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 name="Google Shape;1753;p75"/>
          <p:cNvGrpSpPr/>
          <p:nvPr/>
        </p:nvGrpSpPr>
        <p:grpSpPr>
          <a:xfrm>
            <a:off x="7379466" y="3059180"/>
            <a:ext cx="189489" cy="332132"/>
            <a:chOff x="8370831" y="3202002"/>
            <a:chExt cx="218129" cy="382376"/>
          </a:xfrm>
        </p:grpSpPr>
        <p:sp>
          <p:nvSpPr>
            <p:cNvPr id="1754" name="Google Shape;1754;p7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6" name="Google Shape;1756;p75"/>
          <p:cNvGrpSpPr/>
          <p:nvPr/>
        </p:nvGrpSpPr>
        <p:grpSpPr>
          <a:xfrm>
            <a:off x="8102855" y="3470312"/>
            <a:ext cx="309429" cy="267000"/>
            <a:chOff x="6742064" y="3750480"/>
            <a:chExt cx="399315" cy="344560"/>
          </a:xfrm>
        </p:grpSpPr>
        <p:sp>
          <p:nvSpPr>
            <p:cNvPr id="1757" name="Google Shape;1757;p7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 name="Google Shape;1759;p75"/>
          <p:cNvGrpSpPr/>
          <p:nvPr/>
        </p:nvGrpSpPr>
        <p:grpSpPr>
          <a:xfrm>
            <a:off x="7641874" y="3821360"/>
            <a:ext cx="180437" cy="281608"/>
            <a:chOff x="7248525" y="3739696"/>
            <a:chExt cx="230531" cy="359790"/>
          </a:xfrm>
        </p:grpSpPr>
        <p:sp>
          <p:nvSpPr>
            <p:cNvPr id="1760" name="Google Shape;1760;p7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2" name="Google Shape;1762;p75"/>
          <p:cNvGrpSpPr/>
          <p:nvPr/>
        </p:nvGrpSpPr>
        <p:grpSpPr>
          <a:xfrm>
            <a:off x="7887794" y="3464584"/>
            <a:ext cx="162896" cy="278710"/>
            <a:chOff x="7601242" y="3729267"/>
            <a:chExt cx="222566" cy="380803"/>
          </a:xfrm>
        </p:grpSpPr>
        <p:sp>
          <p:nvSpPr>
            <p:cNvPr id="1763" name="Google Shape;1763;p7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5" name="Google Shape;1765;p75"/>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6" name="Google Shape;1766;p75"/>
          <p:cNvGrpSpPr/>
          <p:nvPr/>
        </p:nvGrpSpPr>
        <p:grpSpPr>
          <a:xfrm>
            <a:off x="7377439" y="3465724"/>
            <a:ext cx="193543" cy="275990"/>
            <a:chOff x="8304647" y="3738687"/>
            <a:chExt cx="225076" cy="320956"/>
          </a:xfrm>
        </p:grpSpPr>
        <p:sp>
          <p:nvSpPr>
            <p:cNvPr id="1767" name="Google Shape;1767;p75"/>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0" name="Google Shape;1770;p75"/>
          <p:cNvGrpSpPr/>
          <p:nvPr/>
        </p:nvGrpSpPr>
        <p:grpSpPr>
          <a:xfrm>
            <a:off x="7649932" y="3465724"/>
            <a:ext cx="178492" cy="275990"/>
            <a:chOff x="8615101" y="3738687"/>
            <a:chExt cx="207573" cy="320956"/>
          </a:xfrm>
        </p:grpSpPr>
        <p:sp>
          <p:nvSpPr>
            <p:cNvPr id="1771" name="Google Shape;1771;p75"/>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4" name="Google Shape;1774;p75"/>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5" name="Google Shape;1775;p75"/>
          <p:cNvGrpSpPr/>
          <p:nvPr/>
        </p:nvGrpSpPr>
        <p:grpSpPr>
          <a:xfrm>
            <a:off x="7875463" y="3868385"/>
            <a:ext cx="187557" cy="187557"/>
            <a:chOff x="8565775" y="671075"/>
            <a:chExt cx="441000" cy="441000"/>
          </a:xfrm>
        </p:grpSpPr>
        <p:sp>
          <p:nvSpPr>
            <p:cNvPr id="1776" name="Google Shape;1776;p75"/>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5"/>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8" name="Google Shape;1778;p75"/>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5"/>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0" name="Google Shape;1780;p75"/>
          <p:cNvGrpSpPr/>
          <p:nvPr/>
        </p:nvGrpSpPr>
        <p:grpSpPr>
          <a:xfrm>
            <a:off x="6029935" y="2940910"/>
            <a:ext cx="587865" cy="517731"/>
            <a:chOff x="6000718" y="3070557"/>
            <a:chExt cx="587865" cy="517731"/>
          </a:xfrm>
        </p:grpSpPr>
        <p:sp>
          <p:nvSpPr>
            <p:cNvPr id="1781" name="Google Shape;1781;p75"/>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5"/>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5"/>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5"/>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5"/>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5"/>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5"/>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5"/>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5"/>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5"/>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75"/>
          <p:cNvGrpSpPr/>
          <p:nvPr/>
        </p:nvGrpSpPr>
        <p:grpSpPr>
          <a:xfrm>
            <a:off x="6044740" y="3584570"/>
            <a:ext cx="557665" cy="516387"/>
            <a:chOff x="6015523" y="3714217"/>
            <a:chExt cx="557665" cy="516387"/>
          </a:xfrm>
        </p:grpSpPr>
        <p:grpSp>
          <p:nvGrpSpPr>
            <p:cNvPr id="1792" name="Google Shape;1792;p75"/>
            <p:cNvGrpSpPr/>
            <p:nvPr/>
          </p:nvGrpSpPr>
          <p:grpSpPr>
            <a:xfrm>
              <a:off x="6036094" y="3716980"/>
              <a:ext cx="529822" cy="510480"/>
              <a:chOff x="3148311" y="-545634"/>
              <a:chExt cx="1006118" cy="969572"/>
            </a:xfrm>
          </p:grpSpPr>
          <p:sp>
            <p:nvSpPr>
              <p:cNvPr id="1793" name="Google Shape;1793;p75"/>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5"/>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5"/>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5"/>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5"/>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5"/>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5"/>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5"/>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5"/>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75"/>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3" name="Google Shape;1803;p75"/>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 name="Google Shape;1804;p75"/>
          <p:cNvGrpSpPr/>
          <p:nvPr/>
        </p:nvGrpSpPr>
        <p:grpSpPr>
          <a:xfrm>
            <a:off x="6673522" y="2943981"/>
            <a:ext cx="576302" cy="511871"/>
            <a:chOff x="6644304" y="3073628"/>
            <a:chExt cx="576302" cy="511871"/>
          </a:xfrm>
        </p:grpSpPr>
        <p:grpSp>
          <p:nvGrpSpPr>
            <p:cNvPr id="1805" name="Google Shape;1805;p75"/>
            <p:cNvGrpSpPr/>
            <p:nvPr/>
          </p:nvGrpSpPr>
          <p:grpSpPr>
            <a:xfrm>
              <a:off x="6712169" y="3073651"/>
              <a:ext cx="481611" cy="506713"/>
              <a:chOff x="1833536" y="-546641"/>
              <a:chExt cx="914567" cy="962419"/>
            </a:xfrm>
          </p:grpSpPr>
          <p:grpSp>
            <p:nvGrpSpPr>
              <p:cNvPr id="1806" name="Google Shape;1806;p75"/>
              <p:cNvGrpSpPr/>
              <p:nvPr/>
            </p:nvGrpSpPr>
            <p:grpSpPr>
              <a:xfrm>
                <a:off x="1833536" y="-524249"/>
                <a:ext cx="914567" cy="940027"/>
                <a:chOff x="1833536" y="-524249"/>
                <a:chExt cx="914567" cy="940027"/>
              </a:xfrm>
            </p:grpSpPr>
            <p:sp>
              <p:nvSpPr>
                <p:cNvPr id="1807" name="Google Shape;1807;p75"/>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5"/>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75"/>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75"/>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75"/>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2" name="Google Shape;1812;p75"/>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5"/>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5"/>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5"/>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6" name="Google Shape;1816;p7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75"/>
          <p:cNvGrpSpPr/>
          <p:nvPr/>
        </p:nvGrpSpPr>
        <p:grpSpPr>
          <a:xfrm>
            <a:off x="752796" y="2869970"/>
            <a:ext cx="2622876" cy="1333540"/>
            <a:chOff x="238125" y="1038125"/>
            <a:chExt cx="7146800" cy="3633625"/>
          </a:xfrm>
        </p:grpSpPr>
        <p:sp>
          <p:nvSpPr>
            <p:cNvPr id="1818" name="Google Shape;1818;p7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7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7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7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0" name="Google Shape;3390;p75"/>
          <p:cNvGrpSpPr/>
          <p:nvPr/>
        </p:nvGrpSpPr>
        <p:grpSpPr>
          <a:xfrm>
            <a:off x="5938558" y="1033351"/>
            <a:ext cx="2435960" cy="1297725"/>
            <a:chOff x="233350" y="949250"/>
            <a:chExt cx="7137300" cy="3802300"/>
          </a:xfrm>
        </p:grpSpPr>
        <p:sp>
          <p:nvSpPr>
            <p:cNvPr id="3391" name="Google Shape;3391;p7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2" name="Google Shape;3442;p75"/>
          <p:cNvGrpSpPr/>
          <p:nvPr/>
        </p:nvGrpSpPr>
        <p:grpSpPr>
          <a:xfrm>
            <a:off x="731715" y="995041"/>
            <a:ext cx="2665073" cy="1317140"/>
            <a:chOff x="793334" y="1192826"/>
            <a:chExt cx="2665073" cy="1317140"/>
          </a:xfrm>
        </p:grpSpPr>
        <p:sp>
          <p:nvSpPr>
            <p:cNvPr id="3443" name="Google Shape;3443;p75"/>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5"/>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5"/>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5"/>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5"/>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5"/>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5"/>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5"/>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5"/>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5"/>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5"/>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5"/>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5"/>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5"/>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5"/>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5"/>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5"/>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5"/>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5"/>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5"/>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5"/>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5"/>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5"/>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5"/>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5"/>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5"/>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5"/>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5"/>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5"/>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5"/>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5"/>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5"/>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5"/>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5"/>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5"/>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5"/>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5"/>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5"/>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5"/>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5"/>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5"/>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5"/>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5"/>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5"/>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5"/>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5"/>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5"/>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5"/>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5"/>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5"/>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5"/>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5"/>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5"/>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5"/>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5"/>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5"/>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5"/>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5"/>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5"/>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5"/>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5"/>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5"/>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5"/>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5"/>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5"/>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5"/>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5"/>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5"/>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5"/>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5"/>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5"/>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5"/>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5"/>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5"/>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5"/>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5"/>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5"/>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5"/>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5"/>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5"/>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5"/>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5"/>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5"/>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5"/>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5"/>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5"/>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5"/>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5"/>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5"/>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5"/>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5"/>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5"/>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5"/>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5"/>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5"/>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5"/>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5"/>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5"/>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5"/>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5"/>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5"/>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5"/>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5"/>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5"/>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5"/>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5"/>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5"/>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5"/>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5"/>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5"/>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5"/>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5"/>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5"/>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5"/>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5"/>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5"/>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5"/>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5"/>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5"/>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5"/>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5"/>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5"/>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5"/>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5"/>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5"/>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5"/>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5"/>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5"/>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5"/>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5"/>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5"/>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5"/>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5"/>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5"/>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5"/>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5"/>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5"/>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5"/>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5"/>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5"/>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5"/>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5"/>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5"/>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5"/>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5"/>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5"/>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5"/>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5"/>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5"/>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5"/>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5"/>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5"/>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5"/>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5"/>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5"/>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5"/>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5"/>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5"/>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5"/>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5"/>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5"/>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5"/>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5"/>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5"/>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5"/>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5"/>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5"/>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5"/>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5"/>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5"/>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5"/>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5"/>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5"/>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5"/>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5"/>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5"/>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5"/>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5"/>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5"/>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5"/>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5"/>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5"/>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5"/>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5"/>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5"/>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5"/>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5"/>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5"/>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5"/>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5"/>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5"/>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5"/>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5"/>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5"/>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5"/>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5"/>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5"/>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5"/>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5"/>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5"/>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5"/>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5"/>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5"/>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5"/>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5"/>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5"/>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5"/>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5"/>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5"/>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5"/>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5"/>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5"/>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5"/>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5"/>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5"/>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5"/>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5"/>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5"/>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5"/>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5"/>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5"/>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5"/>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5"/>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5"/>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5"/>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5"/>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5"/>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5"/>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5"/>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5"/>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5"/>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5"/>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5"/>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5"/>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5"/>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5"/>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5"/>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5"/>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5"/>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5"/>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5"/>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5"/>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5"/>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5"/>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5"/>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5"/>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5"/>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5"/>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5"/>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5"/>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5"/>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5"/>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5"/>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5"/>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5"/>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5"/>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5"/>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5"/>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5"/>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5"/>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5"/>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5"/>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5"/>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5"/>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5"/>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5"/>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5"/>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5"/>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5"/>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5"/>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5"/>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5"/>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5"/>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5"/>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5"/>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5"/>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5"/>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5"/>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5"/>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5"/>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5"/>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5"/>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5"/>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5"/>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5"/>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5"/>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5"/>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5"/>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5"/>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5"/>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5"/>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5"/>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5"/>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5"/>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5"/>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5"/>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5"/>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5"/>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5"/>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5"/>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5"/>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5"/>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5"/>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5"/>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5"/>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5"/>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5"/>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5"/>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5"/>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5"/>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5"/>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5"/>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5"/>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5"/>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5"/>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5"/>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5"/>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5"/>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5"/>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5"/>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5"/>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5"/>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5"/>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5"/>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5"/>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5"/>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5"/>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5"/>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5"/>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5"/>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5"/>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5"/>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5"/>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5"/>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5"/>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5"/>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5"/>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5"/>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5"/>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5"/>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5"/>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5"/>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5"/>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5"/>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5"/>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5"/>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5"/>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5"/>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5"/>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5"/>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5"/>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5"/>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5"/>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5"/>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5"/>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5"/>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5"/>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5"/>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5"/>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5"/>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5"/>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5"/>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5"/>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5"/>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5"/>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5"/>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5"/>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5"/>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5"/>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5"/>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5"/>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5"/>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5"/>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5"/>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5"/>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5"/>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5"/>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5"/>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5"/>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5"/>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5"/>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5"/>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5"/>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5"/>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5"/>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5"/>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5"/>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5"/>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5"/>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5"/>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5"/>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5"/>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5"/>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5"/>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5"/>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5"/>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5"/>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5"/>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5"/>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5"/>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5"/>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5"/>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5"/>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5"/>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5"/>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5"/>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5"/>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5"/>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5"/>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5"/>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5"/>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5"/>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5"/>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5"/>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5"/>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5"/>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5"/>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5"/>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5"/>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5"/>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5"/>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5"/>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5"/>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5"/>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5"/>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5"/>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5"/>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5"/>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5"/>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5"/>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5"/>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5"/>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5"/>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5"/>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5"/>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5"/>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5"/>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5"/>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5"/>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5"/>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5"/>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5"/>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5"/>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5"/>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5"/>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5"/>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5"/>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5"/>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5"/>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5"/>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5"/>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5"/>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5"/>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5"/>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5"/>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5"/>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5"/>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5"/>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5"/>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5"/>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5"/>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5"/>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5"/>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5"/>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5"/>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5"/>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5"/>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5"/>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5"/>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5"/>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5"/>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5"/>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5"/>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5"/>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5"/>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5"/>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5"/>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5"/>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5"/>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5"/>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5"/>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5"/>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5"/>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5"/>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5"/>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5"/>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5"/>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5"/>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5"/>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5"/>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5"/>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5"/>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5"/>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5"/>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5"/>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5"/>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5"/>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5"/>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5"/>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5"/>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5"/>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5"/>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5"/>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5"/>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5"/>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5"/>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5"/>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5"/>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5"/>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5"/>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5"/>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5"/>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5"/>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5"/>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5"/>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5"/>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5"/>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5"/>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5"/>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5"/>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5"/>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5"/>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5"/>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5"/>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5"/>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5"/>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5"/>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5"/>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5"/>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5"/>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5"/>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5"/>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5"/>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5"/>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5"/>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5"/>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5"/>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5"/>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5"/>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5"/>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5"/>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5"/>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5"/>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5"/>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5"/>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5"/>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5"/>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5"/>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5"/>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5"/>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5"/>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5"/>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5"/>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5"/>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5"/>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5"/>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5"/>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5"/>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5"/>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5"/>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5"/>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5"/>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5"/>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5"/>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5"/>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5"/>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5"/>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5"/>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5"/>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5"/>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5"/>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5"/>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5"/>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5"/>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5"/>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5"/>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5"/>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5"/>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5"/>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5"/>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5"/>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5"/>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5"/>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5"/>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5"/>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5"/>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5"/>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5"/>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5"/>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5"/>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5"/>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5"/>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5"/>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5"/>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5"/>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5"/>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5"/>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5"/>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5"/>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5"/>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5"/>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5"/>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5"/>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5"/>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5"/>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5"/>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5"/>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5"/>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5"/>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5"/>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5"/>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5"/>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5"/>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5"/>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5"/>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5"/>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5"/>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5"/>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5"/>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5"/>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5"/>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5"/>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5"/>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5"/>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5"/>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5"/>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5"/>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5"/>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5"/>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5"/>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5"/>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5"/>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5"/>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5"/>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5"/>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5"/>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5"/>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5"/>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5"/>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5"/>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5"/>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5"/>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5"/>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5"/>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5"/>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5"/>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5"/>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5"/>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5"/>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5"/>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5"/>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5"/>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5"/>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5"/>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5"/>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5"/>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5"/>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5"/>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5"/>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5"/>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5"/>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5"/>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5"/>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5"/>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5"/>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5"/>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5"/>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5"/>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5"/>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5"/>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5"/>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5"/>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5"/>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5"/>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5"/>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5"/>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5"/>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5"/>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5"/>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5"/>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5"/>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5"/>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5"/>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5"/>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5"/>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5"/>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5"/>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5"/>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5"/>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5"/>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5"/>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5"/>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5"/>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5"/>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5"/>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5"/>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5"/>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5"/>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5"/>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5"/>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5"/>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5"/>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5"/>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5"/>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5"/>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5"/>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5"/>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5"/>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5"/>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5"/>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5"/>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5"/>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5"/>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5"/>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5"/>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5"/>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5"/>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5"/>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5"/>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5"/>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5"/>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5"/>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5"/>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5"/>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5"/>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5"/>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5"/>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5"/>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5"/>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5"/>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5"/>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5"/>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5"/>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5"/>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5"/>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5"/>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5"/>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5"/>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5"/>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5"/>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5"/>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5"/>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5"/>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5"/>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5"/>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5"/>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5"/>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5"/>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5"/>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5"/>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5"/>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5"/>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5"/>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5"/>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5"/>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5"/>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5"/>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5"/>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5"/>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5"/>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5"/>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5"/>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5"/>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5"/>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5"/>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5"/>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5"/>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5"/>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5"/>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5"/>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5"/>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5"/>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5"/>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5"/>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5"/>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5"/>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5"/>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5"/>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5"/>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5"/>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5"/>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5"/>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5"/>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5"/>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5"/>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5"/>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5"/>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5"/>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5"/>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5"/>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5"/>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5"/>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5"/>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5"/>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5"/>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5"/>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5"/>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5"/>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5"/>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5"/>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5"/>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5"/>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5"/>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5"/>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5"/>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5"/>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5"/>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5"/>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5"/>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5"/>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5"/>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5"/>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5"/>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5"/>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5"/>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5"/>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5"/>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5"/>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5"/>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5"/>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5"/>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5"/>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5"/>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5"/>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5"/>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5"/>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5"/>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5"/>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5"/>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5"/>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5"/>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5"/>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5"/>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5"/>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5"/>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5"/>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5"/>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5"/>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5"/>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5"/>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5"/>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5"/>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5"/>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5"/>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5"/>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5"/>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5"/>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5"/>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5"/>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5"/>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5"/>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5"/>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5"/>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5"/>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5"/>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5"/>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5"/>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5"/>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5"/>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5"/>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5"/>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5"/>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5"/>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5"/>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5"/>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5"/>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5"/>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5"/>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5"/>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5"/>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5"/>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5"/>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5"/>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5"/>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5"/>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5"/>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5"/>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5"/>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5"/>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5"/>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5"/>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5"/>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5"/>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5"/>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5"/>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5"/>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5"/>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5"/>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5"/>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5"/>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5"/>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5"/>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5"/>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5"/>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5"/>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5"/>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5"/>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5"/>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5"/>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5"/>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5"/>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5"/>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5"/>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5"/>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5"/>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5"/>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5"/>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5"/>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5"/>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5"/>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5"/>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5"/>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5"/>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5"/>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5"/>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5"/>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5"/>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5"/>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5"/>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5"/>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5"/>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5"/>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5"/>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5"/>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5"/>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5"/>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5"/>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5"/>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5"/>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5"/>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5"/>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5"/>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5"/>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5"/>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5"/>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5"/>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5"/>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5"/>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5"/>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5"/>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5"/>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5"/>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5"/>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5"/>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5"/>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5"/>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5"/>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5"/>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5"/>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5"/>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5"/>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5"/>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5"/>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5"/>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5"/>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5"/>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5"/>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5"/>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5"/>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5"/>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5"/>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5"/>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5"/>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5"/>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5"/>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5"/>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5"/>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5"/>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5"/>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5"/>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5"/>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5"/>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5"/>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5"/>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5"/>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5"/>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5"/>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5"/>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5"/>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5"/>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5"/>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5"/>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5"/>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5"/>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5"/>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5"/>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5"/>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5"/>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5"/>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5"/>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5"/>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5"/>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5"/>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5"/>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5"/>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5"/>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5"/>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5"/>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5"/>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5"/>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5"/>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5"/>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5"/>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5"/>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5"/>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5"/>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5"/>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5"/>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5"/>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5"/>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5"/>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5"/>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5"/>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5"/>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5"/>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5"/>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5"/>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5"/>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5"/>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5"/>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5"/>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5"/>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5"/>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5"/>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5"/>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5"/>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5"/>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5"/>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5"/>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5"/>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5"/>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5"/>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5"/>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5"/>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5"/>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5"/>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5"/>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5"/>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5"/>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5"/>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5"/>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5"/>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5"/>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5"/>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5"/>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5"/>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5"/>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5"/>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5"/>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5"/>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5"/>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5"/>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5"/>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5"/>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5"/>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5"/>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5"/>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5"/>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5"/>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5"/>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5"/>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5"/>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5"/>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5"/>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5"/>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5"/>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5"/>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5"/>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5"/>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5"/>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5"/>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5"/>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5"/>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5"/>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5"/>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5"/>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5"/>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5"/>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5"/>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5"/>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5"/>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5"/>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5"/>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5"/>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5"/>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5"/>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5"/>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5"/>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5"/>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5"/>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5"/>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5"/>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5"/>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5"/>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5"/>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5"/>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5"/>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5"/>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5"/>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5"/>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5"/>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5"/>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5"/>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5"/>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5"/>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5"/>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5"/>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5"/>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5"/>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5"/>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5"/>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5"/>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5"/>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5"/>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5"/>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5"/>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5"/>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5"/>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5"/>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5"/>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5"/>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5"/>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5"/>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5"/>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5"/>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5"/>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5"/>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5"/>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5"/>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5"/>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5"/>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5"/>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5"/>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5"/>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5"/>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5"/>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5"/>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5"/>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5"/>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5"/>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5"/>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5"/>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5"/>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5"/>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5"/>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5"/>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5"/>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5"/>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5"/>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5"/>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5"/>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5"/>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5"/>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5"/>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5"/>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5"/>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5"/>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5"/>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5"/>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5"/>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5"/>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5"/>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5"/>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5"/>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5"/>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5"/>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5"/>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5"/>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5"/>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5"/>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5"/>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5"/>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5"/>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5"/>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5"/>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5"/>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5"/>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5"/>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5"/>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5"/>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5"/>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5"/>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5"/>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5"/>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5"/>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5"/>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5"/>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5"/>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5"/>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5"/>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5"/>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5"/>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5"/>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5"/>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5"/>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5"/>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5"/>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5"/>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5"/>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5"/>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5"/>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5"/>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5"/>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5"/>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5"/>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5"/>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5"/>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5"/>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5"/>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5"/>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5"/>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5"/>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5"/>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5"/>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5"/>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5"/>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5"/>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5"/>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5"/>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5"/>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5"/>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5"/>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5"/>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5"/>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5"/>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5"/>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5"/>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5"/>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5"/>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5"/>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5"/>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5"/>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5"/>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5"/>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5"/>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5"/>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5"/>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5"/>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5"/>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5"/>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5"/>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5"/>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5"/>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5"/>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5"/>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5"/>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5"/>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5"/>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5"/>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5"/>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5"/>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5"/>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5"/>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5"/>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5"/>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5"/>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5"/>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5"/>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5"/>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5"/>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5"/>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5"/>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5"/>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5"/>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5"/>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5"/>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5"/>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5"/>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5"/>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5"/>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5"/>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5"/>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5"/>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5"/>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5"/>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5"/>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5"/>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5"/>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5"/>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5"/>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5"/>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5"/>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5"/>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5"/>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5"/>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5"/>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5"/>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5"/>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5"/>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5"/>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5"/>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5"/>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5"/>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5"/>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5"/>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5"/>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5"/>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5"/>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5"/>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5"/>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5"/>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5"/>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5"/>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5"/>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5"/>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5"/>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5"/>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5"/>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5"/>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5"/>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5"/>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5"/>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5"/>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5"/>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5"/>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5"/>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5"/>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5"/>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5"/>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5"/>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5"/>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5"/>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5"/>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5"/>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5"/>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5"/>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5"/>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5"/>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5"/>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5"/>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5"/>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5"/>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5"/>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5"/>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5"/>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5"/>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5"/>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5"/>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5"/>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5"/>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5"/>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5"/>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5"/>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5"/>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5"/>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5"/>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5"/>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5"/>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5"/>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5"/>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5"/>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5"/>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5"/>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5"/>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5"/>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5"/>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5"/>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5"/>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5"/>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5"/>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5"/>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5"/>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5"/>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5"/>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5"/>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5"/>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5"/>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5"/>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5"/>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5"/>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5"/>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5"/>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5"/>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5"/>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5"/>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5"/>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5"/>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5"/>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5"/>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5"/>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5"/>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5"/>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5"/>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5"/>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5"/>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5"/>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5"/>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5"/>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5"/>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5"/>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5"/>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5"/>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5"/>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5"/>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5"/>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5"/>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5"/>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5"/>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5"/>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5"/>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5"/>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5"/>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5"/>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5"/>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5"/>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5"/>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5"/>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5"/>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5"/>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5"/>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5"/>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5"/>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5"/>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5"/>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5"/>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5"/>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5"/>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5"/>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5"/>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5"/>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5"/>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5"/>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5"/>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5"/>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5"/>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5"/>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5"/>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5"/>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5"/>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5"/>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5"/>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5"/>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5"/>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5"/>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5"/>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5"/>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5"/>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5"/>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5"/>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5"/>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5"/>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5"/>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5"/>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5"/>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5"/>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5"/>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5"/>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5"/>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5"/>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5"/>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5"/>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5"/>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5"/>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5"/>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5"/>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5"/>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5"/>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5"/>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5"/>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5"/>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5"/>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5"/>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5"/>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5"/>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5"/>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5"/>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5"/>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5"/>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5"/>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5"/>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5"/>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5"/>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5"/>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5"/>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5"/>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5"/>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5"/>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5"/>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5"/>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5"/>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5"/>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5"/>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5"/>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5"/>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5"/>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5"/>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5"/>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5"/>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5"/>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5"/>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5"/>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5"/>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5"/>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5"/>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5"/>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5"/>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5"/>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5"/>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5"/>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5"/>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5"/>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5"/>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5"/>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5"/>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5"/>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5"/>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5"/>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5"/>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5"/>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5"/>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5"/>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5"/>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5"/>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5"/>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5"/>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5"/>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5"/>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5"/>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5"/>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5"/>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5"/>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5"/>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5"/>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5"/>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5"/>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5"/>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5"/>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5"/>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5"/>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5"/>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5"/>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5"/>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5"/>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5"/>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5"/>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5"/>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5"/>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5"/>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5"/>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5"/>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5"/>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5"/>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5"/>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5"/>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5"/>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5"/>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5"/>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5"/>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5"/>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5"/>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5"/>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5"/>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5"/>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5"/>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5"/>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5"/>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5"/>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5"/>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5"/>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5"/>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5"/>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5"/>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5"/>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5"/>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5"/>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5"/>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5"/>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5"/>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5"/>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5"/>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5"/>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5"/>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5"/>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5"/>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5"/>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5"/>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5"/>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5"/>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5"/>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5"/>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5"/>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5"/>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5"/>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5"/>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5"/>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5"/>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5"/>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5"/>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5"/>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5"/>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5"/>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5"/>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5"/>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5"/>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5"/>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5"/>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5"/>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5"/>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5"/>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5"/>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5"/>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5"/>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5"/>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5"/>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5"/>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5"/>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5"/>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5"/>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5"/>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5"/>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5"/>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5"/>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5"/>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5"/>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5"/>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5"/>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5"/>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5"/>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5"/>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5"/>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5"/>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5"/>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5"/>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5"/>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5"/>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5"/>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5"/>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5"/>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5"/>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5"/>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5"/>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5"/>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5"/>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5"/>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5"/>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5"/>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5"/>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5"/>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5"/>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5"/>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5"/>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5"/>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5"/>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5"/>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5"/>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5"/>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5"/>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5"/>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5"/>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5"/>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5"/>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5"/>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5"/>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5"/>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5"/>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5"/>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5"/>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5"/>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5"/>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5"/>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5"/>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5"/>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5"/>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5"/>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5"/>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5"/>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5"/>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5"/>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5"/>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5"/>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5"/>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5"/>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5"/>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5"/>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5"/>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5"/>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5"/>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5"/>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5"/>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5"/>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5"/>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5"/>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5"/>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5"/>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5"/>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5"/>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5"/>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5"/>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5"/>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5"/>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5"/>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5"/>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5"/>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5"/>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5"/>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5"/>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5"/>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5"/>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5"/>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5"/>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5"/>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5"/>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5"/>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5"/>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5"/>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5"/>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5"/>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5"/>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5"/>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5"/>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5"/>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5"/>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5"/>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5"/>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5"/>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5"/>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5"/>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5"/>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5"/>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5"/>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5"/>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5"/>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5"/>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5"/>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5"/>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5"/>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5"/>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5"/>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5"/>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5"/>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5"/>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5"/>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5"/>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5"/>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5"/>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5"/>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5"/>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5"/>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5"/>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5"/>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5"/>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5"/>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5"/>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5"/>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5"/>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5"/>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5"/>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5"/>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5"/>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5"/>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5"/>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5"/>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5"/>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5"/>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5"/>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5"/>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5"/>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5"/>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5"/>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5"/>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5"/>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5"/>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5"/>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5"/>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5"/>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5"/>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5"/>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5"/>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5"/>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5"/>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5"/>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5"/>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5"/>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5"/>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5"/>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5"/>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5"/>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5"/>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5"/>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5"/>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5"/>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5"/>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5"/>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5"/>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5"/>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5"/>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5"/>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5"/>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5"/>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5"/>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5"/>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5"/>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5"/>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5"/>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5"/>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5"/>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5"/>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5"/>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5"/>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5"/>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5"/>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5"/>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5"/>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5"/>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5"/>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5"/>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5"/>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5"/>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5"/>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5"/>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5"/>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5"/>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5"/>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5"/>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5"/>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5"/>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5"/>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5"/>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5"/>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5"/>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5"/>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5"/>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5"/>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5"/>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5"/>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5"/>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5"/>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5"/>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5"/>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5"/>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5"/>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5"/>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5"/>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5"/>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5"/>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5"/>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5"/>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5"/>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5"/>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5"/>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5"/>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5"/>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5"/>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5"/>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5"/>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5"/>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5"/>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5"/>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5"/>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5"/>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5"/>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5"/>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5"/>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5"/>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5"/>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5"/>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5"/>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5"/>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5"/>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5"/>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5"/>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5"/>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5"/>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5"/>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5"/>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5"/>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5"/>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5"/>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5"/>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5"/>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5"/>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5"/>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5"/>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5"/>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5"/>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5"/>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5"/>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5"/>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5"/>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5"/>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5"/>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5"/>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5"/>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5"/>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5"/>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5"/>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5"/>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5"/>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5"/>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5"/>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5"/>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5"/>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5"/>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5"/>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5"/>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5"/>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5"/>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5"/>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5"/>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5"/>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5"/>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5"/>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5"/>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5"/>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5"/>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5"/>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5"/>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5"/>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5"/>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5"/>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5"/>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5"/>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5"/>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5"/>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5"/>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5"/>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5"/>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5"/>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5"/>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5"/>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5"/>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5"/>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5"/>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5"/>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5"/>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5"/>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5"/>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5"/>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5"/>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5"/>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5"/>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5"/>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5"/>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5"/>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5"/>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5"/>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5"/>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5"/>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5"/>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5"/>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5"/>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5"/>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5"/>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5"/>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5"/>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5"/>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5"/>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5"/>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5"/>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5"/>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5"/>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5"/>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5"/>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5"/>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5"/>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5"/>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5"/>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5"/>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5"/>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5"/>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5"/>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5"/>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5"/>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5"/>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5"/>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5"/>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5"/>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5"/>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5"/>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5"/>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5"/>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5"/>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5"/>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5"/>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5"/>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5"/>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5"/>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5"/>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5"/>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5"/>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5"/>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5"/>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5"/>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5"/>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5"/>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5"/>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5"/>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5"/>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5"/>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5"/>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5"/>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5"/>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5"/>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5"/>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5"/>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5"/>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5"/>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5"/>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5"/>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5"/>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5"/>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5"/>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5"/>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5"/>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5"/>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5"/>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5"/>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5"/>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5"/>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5"/>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5"/>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5"/>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5"/>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5"/>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5"/>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5"/>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5"/>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5"/>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5"/>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5"/>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5"/>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5"/>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5"/>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5"/>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5"/>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5"/>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5"/>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5"/>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5"/>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5"/>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5"/>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5"/>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5"/>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5"/>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5"/>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5"/>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5"/>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5"/>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5"/>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5"/>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5"/>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5"/>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5"/>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5"/>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5"/>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5"/>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5"/>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5"/>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5"/>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5"/>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5"/>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5"/>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5"/>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5"/>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5"/>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5"/>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5"/>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5"/>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5"/>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5"/>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5"/>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5"/>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5"/>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5"/>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5"/>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5"/>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5"/>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5"/>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5"/>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5"/>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5"/>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5"/>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5"/>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5"/>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5"/>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5"/>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5"/>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5"/>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5"/>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5"/>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5"/>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5"/>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5"/>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5"/>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5"/>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5"/>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5"/>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5"/>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5"/>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5"/>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5"/>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5"/>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5"/>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5"/>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5"/>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5"/>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5"/>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5"/>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5"/>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5"/>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5"/>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5"/>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5"/>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5"/>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5"/>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5"/>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5"/>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5"/>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5"/>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5"/>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5"/>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5"/>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5"/>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5"/>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5"/>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5"/>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5"/>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5"/>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5"/>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5"/>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5"/>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5"/>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5"/>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5"/>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5"/>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5"/>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5"/>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5"/>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5"/>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5"/>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5"/>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5"/>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5"/>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5"/>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5"/>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5"/>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5"/>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5"/>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5"/>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5"/>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5"/>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5"/>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5"/>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5"/>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5"/>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5"/>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5"/>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5"/>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5"/>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5"/>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5"/>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5"/>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5"/>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5"/>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5"/>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5"/>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5"/>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5"/>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5"/>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5"/>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5"/>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5"/>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5"/>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5"/>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5"/>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5"/>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5"/>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5"/>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5"/>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5"/>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5"/>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5"/>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5"/>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5"/>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5"/>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5"/>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5"/>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5"/>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5"/>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5"/>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5"/>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5"/>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5"/>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5"/>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5"/>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5"/>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5"/>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5"/>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5"/>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5"/>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5"/>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5"/>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5"/>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5"/>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5"/>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5"/>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5"/>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5"/>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5"/>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5"/>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5"/>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5"/>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5"/>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5"/>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5"/>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5"/>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5"/>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5"/>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5"/>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5"/>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5"/>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5"/>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5"/>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5"/>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5"/>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5"/>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5"/>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5"/>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5"/>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5"/>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5"/>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5"/>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5"/>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5"/>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5"/>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5"/>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5"/>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5"/>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5"/>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5"/>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5"/>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5"/>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5"/>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5"/>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5"/>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5"/>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5"/>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5"/>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5"/>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5"/>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5"/>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5"/>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5"/>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5"/>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5"/>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5"/>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5"/>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5"/>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5"/>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5"/>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5"/>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5"/>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5"/>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5"/>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5"/>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5"/>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5"/>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5"/>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5"/>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5"/>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5"/>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5"/>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5"/>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5"/>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5"/>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5"/>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5"/>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5"/>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5"/>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5"/>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5"/>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5"/>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5"/>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5"/>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5"/>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5"/>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5"/>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5"/>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5"/>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5"/>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5"/>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5"/>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5"/>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5"/>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5"/>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5"/>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5"/>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5"/>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5"/>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5"/>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5"/>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5"/>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5"/>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5"/>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5"/>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5"/>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5"/>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5"/>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5"/>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5"/>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5"/>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5"/>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5"/>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5"/>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5"/>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5"/>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5"/>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5"/>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5"/>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5"/>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5"/>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5"/>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5"/>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5"/>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5"/>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5"/>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5"/>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5"/>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5"/>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5"/>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5"/>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5"/>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5"/>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5"/>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5"/>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5"/>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5"/>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5"/>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5"/>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5"/>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5"/>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5"/>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5"/>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5"/>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5"/>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5"/>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5"/>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5"/>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5"/>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5"/>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5"/>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5"/>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5"/>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5"/>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5"/>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5"/>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5"/>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5"/>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5"/>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5"/>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5"/>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5"/>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5"/>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5"/>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5"/>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5"/>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5"/>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5"/>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5"/>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5"/>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5"/>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5"/>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5"/>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5"/>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5"/>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5"/>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5"/>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5"/>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5"/>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5"/>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5"/>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5"/>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5"/>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5"/>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5"/>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5"/>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5"/>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5"/>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5"/>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5"/>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5"/>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5"/>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5"/>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5"/>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5"/>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5"/>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5"/>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5"/>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5"/>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5"/>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5"/>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5"/>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5"/>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5"/>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5"/>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5"/>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5"/>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5"/>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5"/>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5"/>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5"/>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5"/>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5"/>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5"/>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5"/>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5"/>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5"/>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5"/>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5"/>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5"/>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5"/>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5"/>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5"/>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5"/>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5"/>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5"/>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5"/>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5"/>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5"/>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5"/>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5"/>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5"/>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5"/>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5"/>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5"/>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5"/>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5"/>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5"/>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5"/>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5"/>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5"/>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5"/>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5"/>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5"/>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5"/>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5"/>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5"/>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5"/>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5"/>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5"/>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5"/>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5"/>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5"/>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5"/>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5"/>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5"/>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5"/>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5"/>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5"/>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5"/>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5"/>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5"/>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5"/>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5"/>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5"/>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5"/>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5"/>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5"/>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5"/>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5"/>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5"/>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5"/>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5"/>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5"/>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5"/>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5"/>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5"/>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5"/>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5"/>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5"/>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5"/>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5"/>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5"/>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5"/>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5"/>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5"/>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5"/>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5"/>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5"/>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5"/>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5"/>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5"/>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5"/>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5"/>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5"/>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5"/>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5"/>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5"/>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5"/>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5"/>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5"/>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5"/>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5"/>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5"/>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5"/>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5"/>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5"/>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5"/>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5"/>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5"/>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5"/>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5"/>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5"/>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5"/>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5"/>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5"/>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5"/>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5"/>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5"/>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5"/>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5"/>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5"/>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5"/>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5"/>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5"/>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5"/>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5"/>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5"/>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5"/>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5"/>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5"/>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5"/>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5"/>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5"/>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5"/>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5"/>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5"/>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5"/>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5"/>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5"/>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5"/>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5"/>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5"/>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5"/>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5"/>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5"/>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5"/>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5"/>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5"/>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5"/>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5"/>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5"/>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5"/>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5"/>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5"/>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5"/>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5"/>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5"/>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5"/>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5"/>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5"/>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5"/>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5"/>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5"/>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5"/>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5"/>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5"/>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5"/>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5"/>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5"/>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5"/>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5"/>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5"/>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5"/>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5"/>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5"/>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5"/>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5"/>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5"/>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5"/>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5"/>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5"/>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5"/>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5"/>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5"/>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5"/>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5"/>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5"/>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5"/>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5"/>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5"/>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5"/>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5"/>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5"/>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5"/>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5"/>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5"/>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5"/>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5"/>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5"/>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5"/>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5"/>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5"/>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5"/>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5"/>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5"/>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5"/>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5"/>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5"/>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5"/>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5"/>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5"/>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5"/>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5"/>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5"/>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5"/>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5"/>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5"/>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5"/>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5"/>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5"/>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5"/>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5"/>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5"/>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5"/>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5"/>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5"/>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5"/>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5"/>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5"/>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5"/>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5"/>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5"/>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5"/>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5"/>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5"/>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5"/>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5"/>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5"/>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5"/>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5"/>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5"/>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5"/>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5"/>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5"/>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5"/>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5"/>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5"/>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5"/>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5"/>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5"/>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5"/>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5"/>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5"/>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5"/>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5"/>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5"/>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5"/>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5"/>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5"/>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5"/>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5"/>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5"/>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5"/>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5"/>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5"/>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5"/>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5"/>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5"/>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5"/>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5"/>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5"/>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5"/>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5"/>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5"/>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5"/>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5"/>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5"/>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5"/>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5"/>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5"/>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5"/>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5"/>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5"/>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5"/>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5"/>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5"/>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5"/>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5"/>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5"/>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5"/>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5"/>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5"/>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5"/>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5"/>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5"/>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5"/>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5"/>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5"/>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5"/>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5"/>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5"/>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5"/>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5"/>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5"/>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5"/>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5"/>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5"/>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5"/>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5"/>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5"/>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5"/>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5"/>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5"/>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5"/>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5"/>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5"/>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5"/>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5"/>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5"/>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5"/>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5"/>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5"/>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5"/>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5"/>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5"/>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5"/>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5"/>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5"/>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5"/>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5"/>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5"/>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5"/>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5"/>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5"/>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5"/>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5"/>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5"/>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5"/>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5"/>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5"/>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5"/>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5"/>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5"/>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5"/>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5"/>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5"/>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5"/>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5"/>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5"/>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5"/>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5"/>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5"/>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5"/>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5"/>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5"/>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5"/>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5"/>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5"/>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5"/>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5"/>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5"/>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5"/>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5"/>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5"/>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5"/>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5"/>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5"/>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5"/>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5"/>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5"/>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5"/>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5"/>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5"/>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5"/>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5"/>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5"/>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5"/>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5"/>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5"/>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5"/>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5"/>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5"/>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5"/>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5"/>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5"/>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5"/>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5"/>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5"/>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5"/>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5"/>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5"/>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5"/>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5"/>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5"/>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5"/>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5"/>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5"/>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5"/>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5"/>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5"/>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5"/>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5"/>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5"/>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5"/>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5"/>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5"/>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5"/>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5"/>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5"/>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5"/>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5"/>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5"/>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5"/>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5"/>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5"/>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5"/>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5"/>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5"/>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5"/>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5"/>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5"/>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5"/>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5"/>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5"/>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5"/>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5"/>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5"/>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5"/>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5"/>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5"/>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5"/>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5"/>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5"/>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5"/>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5"/>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5"/>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5"/>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5"/>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5"/>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5"/>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5"/>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5"/>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5"/>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5"/>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5"/>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5"/>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5"/>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5"/>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5"/>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5"/>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5"/>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5"/>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5"/>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5"/>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5"/>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5"/>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5"/>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5"/>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5"/>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5"/>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5"/>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5"/>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5"/>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5"/>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5"/>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5"/>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5"/>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5"/>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5"/>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5"/>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5"/>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5"/>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5"/>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5"/>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5"/>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5"/>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5"/>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5"/>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5"/>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5"/>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5"/>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5"/>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5"/>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5"/>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5"/>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5"/>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5"/>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5"/>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5"/>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5"/>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5"/>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5"/>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5"/>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5"/>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5"/>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5"/>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5"/>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5"/>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5"/>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5"/>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5"/>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5"/>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5"/>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5"/>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5"/>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5"/>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5"/>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5"/>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5"/>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5"/>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5"/>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5"/>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5"/>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5"/>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5"/>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5"/>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5"/>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5"/>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5"/>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5"/>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5"/>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5"/>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5"/>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5"/>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5"/>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5"/>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5"/>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5"/>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5"/>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5"/>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5"/>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5"/>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5"/>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5"/>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5"/>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5"/>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5"/>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5"/>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5"/>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5"/>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5"/>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5"/>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5"/>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5"/>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5"/>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5"/>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5"/>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5"/>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5"/>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5"/>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5"/>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5"/>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5"/>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5"/>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5"/>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5"/>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5"/>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5"/>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5"/>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5"/>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5"/>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5"/>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5"/>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5"/>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5"/>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5"/>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5"/>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5"/>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5"/>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5"/>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5"/>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5"/>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5"/>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5"/>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5"/>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5"/>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5"/>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5"/>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5"/>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5"/>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5"/>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5"/>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5"/>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5"/>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5"/>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5"/>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5"/>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5"/>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5"/>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5"/>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5"/>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5"/>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5"/>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5"/>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5"/>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5"/>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5"/>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5"/>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5"/>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5"/>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5"/>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5"/>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5"/>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5"/>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5"/>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5"/>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5"/>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5"/>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5"/>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5"/>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5"/>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5"/>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5"/>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5"/>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5"/>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5"/>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5"/>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5"/>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5"/>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5"/>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5"/>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5"/>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5"/>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5"/>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5"/>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5"/>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5"/>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5"/>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5"/>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5"/>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5"/>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5"/>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5"/>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5"/>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5"/>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5"/>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5"/>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5"/>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5"/>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5"/>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5"/>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5"/>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5"/>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5"/>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5"/>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5"/>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5"/>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5"/>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5"/>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5"/>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5"/>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5"/>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5"/>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5"/>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5"/>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5"/>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5"/>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5"/>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5"/>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5"/>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5"/>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5"/>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5"/>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5"/>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5"/>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5"/>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5"/>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5"/>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5"/>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5"/>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5"/>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5"/>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5"/>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5"/>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5"/>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5"/>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5"/>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5"/>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5"/>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5"/>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5"/>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5"/>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5"/>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5"/>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5"/>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5"/>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5"/>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5"/>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5"/>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5"/>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5"/>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5"/>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5"/>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5"/>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5"/>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5"/>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5"/>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5"/>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5"/>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5"/>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5"/>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5"/>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5"/>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5"/>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5"/>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5"/>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5"/>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5"/>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5"/>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5"/>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5"/>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5"/>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5"/>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5"/>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5"/>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5"/>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5"/>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5"/>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5"/>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5"/>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5"/>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5"/>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5"/>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5"/>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5"/>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5"/>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5"/>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5"/>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5"/>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5"/>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5"/>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5"/>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5"/>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5"/>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5"/>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5"/>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5"/>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5"/>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5"/>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5"/>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5"/>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5"/>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5"/>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5"/>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5"/>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5"/>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5"/>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5"/>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5"/>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5"/>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5"/>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5"/>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5"/>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5"/>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5"/>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5"/>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5"/>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5"/>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5"/>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5"/>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5"/>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5"/>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5"/>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5"/>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5"/>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5"/>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5"/>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5"/>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5"/>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5"/>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5"/>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5"/>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5"/>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5"/>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5"/>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5"/>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5"/>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5"/>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5"/>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5"/>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5"/>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5"/>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5"/>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5"/>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5"/>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5"/>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5"/>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5"/>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5"/>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5"/>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5"/>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5"/>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5"/>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5"/>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5"/>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5"/>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5"/>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5"/>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5"/>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5"/>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5"/>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5"/>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5"/>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5"/>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5"/>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5"/>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5"/>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5"/>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5"/>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5"/>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5"/>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5"/>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5"/>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5"/>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5"/>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5"/>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5"/>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5"/>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5"/>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5"/>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5"/>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5"/>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5"/>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5"/>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5"/>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5"/>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5"/>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5"/>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5"/>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5"/>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5"/>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5"/>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5"/>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5"/>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5"/>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5"/>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5"/>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5"/>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5"/>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5"/>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5"/>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5"/>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5"/>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5"/>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5"/>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5"/>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5"/>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5"/>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5"/>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5"/>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5"/>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5"/>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5"/>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5"/>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5"/>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5"/>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5"/>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5"/>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5"/>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5"/>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5"/>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5"/>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5"/>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5"/>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5"/>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5"/>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5"/>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5"/>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5"/>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5"/>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5"/>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5"/>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5"/>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5"/>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5"/>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5"/>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5"/>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5"/>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5"/>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5"/>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5"/>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5"/>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5"/>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5"/>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5"/>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5"/>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5"/>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5"/>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5"/>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5"/>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5"/>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5"/>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5"/>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5"/>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5"/>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5"/>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5"/>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5"/>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5"/>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5"/>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5"/>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5"/>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5"/>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5"/>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5"/>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5"/>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5"/>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5"/>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5"/>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5"/>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5"/>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5"/>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5"/>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5"/>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5"/>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5"/>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5"/>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5"/>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5"/>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5"/>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5"/>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5"/>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5"/>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5"/>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5"/>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5"/>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5"/>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5"/>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5"/>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5"/>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5"/>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5"/>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5"/>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5"/>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5"/>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5"/>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5"/>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5"/>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5"/>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5"/>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5"/>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5"/>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5"/>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5"/>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5"/>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5"/>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5"/>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5"/>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5"/>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5"/>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5"/>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5"/>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5"/>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5"/>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5"/>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5"/>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5"/>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5"/>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5"/>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5"/>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5"/>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5"/>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5"/>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5"/>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5"/>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5"/>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5"/>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5"/>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5"/>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5"/>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5"/>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5"/>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5"/>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5"/>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5"/>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5"/>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5"/>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5"/>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5"/>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5"/>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5"/>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5"/>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5"/>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5"/>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5"/>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5"/>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5"/>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5"/>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5"/>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5"/>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5"/>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5"/>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5"/>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5"/>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5"/>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5"/>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5"/>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5"/>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5"/>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5"/>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5"/>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5"/>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5"/>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5"/>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5"/>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5"/>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5"/>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5"/>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5"/>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5"/>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5"/>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5"/>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5"/>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5"/>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5"/>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5"/>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5"/>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5"/>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5"/>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5"/>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5"/>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5"/>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5"/>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5"/>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5"/>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5"/>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5"/>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5"/>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5"/>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5"/>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5"/>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5"/>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5"/>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5"/>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5"/>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5"/>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5"/>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5"/>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5"/>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5"/>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5"/>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5"/>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5"/>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5"/>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5"/>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5"/>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5"/>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5"/>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5"/>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5"/>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5"/>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5"/>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5"/>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5"/>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5"/>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5"/>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5"/>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5"/>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5"/>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5"/>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5"/>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5"/>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5"/>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5"/>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5"/>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5"/>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5"/>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5"/>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5"/>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5"/>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5"/>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5"/>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5"/>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5"/>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5"/>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5"/>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5"/>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5"/>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5"/>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5"/>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5"/>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5"/>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5"/>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5"/>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5"/>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5"/>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5"/>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5"/>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5"/>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5"/>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5"/>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5"/>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5"/>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5"/>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5"/>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5"/>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5"/>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5"/>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5"/>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5"/>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5"/>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5"/>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5"/>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5"/>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5"/>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5"/>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5"/>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5"/>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5"/>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5"/>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5"/>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5"/>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5"/>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5"/>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5"/>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5"/>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5"/>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5"/>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5"/>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5"/>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5"/>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5"/>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5"/>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5"/>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5"/>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5"/>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5"/>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5"/>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5"/>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5"/>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5"/>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5"/>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5"/>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5"/>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5"/>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5"/>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5"/>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5"/>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5"/>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5"/>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5"/>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5"/>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5"/>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5"/>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5"/>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5"/>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5"/>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5"/>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5"/>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5"/>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5"/>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5"/>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5"/>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5"/>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5"/>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5"/>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5"/>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5"/>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5"/>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5"/>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5"/>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5"/>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5"/>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5"/>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5"/>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5"/>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5"/>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5"/>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5"/>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5"/>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5"/>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5"/>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5"/>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5"/>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5"/>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5"/>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5"/>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5"/>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5"/>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5"/>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5"/>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5"/>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5"/>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5"/>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5"/>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5"/>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5"/>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5"/>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5"/>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5"/>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5"/>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5"/>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5"/>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5"/>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5"/>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5"/>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5"/>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5"/>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5"/>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5"/>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5"/>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5"/>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5"/>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5"/>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5"/>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5"/>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5"/>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5"/>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5"/>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5"/>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5"/>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5"/>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5"/>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5"/>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5"/>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5"/>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5"/>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5"/>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5"/>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5"/>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5"/>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5"/>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5"/>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5"/>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5"/>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5"/>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5"/>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5"/>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5"/>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5"/>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5"/>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5"/>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5"/>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5"/>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5"/>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5"/>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5"/>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5"/>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5"/>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5"/>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5"/>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5"/>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5"/>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5"/>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5"/>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5"/>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5"/>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5"/>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5"/>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5"/>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5"/>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5"/>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5"/>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5"/>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5"/>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5"/>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5"/>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5"/>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5"/>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5"/>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5"/>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5"/>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5"/>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5"/>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5"/>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5"/>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5"/>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5"/>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5"/>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5"/>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5"/>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5"/>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5"/>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5"/>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5"/>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5"/>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5"/>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5"/>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5"/>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5"/>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5"/>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5"/>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5"/>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5"/>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5"/>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5"/>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5"/>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5"/>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5"/>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5"/>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5"/>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5"/>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5"/>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5"/>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5"/>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5"/>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5"/>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5"/>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5"/>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5"/>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5"/>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5"/>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5"/>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5"/>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5"/>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5"/>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5"/>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5"/>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5"/>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5"/>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5"/>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5"/>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5"/>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5"/>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5"/>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5"/>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5"/>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5"/>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5"/>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5"/>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5"/>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5"/>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5"/>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5"/>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5"/>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5"/>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5"/>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5"/>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5"/>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5"/>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5"/>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5"/>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5"/>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5"/>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5"/>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5"/>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5"/>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5"/>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5"/>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5"/>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5"/>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5"/>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5"/>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5"/>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5"/>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5"/>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5"/>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5"/>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5"/>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5"/>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5"/>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5"/>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5"/>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5"/>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5"/>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5"/>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5"/>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5"/>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5"/>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5"/>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5"/>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5"/>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5"/>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5"/>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5"/>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5"/>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5"/>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5"/>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5"/>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5"/>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5"/>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5"/>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5"/>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5"/>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5"/>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5"/>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5"/>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5"/>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5"/>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5"/>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5"/>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5"/>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5"/>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5"/>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5"/>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5"/>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5"/>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5"/>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5"/>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5"/>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5"/>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5"/>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5"/>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5"/>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5"/>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5"/>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5"/>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5"/>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5"/>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5"/>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5"/>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5"/>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5"/>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5"/>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5"/>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5"/>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5"/>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5"/>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5"/>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5"/>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5"/>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5"/>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5"/>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5"/>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5"/>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5"/>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5"/>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5"/>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5"/>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5"/>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5"/>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5"/>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5"/>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5"/>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5"/>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5"/>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5"/>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5"/>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5"/>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5"/>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5"/>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5"/>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5"/>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5"/>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5"/>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5"/>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5"/>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5"/>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5"/>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5"/>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5"/>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5"/>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5"/>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5"/>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5"/>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5"/>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5"/>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5"/>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5"/>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5"/>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5"/>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5"/>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5"/>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5"/>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5"/>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5"/>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5"/>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5"/>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5"/>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5"/>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5"/>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5"/>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5"/>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5"/>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5"/>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5"/>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5"/>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5"/>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5"/>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5"/>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5"/>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5"/>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5"/>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5"/>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5"/>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5"/>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5"/>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5"/>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5"/>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5"/>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5"/>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5"/>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5"/>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5"/>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5"/>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5"/>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5"/>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5"/>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5"/>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5"/>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5"/>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5"/>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5"/>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5"/>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5"/>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5"/>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5"/>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5"/>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5"/>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5"/>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5"/>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5"/>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5"/>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5"/>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5"/>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5"/>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5"/>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5"/>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5"/>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5"/>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5"/>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5"/>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5"/>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5"/>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5"/>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5"/>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5"/>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5"/>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5"/>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5"/>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5"/>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5"/>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5"/>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5"/>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5"/>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5"/>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5"/>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5"/>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5"/>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5"/>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5"/>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5"/>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5"/>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5"/>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5"/>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5"/>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5"/>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5"/>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5"/>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5"/>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5"/>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5"/>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5"/>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5"/>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5"/>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5"/>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5"/>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5"/>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5"/>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5"/>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5"/>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5"/>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5"/>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5"/>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5"/>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5"/>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5"/>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5"/>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5"/>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5"/>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5"/>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5"/>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5"/>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5"/>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5"/>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5"/>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5"/>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5"/>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5"/>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5"/>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5"/>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5"/>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5"/>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5"/>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5"/>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5"/>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0" name="Google Shape;7410;p75"/>
          <p:cNvGrpSpPr/>
          <p:nvPr/>
        </p:nvGrpSpPr>
        <p:grpSpPr>
          <a:xfrm>
            <a:off x="3450485" y="919691"/>
            <a:ext cx="2310381" cy="1488888"/>
            <a:chOff x="229225" y="549050"/>
            <a:chExt cx="7161750" cy="4615275"/>
          </a:xfrm>
        </p:grpSpPr>
        <p:sp>
          <p:nvSpPr>
            <p:cNvPr id="7411" name="Google Shape;7411;p75"/>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5"/>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5"/>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5"/>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5"/>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5"/>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5"/>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5"/>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5"/>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5"/>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5"/>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5"/>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5"/>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5"/>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5"/>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5"/>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5"/>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5"/>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5"/>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5"/>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5"/>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5"/>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5"/>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5"/>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5"/>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5"/>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5"/>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5"/>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5"/>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5"/>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5"/>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5"/>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5"/>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5"/>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5"/>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5"/>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5"/>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5"/>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5"/>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5"/>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5"/>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5"/>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5"/>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5"/>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5"/>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5"/>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5"/>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5"/>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5"/>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5"/>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5"/>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5"/>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5"/>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5"/>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5"/>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5"/>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5"/>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5"/>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5"/>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5"/>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5"/>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5"/>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5"/>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5"/>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5"/>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5"/>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5"/>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5"/>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5"/>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5"/>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5"/>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5"/>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5"/>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5"/>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5"/>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5"/>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5"/>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5"/>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5"/>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5"/>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5"/>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5"/>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5"/>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5"/>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5"/>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5"/>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5"/>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5"/>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5"/>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5"/>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5"/>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5"/>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5"/>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5"/>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5"/>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5"/>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5"/>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5"/>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5"/>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5"/>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5"/>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5"/>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5"/>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5"/>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5"/>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5"/>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5"/>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5"/>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5"/>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5"/>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5"/>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5"/>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5"/>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5"/>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5"/>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5"/>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5"/>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8" name="Google Shape;7528;p75"/>
          <p:cNvGrpSpPr/>
          <p:nvPr/>
        </p:nvGrpSpPr>
        <p:grpSpPr>
          <a:xfrm>
            <a:off x="3548403" y="2849588"/>
            <a:ext cx="2310282" cy="1374222"/>
            <a:chOff x="238125" y="732525"/>
            <a:chExt cx="7130500" cy="4241425"/>
          </a:xfrm>
        </p:grpSpPr>
        <p:sp>
          <p:nvSpPr>
            <p:cNvPr id="7529" name="Google Shape;7529;p75"/>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5"/>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5"/>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5"/>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5"/>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5"/>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5"/>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5"/>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5"/>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5"/>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5"/>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5"/>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5"/>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5"/>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5"/>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5"/>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5"/>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5"/>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5"/>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5"/>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5"/>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5"/>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5"/>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5"/>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5"/>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5"/>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5"/>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5"/>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5"/>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5"/>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5"/>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5"/>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5"/>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5"/>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5"/>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5"/>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5"/>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5"/>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5"/>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5"/>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5"/>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5"/>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5"/>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5"/>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5"/>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5"/>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5"/>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5"/>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5"/>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5"/>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5"/>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5"/>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5"/>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5"/>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5"/>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5"/>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5"/>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5"/>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5"/>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5"/>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5"/>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5"/>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5"/>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5"/>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5"/>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5"/>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5"/>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5"/>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5"/>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5"/>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5"/>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5"/>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5"/>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5"/>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5"/>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5"/>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5"/>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5"/>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5"/>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5"/>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5"/>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5"/>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5"/>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5"/>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5"/>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5"/>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5"/>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5"/>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5"/>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5"/>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5"/>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5"/>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5"/>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5"/>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5"/>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5"/>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5"/>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5"/>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5"/>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5"/>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5"/>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5"/>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5"/>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5"/>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5"/>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5"/>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5"/>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5"/>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5"/>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5"/>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5"/>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5"/>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5"/>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5"/>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7646"/>
        <p:cNvGrpSpPr/>
        <p:nvPr/>
      </p:nvGrpSpPr>
      <p:grpSpPr>
        <a:xfrm>
          <a:off x="0" y="0"/>
          <a:ext cx="0" cy="0"/>
          <a:chOff x="0" y="0"/>
          <a:chExt cx="0" cy="0"/>
        </a:xfrm>
      </p:grpSpPr>
      <p:grpSp>
        <p:nvGrpSpPr>
          <p:cNvPr id="7647" name="Google Shape;7647;p76"/>
          <p:cNvGrpSpPr/>
          <p:nvPr/>
        </p:nvGrpSpPr>
        <p:grpSpPr>
          <a:xfrm>
            <a:off x="2100560" y="3398663"/>
            <a:ext cx="1102891" cy="760337"/>
            <a:chOff x="4967783" y="2151471"/>
            <a:chExt cx="3920692" cy="2702940"/>
          </a:xfrm>
        </p:grpSpPr>
        <p:grpSp>
          <p:nvGrpSpPr>
            <p:cNvPr id="7648" name="Google Shape;7648;p76"/>
            <p:cNvGrpSpPr/>
            <p:nvPr/>
          </p:nvGrpSpPr>
          <p:grpSpPr>
            <a:xfrm>
              <a:off x="5045709" y="2252109"/>
              <a:ext cx="3761071" cy="2501708"/>
              <a:chOff x="2691784" y="1805334"/>
              <a:chExt cx="3761071" cy="2501708"/>
            </a:xfrm>
          </p:grpSpPr>
          <p:sp>
            <p:nvSpPr>
              <p:cNvPr id="7649" name="Google Shape;7649;p7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6" name="Google Shape;7656;p76"/>
            <p:cNvGrpSpPr/>
            <p:nvPr/>
          </p:nvGrpSpPr>
          <p:grpSpPr>
            <a:xfrm>
              <a:off x="4967783" y="2151471"/>
              <a:ext cx="3920692" cy="2702940"/>
              <a:chOff x="2613858" y="1704696"/>
              <a:chExt cx="3920692" cy="2702940"/>
            </a:xfrm>
          </p:grpSpPr>
          <p:sp>
            <p:nvSpPr>
              <p:cNvPr id="7657" name="Google Shape;7657;p7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2" name="Google Shape;7662;p76"/>
          <p:cNvGrpSpPr/>
          <p:nvPr/>
        </p:nvGrpSpPr>
        <p:grpSpPr>
          <a:xfrm>
            <a:off x="3504468" y="1286940"/>
            <a:ext cx="1561911" cy="708580"/>
            <a:chOff x="3530532" y="1496185"/>
            <a:chExt cx="1561911" cy="708580"/>
          </a:xfrm>
        </p:grpSpPr>
        <p:grpSp>
          <p:nvGrpSpPr>
            <p:cNvPr id="7663" name="Google Shape;7663;p76"/>
            <p:cNvGrpSpPr/>
            <p:nvPr/>
          </p:nvGrpSpPr>
          <p:grpSpPr>
            <a:xfrm>
              <a:off x="3720318" y="1857562"/>
              <a:ext cx="1372125" cy="54"/>
              <a:chOff x="3720318" y="1857562"/>
              <a:chExt cx="1372125" cy="54"/>
            </a:xfrm>
          </p:grpSpPr>
          <p:cxnSp>
            <p:nvCxnSpPr>
              <p:cNvPr id="7664" name="Google Shape;7664;p76"/>
              <p:cNvCxnSpPr>
                <a:endCxn id="7665"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666" name="Google Shape;7666;p7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667" name="Google Shape;7667;p7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668" name="Google Shape;7668;p76"/>
              <p:cNvCxnSpPr>
                <a:stCxn id="7665"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669" name="Google Shape;7669;p76"/>
            <p:cNvGrpSpPr/>
            <p:nvPr/>
          </p:nvGrpSpPr>
          <p:grpSpPr>
            <a:xfrm>
              <a:off x="3567462" y="1496185"/>
              <a:ext cx="286500" cy="272914"/>
              <a:chOff x="3567462" y="1496185"/>
              <a:chExt cx="286500" cy="272914"/>
            </a:xfrm>
          </p:grpSpPr>
          <p:cxnSp>
            <p:nvCxnSpPr>
              <p:cNvPr id="7670" name="Google Shape;7670;p7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671" name="Google Shape;7671;p7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72" name="Google Shape;7672;p7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4" name="Google Shape;7674;p76"/>
            <p:cNvGrpSpPr/>
            <p:nvPr/>
          </p:nvGrpSpPr>
          <p:grpSpPr>
            <a:xfrm>
              <a:off x="3929014" y="1960574"/>
              <a:ext cx="286500" cy="242342"/>
              <a:chOff x="3929014" y="1960574"/>
              <a:chExt cx="286500" cy="242342"/>
            </a:xfrm>
          </p:grpSpPr>
          <p:cxnSp>
            <p:nvCxnSpPr>
              <p:cNvPr id="7675" name="Google Shape;7675;p7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676" name="Google Shape;7676;p7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7" name="Google Shape;7677;p76"/>
            <p:cNvGrpSpPr/>
            <p:nvPr/>
          </p:nvGrpSpPr>
          <p:grpSpPr>
            <a:xfrm>
              <a:off x="4290828" y="1496185"/>
              <a:ext cx="286500" cy="272914"/>
              <a:chOff x="4290828" y="1496185"/>
              <a:chExt cx="286500" cy="272914"/>
            </a:xfrm>
          </p:grpSpPr>
          <p:cxnSp>
            <p:nvCxnSpPr>
              <p:cNvPr id="7678" name="Google Shape;7678;p7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679" name="Google Shape;7679;p7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80" name="Google Shape;7680;p7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81" name="Google Shape;7681;p76"/>
            <p:cNvGrpSpPr/>
            <p:nvPr/>
          </p:nvGrpSpPr>
          <p:grpSpPr>
            <a:xfrm>
              <a:off x="4657726" y="1959674"/>
              <a:ext cx="286500" cy="245092"/>
              <a:chOff x="4657726" y="1959674"/>
              <a:chExt cx="286500" cy="245092"/>
            </a:xfrm>
          </p:grpSpPr>
          <p:cxnSp>
            <p:nvCxnSpPr>
              <p:cNvPr id="7682" name="Google Shape;7682;p7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683" name="Google Shape;7683;p7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84" name="Google Shape;7684;p76"/>
          <p:cNvGrpSpPr/>
          <p:nvPr/>
        </p:nvGrpSpPr>
        <p:grpSpPr>
          <a:xfrm>
            <a:off x="3486488" y="2149036"/>
            <a:ext cx="1597032" cy="378649"/>
            <a:chOff x="3512551" y="2358282"/>
            <a:chExt cx="1597032" cy="378649"/>
          </a:xfrm>
        </p:grpSpPr>
        <p:grpSp>
          <p:nvGrpSpPr>
            <p:cNvPr id="7685" name="Google Shape;7685;p76"/>
            <p:cNvGrpSpPr/>
            <p:nvPr/>
          </p:nvGrpSpPr>
          <p:grpSpPr>
            <a:xfrm>
              <a:off x="3738198" y="2553002"/>
              <a:ext cx="1145834" cy="117"/>
              <a:chOff x="3738198" y="2553002"/>
              <a:chExt cx="1145834" cy="117"/>
            </a:xfrm>
          </p:grpSpPr>
          <p:cxnSp>
            <p:nvCxnSpPr>
              <p:cNvPr id="7686" name="Google Shape;7686;p7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687" name="Google Shape;7687;p7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688" name="Google Shape;7688;p76"/>
              <p:cNvCxnSpPr>
                <a:stCxn id="7689" idx="6"/>
                <a:endCxn id="7690"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691" name="Google Shape;7691;p76"/>
            <p:cNvGrpSpPr/>
            <p:nvPr/>
          </p:nvGrpSpPr>
          <p:grpSpPr>
            <a:xfrm>
              <a:off x="3969644" y="2440153"/>
              <a:ext cx="225900" cy="296779"/>
              <a:chOff x="3969644" y="2440153"/>
              <a:chExt cx="225900" cy="296779"/>
            </a:xfrm>
          </p:grpSpPr>
          <p:cxnSp>
            <p:nvCxnSpPr>
              <p:cNvPr id="7692" name="Google Shape;7692;p7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690" name="Google Shape;7690;p7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4" name="Google Shape;7694;p76"/>
            <p:cNvGrpSpPr/>
            <p:nvPr/>
          </p:nvGrpSpPr>
          <p:grpSpPr>
            <a:xfrm>
              <a:off x="4426818" y="2358282"/>
              <a:ext cx="225600" cy="307471"/>
              <a:chOff x="4426818" y="2358282"/>
              <a:chExt cx="225600" cy="307471"/>
            </a:xfrm>
          </p:grpSpPr>
          <p:cxnSp>
            <p:nvCxnSpPr>
              <p:cNvPr id="7695" name="Google Shape;7695;p76"/>
              <p:cNvCxnSpPr>
                <a:stCxn id="7696"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697" name="Google Shape;7697;p7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8" name="Google Shape;7698;p76"/>
            <p:cNvGrpSpPr/>
            <p:nvPr/>
          </p:nvGrpSpPr>
          <p:grpSpPr>
            <a:xfrm>
              <a:off x="4883984" y="2440153"/>
              <a:ext cx="225600" cy="296479"/>
              <a:chOff x="4883984" y="2440153"/>
              <a:chExt cx="225600" cy="296479"/>
            </a:xfrm>
          </p:grpSpPr>
          <p:cxnSp>
            <p:nvCxnSpPr>
              <p:cNvPr id="7699" name="Google Shape;7699;p7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700" name="Google Shape;7700;p7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2" name="Google Shape;7702;p76"/>
            <p:cNvGrpSpPr/>
            <p:nvPr/>
          </p:nvGrpSpPr>
          <p:grpSpPr>
            <a:xfrm>
              <a:off x="3512551" y="2358356"/>
              <a:ext cx="225647" cy="307629"/>
              <a:chOff x="2182679" y="2005014"/>
              <a:chExt cx="792300" cy="1080158"/>
            </a:xfrm>
          </p:grpSpPr>
          <p:cxnSp>
            <p:nvCxnSpPr>
              <p:cNvPr id="7703" name="Google Shape;7703;p76"/>
              <p:cNvCxnSpPr>
                <a:stCxn id="7704"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689" name="Google Shape;7689;p7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05" name="Google Shape;7705;p76"/>
          <p:cNvGrpSpPr/>
          <p:nvPr/>
        </p:nvGrpSpPr>
        <p:grpSpPr>
          <a:xfrm>
            <a:off x="6846570" y="972834"/>
            <a:ext cx="1559809" cy="722610"/>
            <a:chOff x="634175" y="2986275"/>
            <a:chExt cx="3147949" cy="1458344"/>
          </a:xfrm>
        </p:grpSpPr>
        <p:cxnSp>
          <p:nvCxnSpPr>
            <p:cNvPr id="7706" name="Google Shape;7706;p76"/>
            <p:cNvCxnSpPr>
              <a:stCxn id="7707" idx="4"/>
              <a:endCxn id="7708"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709" name="Google Shape;7709;p76"/>
            <p:cNvCxnSpPr>
              <a:stCxn id="7708" idx="0"/>
              <a:endCxn id="7710"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711" name="Google Shape;7711;p76"/>
            <p:cNvCxnSpPr>
              <a:stCxn id="7710" idx="4"/>
              <a:endCxn id="7712"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713" name="Google Shape;7713;p76"/>
            <p:cNvCxnSpPr>
              <a:stCxn id="7712" idx="0"/>
              <a:endCxn id="7714"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714" name="Google Shape;7714;p7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10" name="Google Shape;7710;p7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07" name="Google Shape;7707;p7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12" name="Google Shape;7712;p7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08" name="Google Shape;7708;p7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715" name="Google Shape;7715;p76"/>
          <p:cNvGrpSpPr/>
          <p:nvPr/>
        </p:nvGrpSpPr>
        <p:grpSpPr>
          <a:xfrm>
            <a:off x="3500360" y="2682741"/>
            <a:ext cx="1570719" cy="294123"/>
            <a:chOff x="998425" y="1182125"/>
            <a:chExt cx="1065400" cy="199500"/>
          </a:xfrm>
        </p:grpSpPr>
        <p:sp>
          <p:nvSpPr>
            <p:cNvPr id="7716" name="Google Shape;7716;p7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1" name="Google Shape;7721;p76"/>
          <p:cNvGrpSpPr/>
          <p:nvPr/>
        </p:nvGrpSpPr>
        <p:grpSpPr>
          <a:xfrm>
            <a:off x="6843616" y="1800228"/>
            <a:ext cx="1565716" cy="366729"/>
            <a:chOff x="1247650" y="2075423"/>
            <a:chExt cx="6648477" cy="1557238"/>
          </a:xfrm>
        </p:grpSpPr>
        <p:sp>
          <p:nvSpPr>
            <p:cNvPr id="7722" name="Google Shape;7722;p7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8" name="Google Shape;7728;p76"/>
          <p:cNvGrpSpPr/>
          <p:nvPr/>
        </p:nvGrpSpPr>
        <p:grpSpPr>
          <a:xfrm>
            <a:off x="6827928" y="2949043"/>
            <a:ext cx="1597061" cy="663440"/>
            <a:chOff x="6796238" y="3158297"/>
            <a:chExt cx="1630319" cy="677257"/>
          </a:xfrm>
        </p:grpSpPr>
        <p:cxnSp>
          <p:nvCxnSpPr>
            <p:cNvPr id="7729" name="Google Shape;7729;p7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730" name="Google Shape;7730;p7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731" name="Google Shape;7731;p7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732" name="Google Shape;7732;p7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733" name="Google Shape;7733;p76"/>
            <p:cNvGrpSpPr/>
            <p:nvPr/>
          </p:nvGrpSpPr>
          <p:grpSpPr>
            <a:xfrm>
              <a:off x="6796238" y="3311904"/>
              <a:ext cx="1630319" cy="377697"/>
              <a:chOff x="6796238" y="3311904"/>
              <a:chExt cx="1630319" cy="377697"/>
            </a:xfrm>
          </p:grpSpPr>
          <p:sp>
            <p:nvSpPr>
              <p:cNvPr id="7734" name="Google Shape;7734;p7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37" name="Google Shape;7737;p76"/>
          <p:cNvGrpSpPr/>
          <p:nvPr/>
        </p:nvGrpSpPr>
        <p:grpSpPr>
          <a:xfrm>
            <a:off x="5349066" y="970435"/>
            <a:ext cx="1368606" cy="1593805"/>
            <a:chOff x="1839112" y="2209163"/>
            <a:chExt cx="1918159" cy="2233784"/>
          </a:xfrm>
        </p:grpSpPr>
        <p:sp>
          <p:nvSpPr>
            <p:cNvPr id="7738" name="Google Shape;7738;p7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41" name="Google Shape;7741;p76"/>
            <p:cNvCxnSpPr>
              <a:stCxn id="7738" idx="6"/>
              <a:endCxn id="7739"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742" name="Google Shape;7742;p76"/>
            <p:cNvCxnSpPr>
              <a:stCxn id="7739" idx="4"/>
              <a:endCxn id="7743"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744" name="Google Shape;7744;p76"/>
            <p:cNvCxnSpPr>
              <a:stCxn id="7743" idx="6"/>
              <a:endCxn id="7740"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745" name="Google Shape;7745;p76"/>
            <p:cNvCxnSpPr>
              <a:stCxn id="7740" idx="4"/>
              <a:endCxn id="7746"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743" name="Google Shape;7743;p7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48" name="Google Shape;7748;p76"/>
            <p:cNvCxnSpPr>
              <a:endCxn id="7747"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749" name="Google Shape;7749;p76"/>
          <p:cNvGrpSpPr/>
          <p:nvPr/>
        </p:nvGrpSpPr>
        <p:grpSpPr>
          <a:xfrm>
            <a:off x="3481439" y="976671"/>
            <a:ext cx="1637968" cy="154942"/>
            <a:chOff x="238125" y="2506075"/>
            <a:chExt cx="7115411" cy="673075"/>
          </a:xfrm>
        </p:grpSpPr>
        <p:sp>
          <p:nvSpPr>
            <p:cNvPr id="7750" name="Google Shape;7750;p7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76"/>
          <p:cNvGrpSpPr/>
          <p:nvPr/>
        </p:nvGrpSpPr>
        <p:grpSpPr>
          <a:xfrm>
            <a:off x="720124" y="1298269"/>
            <a:ext cx="2476762" cy="91743"/>
            <a:chOff x="1464850" y="436376"/>
            <a:chExt cx="6001362" cy="222300"/>
          </a:xfrm>
        </p:grpSpPr>
        <p:sp>
          <p:nvSpPr>
            <p:cNvPr id="7756" name="Google Shape;7756;p7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61" name="Google Shape;7761;p7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762" name="Google Shape;7762;p7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763" name="Google Shape;7763;p7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764" name="Google Shape;7764;p7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765" name="Google Shape;7765;p76"/>
          <p:cNvGrpSpPr/>
          <p:nvPr/>
        </p:nvGrpSpPr>
        <p:grpSpPr>
          <a:xfrm>
            <a:off x="706391" y="2533734"/>
            <a:ext cx="1452710" cy="651923"/>
            <a:chOff x="803162" y="2667727"/>
            <a:chExt cx="1411906" cy="633611"/>
          </a:xfrm>
        </p:grpSpPr>
        <p:cxnSp>
          <p:nvCxnSpPr>
            <p:cNvPr id="7766" name="Google Shape;7766;p76"/>
            <p:cNvCxnSpPr>
              <a:stCxn id="7767" idx="2"/>
              <a:endCxn id="7768"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769" name="Google Shape;7769;p76"/>
            <p:cNvCxnSpPr>
              <a:stCxn id="7770" idx="0"/>
              <a:endCxn id="7767"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771" name="Google Shape;7771;p76"/>
            <p:cNvCxnSpPr>
              <a:stCxn id="7770" idx="2"/>
              <a:endCxn id="7772"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773" name="Google Shape;7773;p76"/>
            <p:cNvCxnSpPr>
              <a:stCxn id="7774" idx="0"/>
              <a:endCxn id="7770"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775" name="Google Shape;7775;p76"/>
            <p:cNvCxnSpPr>
              <a:stCxn id="7768" idx="2"/>
              <a:endCxn id="7776"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777" name="Google Shape;7777;p76"/>
            <p:cNvCxnSpPr>
              <a:stCxn id="7778" idx="0"/>
              <a:endCxn id="7768"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774" name="Google Shape;7774;p7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772" name="Google Shape;7772;p7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778" name="Google Shape;7778;p7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776" name="Google Shape;7776;p7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768" name="Google Shape;7768;p7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770" name="Google Shape;7770;p7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767" name="Google Shape;7767;p7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779" name="Google Shape;7779;p76"/>
          <p:cNvGrpSpPr/>
          <p:nvPr/>
        </p:nvGrpSpPr>
        <p:grpSpPr>
          <a:xfrm>
            <a:off x="706393" y="969273"/>
            <a:ext cx="2518541" cy="209309"/>
            <a:chOff x="803163" y="1111966"/>
            <a:chExt cx="2447800" cy="203430"/>
          </a:xfrm>
        </p:grpSpPr>
        <p:grpSp>
          <p:nvGrpSpPr>
            <p:cNvPr id="7780" name="Google Shape;7780;p76"/>
            <p:cNvGrpSpPr/>
            <p:nvPr/>
          </p:nvGrpSpPr>
          <p:grpSpPr>
            <a:xfrm>
              <a:off x="1958180" y="1111966"/>
              <a:ext cx="588019" cy="121396"/>
              <a:chOff x="4808316" y="2800065"/>
              <a:chExt cx="1999386" cy="412910"/>
            </a:xfrm>
          </p:grpSpPr>
          <p:sp>
            <p:nvSpPr>
              <p:cNvPr id="7781" name="Google Shape;7781;p7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2" name="Google Shape;7782;p76"/>
              <p:cNvGrpSpPr/>
              <p:nvPr/>
            </p:nvGrpSpPr>
            <p:grpSpPr>
              <a:xfrm>
                <a:off x="4808316" y="2800065"/>
                <a:ext cx="92400" cy="411825"/>
                <a:chOff x="845575" y="2563700"/>
                <a:chExt cx="92400" cy="411825"/>
              </a:xfrm>
            </p:grpSpPr>
            <p:cxnSp>
              <p:nvCxnSpPr>
                <p:cNvPr id="7783" name="Google Shape;7783;p7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784" name="Google Shape;7784;p7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785" name="Google Shape;7785;p7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786" name="Google Shape;7786;p76"/>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7" name="Google Shape;7787;p76"/>
            <p:cNvGrpSpPr/>
            <p:nvPr/>
          </p:nvGrpSpPr>
          <p:grpSpPr>
            <a:xfrm>
              <a:off x="803163" y="1111974"/>
              <a:ext cx="591158" cy="121545"/>
              <a:chOff x="803163" y="1111974"/>
              <a:chExt cx="591158" cy="121545"/>
            </a:xfrm>
          </p:grpSpPr>
          <p:grpSp>
            <p:nvGrpSpPr>
              <p:cNvPr id="7788" name="Google Shape;7788;p76"/>
              <p:cNvGrpSpPr/>
              <p:nvPr/>
            </p:nvGrpSpPr>
            <p:grpSpPr>
              <a:xfrm>
                <a:off x="803163" y="1111974"/>
                <a:ext cx="27175" cy="121077"/>
                <a:chOff x="845575" y="2563700"/>
                <a:chExt cx="92400" cy="411825"/>
              </a:xfrm>
            </p:grpSpPr>
            <p:cxnSp>
              <p:nvCxnSpPr>
                <p:cNvPr id="7789" name="Google Shape;7789;p7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790" name="Google Shape;7790;p7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1" name="Google Shape;7791;p7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2" name="Google Shape;7792;p76"/>
            <p:cNvGrpSpPr/>
            <p:nvPr/>
          </p:nvGrpSpPr>
          <p:grpSpPr>
            <a:xfrm>
              <a:off x="1381910" y="1194219"/>
              <a:ext cx="588341" cy="121177"/>
              <a:chOff x="1381910" y="1194219"/>
              <a:chExt cx="588341" cy="121177"/>
            </a:xfrm>
          </p:grpSpPr>
          <p:grpSp>
            <p:nvGrpSpPr>
              <p:cNvPr id="7793" name="Google Shape;7793;p76"/>
              <p:cNvGrpSpPr/>
              <p:nvPr/>
            </p:nvGrpSpPr>
            <p:grpSpPr>
              <a:xfrm rot="10800000">
                <a:off x="1381910" y="1194319"/>
                <a:ext cx="27175" cy="121077"/>
                <a:chOff x="2070100" y="2563700"/>
                <a:chExt cx="92400" cy="411825"/>
              </a:xfrm>
            </p:grpSpPr>
            <p:cxnSp>
              <p:nvCxnSpPr>
                <p:cNvPr id="7794" name="Google Shape;7794;p7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795" name="Google Shape;7795;p7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6" name="Google Shape;7796;p7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7" name="Google Shape;7797;p76"/>
            <p:cNvGrpSpPr/>
            <p:nvPr/>
          </p:nvGrpSpPr>
          <p:grpSpPr>
            <a:xfrm>
              <a:off x="2532079" y="1194219"/>
              <a:ext cx="704927" cy="121177"/>
              <a:chOff x="2532079" y="1194219"/>
              <a:chExt cx="704927" cy="121177"/>
            </a:xfrm>
          </p:grpSpPr>
          <p:grpSp>
            <p:nvGrpSpPr>
              <p:cNvPr id="7798" name="Google Shape;7798;p76"/>
              <p:cNvGrpSpPr/>
              <p:nvPr/>
            </p:nvGrpSpPr>
            <p:grpSpPr>
              <a:xfrm rot="10800000">
                <a:off x="2532079" y="1194319"/>
                <a:ext cx="27175" cy="121077"/>
                <a:chOff x="2070100" y="2563700"/>
                <a:chExt cx="92400" cy="411825"/>
              </a:xfrm>
            </p:grpSpPr>
            <p:cxnSp>
              <p:nvCxnSpPr>
                <p:cNvPr id="7799" name="Google Shape;7799;p7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00" name="Google Shape;7800;p7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01" name="Google Shape;7801;p7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02" name="Google Shape;7802;p76"/>
          <p:cNvGrpSpPr/>
          <p:nvPr/>
        </p:nvGrpSpPr>
        <p:grpSpPr>
          <a:xfrm>
            <a:off x="3499403" y="3665904"/>
            <a:ext cx="1567778" cy="491677"/>
            <a:chOff x="5194708" y="3484366"/>
            <a:chExt cx="3148148" cy="987304"/>
          </a:xfrm>
        </p:grpSpPr>
        <p:grpSp>
          <p:nvGrpSpPr>
            <p:cNvPr id="7803" name="Google Shape;7803;p76"/>
            <p:cNvGrpSpPr/>
            <p:nvPr/>
          </p:nvGrpSpPr>
          <p:grpSpPr>
            <a:xfrm>
              <a:off x="7531521" y="3484366"/>
              <a:ext cx="811335" cy="987304"/>
              <a:chOff x="3379425" y="1617275"/>
              <a:chExt cx="1090650" cy="1327200"/>
            </a:xfrm>
          </p:grpSpPr>
          <p:sp>
            <p:nvSpPr>
              <p:cNvPr id="7804" name="Google Shape;7804;p7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7" name="Google Shape;7807;p76"/>
            <p:cNvGrpSpPr/>
            <p:nvPr/>
          </p:nvGrpSpPr>
          <p:grpSpPr>
            <a:xfrm>
              <a:off x="6752546" y="3484366"/>
              <a:ext cx="811428" cy="987304"/>
              <a:chOff x="2332275" y="1617275"/>
              <a:chExt cx="1090775" cy="1327200"/>
            </a:xfrm>
          </p:grpSpPr>
          <p:sp>
            <p:nvSpPr>
              <p:cNvPr id="7808" name="Google Shape;7808;p7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1" name="Google Shape;7811;p76"/>
            <p:cNvGrpSpPr/>
            <p:nvPr/>
          </p:nvGrpSpPr>
          <p:grpSpPr>
            <a:xfrm>
              <a:off x="5973664" y="3484366"/>
              <a:ext cx="811335" cy="987304"/>
              <a:chOff x="1285250" y="1617275"/>
              <a:chExt cx="1090650" cy="1327200"/>
            </a:xfrm>
          </p:grpSpPr>
          <p:sp>
            <p:nvSpPr>
              <p:cNvPr id="7812" name="Google Shape;7812;p7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5" name="Google Shape;7815;p76"/>
            <p:cNvGrpSpPr/>
            <p:nvPr/>
          </p:nvGrpSpPr>
          <p:grpSpPr>
            <a:xfrm>
              <a:off x="5194708" y="3484366"/>
              <a:ext cx="811409" cy="987304"/>
              <a:chOff x="238125" y="1617275"/>
              <a:chExt cx="1090750" cy="1327200"/>
            </a:xfrm>
          </p:grpSpPr>
          <p:sp>
            <p:nvSpPr>
              <p:cNvPr id="7816" name="Google Shape;7816;p7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19" name="Google Shape;7819;p76"/>
          <p:cNvGrpSpPr/>
          <p:nvPr/>
        </p:nvGrpSpPr>
        <p:grpSpPr>
          <a:xfrm>
            <a:off x="3460012" y="3146315"/>
            <a:ext cx="1616964" cy="346256"/>
            <a:chOff x="1808063" y="4294338"/>
            <a:chExt cx="3370782" cy="721817"/>
          </a:xfrm>
        </p:grpSpPr>
        <p:sp>
          <p:nvSpPr>
            <p:cNvPr id="7820" name="Google Shape;7820;p7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0" name="Google Shape;7830;p76"/>
          <p:cNvGrpSpPr/>
          <p:nvPr/>
        </p:nvGrpSpPr>
        <p:grpSpPr>
          <a:xfrm>
            <a:off x="738224" y="3432344"/>
            <a:ext cx="1295882" cy="646587"/>
            <a:chOff x="834100" y="3642869"/>
            <a:chExt cx="1259483" cy="628426"/>
          </a:xfrm>
        </p:grpSpPr>
        <p:sp>
          <p:nvSpPr>
            <p:cNvPr id="7831" name="Google Shape;7831;p7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6" name="Google Shape;7856;p76"/>
            <p:cNvGrpSpPr/>
            <p:nvPr/>
          </p:nvGrpSpPr>
          <p:grpSpPr>
            <a:xfrm>
              <a:off x="1360364" y="3847835"/>
              <a:ext cx="208119" cy="224359"/>
              <a:chOff x="1360769" y="3847100"/>
              <a:chExt cx="208119" cy="224359"/>
            </a:xfrm>
          </p:grpSpPr>
          <p:sp>
            <p:nvSpPr>
              <p:cNvPr id="7857" name="Google Shape;7857;p7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7" name="Google Shape;7877;p7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76"/>
          <p:cNvGrpSpPr/>
          <p:nvPr/>
        </p:nvGrpSpPr>
        <p:grpSpPr>
          <a:xfrm rot="5400000">
            <a:off x="5951337" y="3228841"/>
            <a:ext cx="164064" cy="1414916"/>
            <a:chOff x="4428249" y="1369375"/>
            <a:chExt cx="36905" cy="429569"/>
          </a:xfrm>
        </p:grpSpPr>
        <p:sp>
          <p:nvSpPr>
            <p:cNvPr id="7892" name="Google Shape;7892;p7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4" name="Google Shape;7924;p76"/>
          <p:cNvGrpSpPr/>
          <p:nvPr/>
        </p:nvGrpSpPr>
        <p:grpSpPr>
          <a:xfrm rot="10800000" flipH="1">
            <a:off x="5323766" y="2817385"/>
            <a:ext cx="1419207" cy="24808"/>
            <a:chOff x="219558" y="4738465"/>
            <a:chExt cx="5852400" cy="102300"/>
          </a:xfrm>
        </p:grpSpPr>
        <p:cxnSp>
          <p:nvCxnSpPr>
            <p:cNvPr id="7925" name="Google Shape;7925;p7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926" name="Google Shape;7926;p76"/>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6"/>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6"/>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6"/>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6"/>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1" name="Google Shape;7931;p76"/>
          <p:cNvGrpSpPr/>
          <p:nvPr/>
        </p:nvGrpSpPr>
        <p:grpSpPr>
          <a:xfrm>
            <a:off x="5335084" y="3190448"/>
            <a:ext cx="1396570" cy="385016"/>
            <a:chOff x="5286284" y="2966544"/>
            <a:chExt cx="1396570" cy="385016"/>
          </a:xfrm>
        </p:grpSpPr>
        <p:cxnSp>
          <p:nvCxnSpPr>
            <p:cNvPr id="7932" name="Google Shape;7932;p7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933" name="Google Shape;7933;p7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934" name="Google Shape;7934;p76"/>
            <p:cNvGrpSpPr/>
            <p:nvPr/>
          </p:nvGrpSpPr>
          <p:grpSpPr>
            <a:xfrm>
              <a:off x="5287688" y="3173364"/>
              <a:ext cx="1395166" cy="74100"/>
              <a:chOff x="5287688" y="3173364"/>
              <a:chExt cx="1395166" cy="74100"/>
            </a:xfrm>
          </p:grpSpPr>
          <p:cxnSp>
            <p:nvCxnSpPr>
              <p:cNvPr id="7935" name="Google Shape;7935;p7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936" name="Google Shape;7936;p7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937" name="Google Shape;7937;p7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938" name="Google Shape;7938;p7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939" name="Google Shape;7939;p7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940" name="Google Shape;7940;p7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941" name="Google Shape;7941;p7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942" name="Google Shape;7942;p7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943" name="Google Shape;7943;p7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944" name="Google Shape;7944;p76"/>
          <p:cNvGrpSpPr/>
          <p:nvPr/>
        </p:nvGrpSpPr>
        <p:grpSpPr>
          <a:xfrm>
            <a:off x="2021150" y="1609224"/>
            <a:ext cx="1182276" cy="662027"/>
            <a:chOff x="2029517" y="1732295"/>
            <a:chExt cx="1149068" cy="643432"/>
          </a:xfrm>
        </p:grpSpPr>
        <p:grpSp>
          <p:nvGrpSpPr>
            <p:cNvPr id="7945" name="Google Shape;7945;p76"/>
            <p:cNvGrpSpPr/>
            <p:nvPr/>
          </p:nvGrpSpPr>
          <p:grpSpPr>
            <a:xfrm>
              <a:off x="2708660" y="1746937"/>
              <a:ext cx="455427" cy="244429"/>
              <a:chOff x="2700693" y="1746937"/>
              <a:chExt cx="455427" cy="244429"/>
            </a:xfrm>
          </p:grpSpPr>
          <p:grpSp>
            <p:nvGrpSpPr>
              <p:cNvPr id="7946" name="Google Shape;7946;p76"/>
              <p:cNvGrpSpPr/>
              <p:nvPr/>
            </p:nvGrpSpPr>
            <p:grpSpPr>
              <a:xfrm>
                <a:off x="2905682" y="1782817"/>
                <a:ext cx="250438" cy="208549"/>
                <a:chOff x="2905682" y="1782817"/>
                <a:chExt cx="250438" cy="208549"/>
              </a:xfrm>
            </p:grpSpPr>
            <p:cxnSp>
              <p:nvCxnSpPr>
                <p:cNvPr id="7947" name="Google Shape;7947;p7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948" name="Google Shape;7948;p7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9" name="Google Shape;7949;p76"/>
              <p:cNvGrpSpPr/>
              <p:nvPr/>
            </p:nvGrpSpPr>
            <p:grpSpPr>
              <a:xfrm>
                <a:off x="2700693" y="1746937"/>
                <a:ext cx="449967" cy="72374"/>
                <a:chOff x="2700693" y="1746937"/>
                <a:chExt cx="449967" cy="72374"/>
              </a:xfrm>
            </p:grpSpPr>
            <p:cxnSp>
              <p:nvCxnSpPr>
                <p:cNvPr id="7950" name="Google Shape;7950;p7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951" name="Google Shape;7951;p7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52" name="Google Shape;7952;p76"/>
            <p:cNvGrpSpPr/>
            <p:nvPr/>
          </p:nvGrpSpPr>
          <p:grpSpPr>
            <a:xfrm>
              <a:off x="2029517" y="1732295"/>
              <a:ext cx="1149068" cy="643432"/>
              <a:chOff x="2029517" y="1732295"/>
              <a:chExt cx="1149068" cy="643432"/>
            </a:xfrm>
          </p:grpSpPr>
          <p:grpSp>
            <p:nvGrpSpPr>
              <p:cNvPr id="7953" name="Google Shape;7953;p76"/>
              <p:cNvGrpSpPr/>
              <p:nvPr/>
            </p:nvGrpSpPr>
            <p:grpSpPr>
              <a:xfrm>
                <a:off x="2703618" y="2103152"/>
                <a:ext cx="474966" cy="260017"/>
                <a:chOff x="2703618" y="2103152"/>
                <a:chExt cx="474966" cy="260017"/>
              </a:xfrm>
            </p:grpSpPr>
            <p:grpSp>
              <p:nvGrpSpPr>
                <p:cNvPr id="7954" name="Google Shape;7954;p76"/>
                <p:cNvGrpSpPr/>
                <p:nvPr/>
              </p:nvGrpSpPr>
              <p:grpSpPr>
                <a:xfrm>
                  <a:off x="2703618" y="2290640"/>
                  <a:ext cx="450291" cy="72529"/>
                  <a:chOff x="2703618" y="2290640"/>
                  <a:chExt cx="450291" cy="72529"/>
                </a:xfrm>
              </p:grpSpPr>
              <p:cxnSp>
                <p:nvCxnSpPr>
                  <p:cNvPr id="7955" name="Google Shape;7955;p7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956" name="Google Shape;7956;p7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7" name="Google Shape;7957;p76"/>
                <p:cNvGrpSpPr/>
                <p:nvPr/>
              </p:nvGrpSpPr>
              <p:grpSpPr>
                <a:xfrm>
                  <a:off x="2908607" y="2103152"/>
                  <a:ext cx="269977" cy="223538"/>
                  <a:chOff x="2908607" y="2103152"/>
                  <a:chExt cx="269977" cy="223538"/>
                </a:xfrm>
              </p:grpSpPr>
              <p:cxnSp>
                <p:nvCxnSpPr>
                  <p:cNvPr id="7958" name="Google Shape;7958;p7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959" name="Google Shape;7959;p7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60" name="Google Shape;7960;p76"/>
              <p:cNvGrpSpPr/>
              <p:nvPr/>
            </p:nvGrpSpPr>
            <p:grpSpPr>
              <a:xfrm>
                <a:off x="2029517" y="1732295"/>
                <a:ext cx="685827" cy="643432"/>
                <a:chOff x="2029517" y="1732295"/>
                <a:chExt cx="685827" cy="643432"/>
              </a:xfrm>
            </p:grpSpPr>
            <p:sp>
              <p:nvSpPr>
                <p:cNvPr id="7961" name="Google Shape;7961;p7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2" name="Google Shape;7962;p76"/>
                <p:cNvGrpSpPr/>
                <p:nvPr/>
              </p:nvGrpSpPr>
              <p:grpSpPr>
                <a:xfrm>
                  <a:off x="2158948" y="1732295"/>
                  <a:ext cx="556396" cy="333108"/>
                  <a:chOff x="2158948" y="1732295"/>
                  <a:chExt cx="556396" cy="333108"/>
                </a:xfrm>
              </p:grpSpPr>
              <p:cxnSp>
                <p:nvCxnSpPr>
                  <p:cNvPr id="7963" name="Google Shape;7963;p7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964" name="Google Shape;7964;p7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5" name="Google Shape;7965;p76"/>
                <p:cNvGrpSpPr/>
                <p:nvPr/>
              </p:nvGrpSpPr>
              <p:grpSpPr>
                <a:xfrm>
                  <a:off x="2159908" y="2065057"/>
                  <a:ext cx="550884" cy="310670"/>
                  <a:chOff x="2159908" y="2065057"/>
                  <a:chExt cx="550884" cy="310670"/>
                </a:xfrm>
              </p:grpSpPr>
              <p:cxnSp>
                <p:nvCxnSpPr>
                  <p:cNvPr id="7966" name="Google Shape;7966;p7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967" name="Google Shape;7967;p7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968" name="Google Shape;7968;p76"/>
          <p:cNvGrpSpPr/>
          <p:nvPr/>
        </p:nvGrpSpPr>
        <p:grpSpPr>
          <a:xfrm>
            <a:off x="706399" y="1556837"/>
            <a:ext cx="962651" cy="810058"/>
            <a:chOff x="844912" y="1681380"/>
            <a:chExt cx="935611" cy="787305"/>
          </a:xfrm>
        </p:grpSpPr>
        <p:grpSp>
          <p:nvGrpSpPr>
            <p:cNvPr id="7969" name="Google Shape;7969;p76"/>
            <p:cNvGrpSpPr/>
            <p:nvPr/>
          </p:nvGrpSpPr>
          <p:grpSpPr>
            <a:xfrm>
              <a:off x="844912" y="1819635"/>
              <a:ext cx="329836" cy="510016"/>
              <a:chOff x="844912" y="1819635"/>
              <a:chExt cx="329836" cy="510016"/>
            </a:xfrm>
          </p:grpSpPr>
          <p:sp>
            <p:nvSpPr>
              <p:cNvPr id="7970" name="Google Shape;7970;p7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6" name="Google Shape;7976;p76"/>
            <p:cNvGrpSpPr/>
            <p:nvPr/>
          </p:nvGrpSpPr>
          <p:grpSpPr>
            <a:xfrm>
              <a:off x="1284601" y="2158168"/>
              <a:ext cx="495923" cy="310517"/>
              <a:chOff x="1284601" y="2158168"/>
              <a:chExt cx="495923" cy="310517"/>
            </a:xfrm>
          </p:grpSpPr>
          <p:sp>
            <p:nvSpPr>
              <p:cNvPr id="7977" name="Google Shape;7977;p7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8" name="Google Shape;7978;p76"/>
              <p:cNvGrpSpPr/>
              <p:nvPr/>
            </p:nvGrpSpPr>
            <p:grpSpPr>
              <a:xfrm>
                <a:off x="1507666" y="2158168"/>
                <a:ext cx="272858" cy="310517"/>
                <a:chOff x="1507666" y="2158168"/>
                <a:chExt cx="272858" cy="310517"/>
              </a:xfrm>
            </p:grpSpPr>
            <p:grpSp>
              <p:nvGrpSpPr>
                <p:cNvPr id="7979" name="Google Shape;7979;p76"/>
                <p:cNvGrpSpPr/>
                <p:nvPr/>
              </p:nvGrpSpPr>
              <p:grpSpPr>
                <a:xfrm>
                  <a:off x="1507666" y="2176104"/>
                  <a:ext cx="166395" cy="273149"/>
                  <a:chOff x="1507666" y="2176104"/>
                  <a:chExt cx="166395" cy="273149"/>
                </a:xfrm>
              </p:grpSpPr>
              <p:sp>
                <p:nvSpPr>
                  <p:cNvPr id="7980" name="Google Shape;7980;p7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7" name="Google Shape;7987;p7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89" name="Google Shape;7989;p76"/>
            <p:cNvGrpSpPr/>
            <p:nvPr/>
          </p:nvGrpSpPr>
          <p:grpSpPr>
            <a:xfrm>
              <a:off x="1284601" y="1681380"/>
              <a:ext cx="495923" cy="310517"/>
              <a:chOff x="1284601" y="1681380"/>
              <a:chExt cx="495923" cy="310517"/>
            </a:xfrm>
          </p:grpSpPr>
          <p:sp>
            <p:nvSpPr>
              <p:cNvPr id="7990" name="Google Shape;7990;p7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1" name="Google Shape;7991;p76"/>
              <p:cNvGrpSpPr/>
              <p:nvPr/>
            </p:nvGrpSpPr>
            <p:grpSpPr>
              <a:xfrm>
                <a:off x="1507666" y="1681380"/>
                <a:ext cx="272858" cy="310517"/>
                <a:chOff x="1507666" y="1681380"/>
                <a:chExt cx="272858" cy="310517"/>
              </a:xfrm>
            </p:grpSpPr>
            <p:grpSp>
              <p:nvGrpSpPr>
                <p:cNvPr id="7992" name="Google Shape;7992;p76"/>
                <p:cNvGrpSpPr/>
                <p:nvPr/>
              </p:nvGrpSpPr>
              <p:grpSpPr>
                <a:xfrm>
                  <a:off x="1507666" y="1700120"/>
                  <a:ext cx="166395" cy="272984"/>
                  <a:chOff x="1507666" y="1700120"/>
                  <a:chExt cx="166395" cy="272984"/>
                </a:xfrm>
              </p:grpSpPr>
              <p:sp>
                <p:nvSpPr>
                  <p:cNvPr id="7993" name="Google Shape;7993;p7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00" name="Google Shape;8000;p7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02" name="Google Shape;8002;p76"/>
          <p:cNvGrpSpPr/>
          <p:nvPr/>
        </p:nvGrpSpPr>
        <p:grpSpPr>
          <a:xfrm>
            <a:off x="6815339" y="2324267"/>
            <a:ext cx="1622269" cy="552443"/>
            <a:chOff x="6894650" y="2574740"/>
            <a:chExt cx="1445100" cy="492111"/>
          </a:xfrm>
        </p:grpSpPr>
        <p:sp>
          <p:nvSpPr>
            <p:cNvPr id="8003" name="Google Shape;8003;p7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08" name="Google Shape;8008;p7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009" name="Google Shape;8009;p76"/>
          <p:cNvGrpSpPr/>
          <p:nvPr/>
        </p:nvGrpSpPr>
        <p:grpSpPr>
          <a:xfrm>
            <a:off x="6834882" y="3698522"/>
            <a:ext cx="1583206" cy="475705"/>
            <a:chOff x="6953919" y="3907920"/>
            <a:chExt cx="1377300" cy="475705"/>
          </a:xfrm>
        </p:grpSpPr>
        <p:cxnSp>
          <p:nvCxnSpPr>
            <p:cNvPr id="8010" name="Google Shape;8010;p7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011" name="Google Shape;8011;p7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012" name="Google Shape;8012;p7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013" name="Google Shape;8013;p7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014" name="Google Shape;8014;p7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015" name="Google Shape;8015;p76"/>
          <p:cNvGrpSpPr/>
          <p:nvPr/>
        </p:nvGrpSpPr>
        <p:grpSpPr>
          <a:xfrm>
            <a:off x="2338470" y="2459668"/>
            <a:ext cx="836286" cy="824529"/>
            <a:chOff x="2389399" y="2595741"/>
            <a:chExt cx="812796" cy="801369"/>
          </a:xfrm>
        </p:grpSpPr>
        <p:grpSp>
          <p:nvGrpSpPr>
            <p:cNvPr id="8016" name="Google Shape;8016;p76"/>
            <p:cNvGrpSpPr/>
            <p:nvPr/>
          </p:nvGrpSpPr>
          <p:grpSpPr>
            <a:xfrm>
              <a:off x="2492145" y="2881565"/>
              <a:ext cx="607300" cy="229751"/>
              <a:chOff x="2492145" y="2881565"/>
              <a:chExt cx="607300" cy="229751"/>
            </a:xfrm>
          </p:grpSpPr>
          <p:sp>
            <p:nvSpPr>
              <p:cNvPr id="8017" name="Google Shape;8017;p7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0" name="Google Shape;8020;p76"/>
            <p:cNvGrpSpPr/>
            <p:nvPr/>
          </p:nvGrpSpPr>
          <p:grpSpPr>
            <a:xfrm>
              <a:off x="2389399" y="2595741"/>
              <a:ext cx="812796" cy="296825"/>
              <a:chOff x="2389399" y="2595741"/>
              <a:chExt cx="812796" cy="296825"/>
            </a:xfrm>
          </p:grpSpPr>
          <p:grpSp>
            <p:nvGrpSpPr>
              <p:cNvPr id="8021" name="Google Shape;8021;p76"/>
              <p:cNvGrpSpPr/>
              <p:nvPr/>
            </p:nvGrpSpPr>
            <p:grpSpPr>
              <a:xfrm>
                <a:off x="2389399" y="2595741"/>
                <a:ext cx="363638" cy="296825"/>
                <a:chOff x="2389399" y="2595741"/>
                <a:chExt cx="363638" cy="296825"/>
              </a:xfrm>
            </p:grpSpPr>
            <p:grpSp>
              <p:nvGrpSpPr>
                <p:cNvPr id="8022" name="Google Shape;8022;p76"/>
                <p:cNvGrpSpPr/>
                <p:nvPr/>
              </p:nvGrpSpPr>
              <p:grpSpPr>
                <a:xfrm>
                  <a:off x="2493852" y="2794333"/>
                  <a:ext cx="259185" cy="98232"/>
                  <a:chOff x="2493852" y="2794333"/>
                  <a:chExt cx="259185" cy="98232"/>
                </a:xfrm>
              </p:grpSpPr>
              <p:sp>
                <p:nvSpPr>
                  <p:cNvPr id="8023" name="Google Shape;8023;p7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6" name="Google Shape;8026;p76"/>
                <p:cNvGrpSpPr/>
                <p:nvPr/>
              </p:nvGrpSpPr>
              <p:grpSpPr>
                <a:xfrm>
                  <a:off x="2389399" y="2595741"/>
                  <a:ext cx="224343" cy="182054"/>
                  <a:chOff x="2389399" y="2595741"/>
                  <a:chExt cx="224343" cy="182054"/>
                </a:xfrm>
              </p:grpSpPr>
              <p:sp>
                <p:nvSpPr>
                  <p:cNvPr id="8027" name="Google Shape;8027;p7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29" name="Google Shape;8029;p76"/>
              <p:cNvGrpSpPr/>
              <p:nvPr/>
            </p:nvGrpSpPr>
            <p:grpSpPr>
              <a:xfrm>
                <a:off x="2683630" y="2595741"/>
                <a:ext cx="224334" cy="296825"/>
                <a:chOff x="2683630" y="2595741"/>
                <a:chExt cx="224334" cy="296825"/>
              </a:xfrm>
            </p:grpSpPr>
            <p:grpSp>
              <p:nvGrpSpPr>
                <p:cNvPr id="8030" name="Google Shape;8030;p76"/>
                <p:cNvGrpSpPr/>
                <p:nvPr/>
              </p:nvGrpSpPr>
              <p:grpSpPr>
                <a:xfrm>
                  <a:off x="2788083" y="2794333"/>
                  <a:ext cx="15356" cy="98232"/>
                  <a:chOff x="2788083" y="2794333"/>
                  <a:chExt cx="15356" cy="98232"/>
                </a:xfrm>
              </p:grpSpPr>
              <p:sp>
                <p:nvSpPr>
                  <p:cNvPr id="8031" name="Google Shape;8031;p7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4" name="Google Shape;8034;p76"/>
                <p:cNvGrpSpPr/>
                <p:nvPr/>
              </p:nvGrpSpPr>
              <p:grpSpPr>
                <a:xfrm>
                  <a:off x="2683630" y="2595741"/>
                  <a:ext cx="224334" cy="182054"/>
                  <a:chOff x="2683630" y="2595741"/>
                  <a:chExt cx="224334" cy="182054"/>
                </a:xfrm>
              </p:grpSpPr>
              <p:sp>
                <p:nvSpPr>
                  <p:cNvPr id="8035" name="Google Shape;8035;p7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7" name="Google Shape;8037;p76"/>
              <p:cNvGrpSpPr/>
              <p:nvPr/>
            </p:nvGrpSpPr>
            <p:grpSpPr>
              <a:xfrm>
                <a:off x="2838475" y="2595741"/>
                <a:ext cx="363719" cy="296825"/>
                <a:chOff x="2838475" y="2595741"/>
                <a:chExt cx="363719" cy="296825"/>
              </a:xfrm>
            </p:grpSpPr>
            <p:grpSp>
              <p:nvGrpSpPr>
                <p:cNvPr id="8038" name="Google Shape;8038;p76"/>
                <p:cNvGrpSpPr/>
                <p:nvPr/>
              </p:nvGrpSpPr>
              <p:grpSpPr>
                <a:xfrm>
                  <a:off x="2838475" y="2794333"/>
                  <a:ext cx="259185" cy="98232"/>
                  <a:chOff x="2838475" y="2794333"/>
                  <a:chExt cx="259185" cy="98232"/>
                </a:xfrm>
              </p:grpSpPr>
              <p:sp>
                <p:nvSpPr>
                  <p:cNvPr id="8039" name="Google Shape;8039;p7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76"/>
                <p:cNvGrpSpPr/>
                <p:nvPr/>
              </p:nvGrpSpPr>
              <p:grpSpPr>
                <a:xfrm>
                  <a:off x="2977852" y="2595741"/>
                  <a:ext cx="224343" cy="182054"/>
                  <a:chOff x="2977852" y="2595741"/>
                  <a:chExt cx="224343" cy="182054"/>
                </a:xfrm>
              </p:grpSpPr>
              <p:sp>
                <p:nvSpPr>
                  <p:cNvPr id="8043" name="Google Shape;8043;p7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45" name="Google Shape;8045;p76"/>
            <p:cNvGrpSpPr/>
            <p:nvPr/>
          </p:nvGrpSpPr>
          <p:grpSpPr>
            <a:xfrm>
              <a:off x="2389399" y="3100241"/>
              <a:ext cx="812796" cy="296869"/>
              <a:chOff x="2389399" y="3100241"/>
              <a:chExt cx="812796" cy="296869"/>
            </a:xfrm>
          </p:grpSpPr>
          <p:grpSp>
            <p:nvGrpSpPr>
              <p:cNvPr id="8046" name="Google Shape;8046;p76"/>
              <p:cNvGrpSpPr/>
              <p:nvPr/>
            </p:nvGrpSpPr>
            <p:grpSpPr>
              <a:xfrm>
                <a:off x="2683630" y="3100241"/>
                <a:ext cx="224334" cy="296869"/>
                <a:chOff x="2683630" y="3100241"/>
                <a:chExt cx="224334" cy="296869"/>
              </a:xfrm>
            </p:grpSpPr>
            <p:grpSp>
              <p:nvGrpSpPr>
                <p:cNvPr id="8047" name="Google Shape;8047;p76"/>
                <p:cNvGrpSpPr/>
                <p:nvPr/>
              </p:nvGrpSpPr>
              <p:grpSpPr>
                <a:xfrm>
                  <a:off x="2788083" y="3100241"/>
                  <a:ext cx="15356" cy="98237"/>
                  <a:chOff x="2788083" y="3100241"/>
                  <a:chExt cx="15356" cy="98237"/>
                </a:xfrm>
              </p:grpSpPr>
              <p:sp>
                <p:nvSpPr>
                  <p:cNvPr id="8048" name="Google Shape;8048;p7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1" name="Google Shape;8051;p76"/>
                <p:cNvGrpSpPr/>
                <p:nvPr/>
              </p:nvGrpSpPr>
              <p:grpSpPr>
                <a:xfrm>
                  <a:off x="2683630" y="3215065"/>
                  <a:ext cx="224334" cy="182045"/>
                  <a:chOff x="2683630" y="3215065"/>
                  <a:chExt cx="224334" cy="182045"/>
                </a:xfrm>
              </p:grpSpPr>
              <p:sp>
                <p:nvSpPr>
                  <p:cNvPr id="8052" name="Google Shape;8052;p7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4" name="Google Shape;8054;p76"/>
              <p:cNvGrpSpPr/>
              <p:nvPr/>
            </p:nvGrpSpPr>
            <p:grpSpPr>
              <a:xfrm>
                <a:off x="2389399" y="3100241"/>
                <a:ext cx="363638" cy="296869"/>
                <a:chOff x="2389399" y="3100241"/>
                <a:chExt cx="363638" cy="296869"/>
              </a:xfrm>
            </p:grpSpPr>
            <p:grpSp>
              <p:nvGrpSpPr>
                <p:cNvPr id="8055" name="Google Shape;8055;p76"/>
                <p:cNvGrpSpPr/>
                <p:nvPr/>
              </p:nvGrpSpPr>
              <p:grpSpPr>
                <a:xfrm>
                  <a:off x="2493852" y="3100241"/>
                  <a:ext cx="259185" cy="98237"/>
                  <a:chOff x="2493852" y="3100241"/>
                  <a:chExt cx="259185" cy="98237"/>
                </a:xfrm>
              </p:grpSpPr>
              <p:sp>
                <p:nvSpPr>
                  <p:cNvPr id="8056" name="Google Shape;8056;p7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9" name="Google Shape;8059;p76"/>
                <p:cNvGrpSpPr/>
                <p:nvPr/>
              </p:nvGrpSpPr>
              <p:grpSpPr>
                <a:xfrm>
                  <a:off x="2389399" y="3215065"/>
                  <a:ext cx="224343" cy="182045"/>
                  <a:chOff x="2389399" y="3215065"/>
                  <a:chExt cx="224343" cy="182045"/>
                </a:xfrm>
              </p:grpSpPr>
              <p:sp>
                <p:nvSpPr>
                  <p:cNvPr id="8060" name="Google Shape;8060;p7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2" name="Google Shape;8062;p76"/>
              <p:cNvGrpSpPr/>
              <p:nvPr/>
            </p:nvGrpSpPr>
            <p:grpSpPr>
              <a:xfrm>
                <a:off x="2838475" y="3100241"/>
                <a:ext cx="363719" cy="296869"/>
                <a:chOff x="2838475" y="3100241"/>
                <a:chExt cx="363719" cy="296869"/>
              </a:xfrm>
            </p:grpSpPr>
            <p:grpSp>
              <p:nvGrpSpPr>
                <p:cNvPr id="8063" name="Google Shape;8063;p76"/>
                <p:cNvGrpSpPr/>
                <p:nvPr/>
              </p:nvGrpSpPr>
              <p:grpSpPr>
                <a:xfrm>
                  <a:off x="2838475" y="3100241"/>
                  <a:ext cx="259185" cy="98237"/>
                  <a:chOff x="2838475" y="3100241"/>
                  <a:chExt cx="259185" cy="98237"/>
                </a:xfrm>
              </p:grpSpPr>
              <p:sp>
                <p:nvSpPr>
                  <p:cNvPr id="8064" name="Google Shape;8064;p7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7" name="Google Shape;8067;p76"/>
                <p:cNvGrpSpPr/>
                <p:nvPr/>
              </p:nvGrpSpPr>
              <p:grpSpPr>
                <a:xfrm>
                  <a:off x="2977852" y="3215065"/>
                  <a:ext cx="224343" cy="182045"/>
                  <a:chOff x="2977852" y="3215065"/>
                  <a:chExt cx="224343" cy="182045"/>
                </a:xfrm>
              </p:grpSpPr>
              <p:sp>
                <p:nvSpPr>
                  <p:cNvPr id="8068" name="Google Shape;8068;p7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8073"/>
        <p:cNvGrpSpPr/>
        <p:nvPr/>
      </p:nvGrpSpPr>
      <p:grpSpPr>
        <a:xfrm>
          <a:off x="0" y="0"/>
          <a:ext cx="0" cy="0"/>
          <a:chOff x="0" y="0"/>
          <a:chExt cx="0" cy="0"/>
        </a:xfrm>
      </p:grpSpPr>
      <p:grpSp>
        <p:nvGrpSpPr>
          <p:cNvPr id="8074" name="Google Shape;8074;p77"/>
          <p:cNvGrpSpPr/>
          <p:nvPr/>
        </p:nvGrpSpPr>
        <p:grpSpPr>
          <a:xfrm>
            <a:off x="702088" y="3155922"/>
            <a:ext cx="2390414" cy="1024800"/>
            <a:chOff x="728925" y="3296613"/>
            <a:chExt cx="2390414" cy="1024800"/>
          </a:xfrm>
        </p:grpSpPr>
        <p:grpSp>
          <p:nvGrpSpPr>
            <p:cNvPr id="8075" name="Google Shape;8075;p77"/>
            <p:cNvGrpSpPr/>
            <p:nvPr/>
          </p:nvGrpSpPr>
          <p:grpSpPr>
            <a:xfrm>
              <a:off x="728925" y="3619800"/>
              <a:ext cx="2390414" cy="500893"/>
              <a:chOff x="728925" y="3619800"/>
              <a:chExt cx="2390414" cy="500893"/>
            </a:xfrm>
          </p:grpSpPr>
          <p:sp>
            <p:nvSpPr>
              <p:cNvPr id="8076" name="Google Shape;8076;p77"/>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077" name="Google Shape;8077;p77"/>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078" name="Google Shape;8078;p77"/>
            <p:cNvGrpSpPr/>
            <p:nvPr/>
          </p:nvGrpSpPr>
          <p:grpSpPr>
            <a:xfrm>
              <a:off x="1348050" y="3296613"/>
              <a:ext cx="1706152" cy="1024800"/>
              <a:chOff x="1348050" y="3296613"/>
              <a:chExt cx="1706152" cy="1024800"/>
            </a:xfrm>
          </p:grpSpPr>
          <p:sp>
            <p:nvSpPr>
              <p:cNvPr id="8079" name="Google Shape;8079;p77"/>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080" name="Google Shape;8080;p77"/>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081" name="Google Shape;8081;p77"/>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082" name="Google Shape;8082;p77"/>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083" name="Google Shape;8083;p77"/>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084" name="Google Shape;8084;p77"/>
            <p:cNvGrpSpPr/>
            <p:nvPr/>
          </p:nvGrpSpPr>
          <p:grpSpPr>
            <a:xfrm>
              <a:off x="1455707" y="3654858"/>
              <a:ext cx="1491150" cy="417657"/>
              <a:chOff x="1455707" y="3654858"/>
              <a:chExt cx="1491150" cy="417657"/>
            </a:xfrm>
          </p:grpSpPr>
          <p:sp>
            <p:nvSpPr>
              <p:cNvPr id="8085" name="Google Shape;8085;p77"/>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7"/>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7"/>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7"/>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7"/>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7"/>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7"/>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7"/>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7"/>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7"/>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7"/>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7"/>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7"/>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7"/>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7"/>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7"/>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7"/>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7"/>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7"/>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7"/>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105" name="Google Shape;8105;p77"/>
          <p:cNvGraphicFramePr/>
          <p:nvPr/>
        </p:nvGraphicFramePr>
        <p:xfrm>
          <a:off x="5937787" y="2153834"/>
          <a:ext cx="3000000" cy="3000000"/>
        </p:xfrm>
        <a:graphic>
          <a:graphicData uri="http://schemas.openxmlformats.org/drawingml/2006/table">
            <a:tbl>
              <a:tblPr>
                <a:noFill/>
                <a:tableStyleId>{14EB5DC0-6C13-44D8-B183-1ABDBCA710C1}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106" name="Google Shape;8106;p77"/>
          <p:cNvGrpSpPr/>
          <p:nvPr/>
        </p:nvGrpSpPr>
        <p:grpSpPr>
          <a:xfrm>
            <a:off x="710464" y="981599"/>
            <a:ext cx="2396505" cy="976502"/>
            <a:chOff x="749309" y="1112739"/>
            <a:chExt cx="2371603" cy="976502"/>
          </a:xfrm>
        </p:grpSpPr>
        <p:grpSp>
          <p:nvGrpSpPr>
            <p:cNvPr id="8107" name="Google Shape;8107;p77"/>
            <p:cNvGrpSpPr/>
            <p:nvPr/>
          </p:nvGrpSpPr>
          <p:grpSpPr>
            <a:xfrm>
              <a:off x="1092126" y="1112739"/>
              <a:ext cx="2028786" cy="975464"/>
              <a:chOff x="1092126" y="1112739"/>
              <a:chExt cx="2028786" cy="975464"/>
            </a:xfrm>
          </p:grpSpPr>
          <p:sp>
            <p:nvSpPr>
              <p:cNvPr id="8108" name="Google Shape;8108;p77"/>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7"/>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7"/>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7"/>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7"/>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7"/>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7"/>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7"/>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7"/>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7"/>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7"/>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7"/>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7"/>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7"/>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7"/>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7"/>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7"/>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7"/>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7"/>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7"/>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7"/>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7"/>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7"/>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7"/>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2" name="Google Shape;8132;p77"/>
            <p:cNvGrpSpPr/>
            <p:nvPr/>
          </p:nvGrpSpPr>
          <p:grpSpPr>
            <a:xfrm>
              <a:off x="749309" y="1112739"/>
              <a:ext cx="314700" cy="975464"/>
              <a:chOff x="749309" y="1112739"/>
              <a:chExt cx="314700" cy="975464"/>
            </a:xfrm>
          </p:grpSpPr>
          <p:sp>
            <p:nvSpPr>
              <p:cNvPr id="8133" name="Google Shape;8133;p77"/>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7"/>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7"/>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7"/>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37" name="Google Shape;8137;p7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141" name="Google Shape;8141;p77"/>
          <p:cNvGraphicFramePr/>
          <p:nvPr/>
        </p:nvGraphicFramePr>
        <p:xfrm>
          <a:off x="5937812" y="981584"/>
          <a:ext cx="3000000" cy="3000000"/>
        </p:xfrm>
        <a:graphic>
          <a:graphicData uri="http://schemas.openxmlformats.org/drawingml/2006/table">
            <a:tbl>
              <a:tblPr>
                <a:noFill/>
                <a:tableStyleId>{14EB5DC0-6C13-44D8-B183-1ABDBCA710C1}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142" name="Google Shape;8142;p77"/>
          <p:cNvGraphicFramePr/>
          <p:nvPr/>
        </p:nvGraphicFramePr>
        <p:xfrm>
          <a:off x="3358675" y="2153834"/>
          <a:ext cx="3000000" cy="3000000"/>
        </p:xfrm>
        <a:graphic>
          <a:graphicData uri="http://schemas.openxmlformats.org/drawingml/2006/table">
            <a:tbl>
              <a:tblPr>
                <a:noFill/>
                <a:tableStyleId>{14EB5DC0-6C13-44D8-B183-1ABDBCA710C1}</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143" name="Google Shape;8143;p77"/>
          <p:cNvGrpSpPr/>
          <p:nvPr/>
        </p:nvGrpSpPr>
        <p:grpSpPr>
          <a:xfrm>
            <a:off x="3360661" y="3144795"/>
            <a:ext cx="2363377" cy="1047062"/>
            <a:chOff x="3358399" y="3285485"/>
            <a:chExt cx="2363377" cy="1047062"/>
          </a:xfrm>
        </p:grpSpPr>
        <p:grpSp>
          <p:nvGrpSpPr>
            <p:cNvPr id="8144" name="Google Shape;8144;p77"/>
            <p:cNvGrpSpPr/>
            <p:nvPr/>
          </p:nvGrpSpPr>
          <p:grpSpPr>
            <a:xfrm>
              <a:off x="3358412" y="3285485"/>
              <a:ext cx="2363244" cy="139500"/>
              <a:chOff x="3358412" y="3285485"/>
              <a:chExt cx="2363244" cy="139500"/>
            </a:xfrm>
          </p:grpSpPr>
          <p:sp>
            <p:nvSpPr>
              <p:cNvPr id="8145" name="Google Shape;8145;p77"/>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7"/>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7"/>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7"/>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7"/>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0" name="Google Shape;8150;p77"/>
            <p:cNvGrpSpPr/>
            <p:nvPr/>
          </p:nvGrpSpPr>
          <p:grpSpPr>
            <a:xfrm>
              <a:off x="3358412" y="3466996"/>
              <a:ext cx="2363244" cy="139500"/>
              <a:chOff x="3358412" y="3466996"/>
              <a:chExt cx="2363244" cy="139500"/>
            </a:xfrm>
          </p:grpSpPr>
          <p:sp>
            <p:nvSpPr>
              <p:cNvPr id="8151" name="Google Shape;8151;p77"/>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7"/>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7"/>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7"/>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7"/>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6" name="Google Shape;8156;p77"/>
            <p:cNvGrpSpPr/>
            <p:nvPr/>
          </p:nvGrpSpPr>
          <p:grpSpPr>
            <a:xfrm>
              <a:off x="3358412" y="3648507"/>
              <a:ext cx="2363244" cy="139500"/>
              <a:chOff x="3358412" y="3648507"/>
              <a:chExt cx="2363244" cy="139500"/>
            </a:xfrm>
          </p:grpSpPr>
          <p:sp>
            <p:nvSpPr>
              <p:cNvPr id="8157" name="Google Shape;8157;p77"/>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7"/>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7"/>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7"/>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7"/>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2" name="Google Shape;8162;p77"/>
            <p:cNvGrpSpPr/>
            <p:nvPr/>
          </p:nvGrpSpPr>
          <p:grpSpPr>
            <a:xfrm>
              <a:off x="3358412" y="3830018"/>
              <a:ext cx="2363244" cy="139500"/>
              <a:chOff x="3358412" y="3830018"/>
              <a:chExt cx="2363244" cy="139500"/>
            </a:xfrm>
          </p:grpSpPr>
          <p:sp>
            <p:nvSpPr>
              <p:cNvPr id="8163" name="Google Shape;8163;p77"/>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7"/>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7"/>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7"/>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7"/>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8" name="Google Shape;8168;p77"/>
            <p:cNvGrpSpPr/>
            <p:nvPr/>
          </p:nvGrpSpPr>
          <p:grpSpPr>
            <a:xfrm>
              <a:off x="3358399" y="4011514"/>
              <a:ext cx="2363377" cy="139537"/>
              <a:chOff x="3294800" y="4134603"/>
              <a:chExt cx="2638876" cy="152400"/>
            </a:xfrm>
          </p:grpSpPr>
          <p:sp>
            <p:nvSpPr>
              <p:cNvPr id="8169" name="Google Shape;8169;p7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4" name="Google Shape;8174;p77"/>
            <p:cNvGrpSpPr/>
            <p:nvPr/>
          </p:nvGrpSpPr>
          <p:grpSpPr>
            <a:xfrm>
              <a:off x="3358399" y="4193010"/>
              <a:ext cx="2363377" cy="139537"/>
              <a:chOff x="3294800" y="4134603"/>
              <a:chExt cx="2638876" cy="152400"/>
            </a:xfrm>
          </p:grpSpPr>
          <p:sp>
            <p:nvSpPr>
              <p:cNvPr id="8175" name="Google Shape;8175;p7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180" name="Google Shape;8180;p77"/>
          <p:cNvGraphicFramePr/>
          <p:nvPr/>
        </p:nvGraphicFramePr>
        <p:xfrm>
          <a:off x="711463" y="2153834"/>
          <a:ext cx="3000000" cy="3000000"/>
        </p:xfrm>
        <a:graphic>
          <a:graphicData uri="http://schemas.openxmlformats.org/drawingml/2006/table">
            <a:tbl>
              <a:tblPr>
                <a:noFill/>
                <a:tableStyleId>{14EB5DC0-6C13-44D8-B183-1ABDBCA710C1}</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181" name="Google Shape;8181;p77"/>
          <p:cNvGrpSpPr/>
          <p:nvPr/>
        </p:nvGrpSpPr>
        <p:grpSpPr>
          <a:xfrm>
            <a:off x="4161132" y="2557649"/>
            <a:ext cx="1302095" cy="60959"/>
            <a:chOff x="3558802" y="4011427"/>
            <a:chExt cx="1866000" cy="111300"/>
          </a:xfrm>
        </p:grpSpPr>
        <p:sp>
          <p:nvSpPr>
            <p:cNvPr id="8182" name="Google Shape;8182;p7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77"/>
          <p:cNvGrpSpPr/>
          <p:nvPr/>
        </p:nvGrpSpPr>
        <p:grpSpPr>
          <a:xfrm>
            <a:off x="4706620" y="2839808"/>
            <a:ext cx="914340" cy="60959"/>
            <a:chOff x="3558802" y="4011427"/>
            <a:chExt cx="1866000" cy="111300"/>
          </a:xfrm>
        </p:grpSpPr>
        <p:sp>
          <p:nvSpPr>
            <p:cNvPr id="8185" name="Google Shape;8185;p7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7" name="Google Shape;8187;p77"/>
          <p:cNvGrpSpPr/>
          <p:nvPr/>
        </p:nvGrpSpPr>
        <p:grpSpPr>
          <a:xfrm>
            <a:off x="5871419" y="3167606"/>
            <a:ext cx="2522867" cy="1001454"/>
            <a:chOff x="1904318" y="789980"/>
            <a:chExt cx="1489472" cy="606868"/>
          </a:xfrm>
        </p:grpSpPr>
        <p:cxnSp>
          <p:nvCxnSpPr>
            <p:cNvPr id="8188" name="Google Shape;8188;p7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189" name="Google Shape;8189;p7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190" name="Google Shape;8190;p7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191" name="Google Shape;8191;p77"/>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192" name="Google Shape;8192;p77"/>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193" name="Google Shape;8193;p77"/>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194" name="Google Shape;8194;p77"/>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195" name="Google Shape;8195;p7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7"/>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202" name="Google Shape;8202;p77"/>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203" name="Google Shape;8203;p77"/>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204" name="Google Shape;8204;p7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5" name="Google Shape;8205;p77"/>
          <p:cNvGrpSpPr/>
          <p:nvPr/>
        </p:nvGrpSpPr>
        <p:grpSpPr>
          <a:xfrm>
            <a:off x="3355824" y="951642"/>
            <a:ext cx="2363393" cy="1005865"/>
            <a:chOff x="3292400" y="1193188"/>
            <a:chExt cx="2615240" cy="1131075"/>
          </a:xfrm>
        </p:grpSpPr>
        <p:sp>
          <p:nvSpPr>
            <p:cNvPr id="8206" name="Google Shape;8206;p77"/>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07" name="Google Shape;8207;p77"/>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08" name="Google Shape;8208;p77"/>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209" name="Google Shape;8209;p77"/>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210" name="Google Shape;8210;p77"/>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211" name="Google Shape;8211;p77"/>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212" name="Google Shape;8212;p77"/>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213" name="Google Shape;8213;p77"/>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214" name="Google Shape;8214;p77"/>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215" name="Google Shape;8215;p77"/>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216" name="Google Shape;8216;p77"/>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17" name="Google Shape;8217;p77"/>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218" name="Google Shape;8218;p77"/>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219" name="Google Shape;8219;p77"/>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220" name="Google Shape;8220;p77"/>
            <p:cNvGrpSpPr/>
            <p:nvPr/>
          </p:nvGrpSpPr>
          <p:grpSpPr>
            <a:xfrm>
              <a:off x="3748438" y="1378608"/>
              <a:ext cx="2159202" cy="903971"/>
              <a:chOff x="1683525" y="2179850"/>
              <a:chExt cx="4519050" cy="2134525"/>
            </a:xfrm>
          </p:grpSpPr>
          <p:sp>
            <p:nvSpPr>
              <p:cNvPr id="8221" name="Google Shape;8221;p7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22" name="Google Shape;8222;p7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23" name="Google Shape;8223;p7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24" name="Google Shape;8224;p7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25" name="Google Shape;8225;p7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26" name="Google Shape;8226;p7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27" name="Google Shape;8227;p7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28" name="Google Shape;8228;p7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29" name="Google Shape;8229;p7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30" name="Google Shape;8230;p7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31" name="Google Shape;8231;p7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232" name="Google Shape;8232;p7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8236"/>
        <p:cNvGrpSpPr/>
        <p:nvPr/>
      </p:nvGrpSpPr>
      <p:grpSpPr>
        <a:xfrm>
          <a:off x="0" y="0"/>
          <a:ext cx="0" cy="0"/>
          <a:chOff x="0" y="0"/>
          <a:chExt cx="0" cy="0"/>
        </a:xfrm>
      </p:grpSpPr>
      <p:grpSp>
        <p:nvGrpSpPr>
          <p:cNvPr id="8237" name="Google Shape;8237;p78"/>
          <p:cNvGrpSpPr/>
          <p:nvPr/>
        </p:nvGrpSpPr>
        <p:grpSpPr>
          <a:xfrm>
            <a:off x="4796690" y="970936"/>
            <a:ext cx="745431" cy="718863"/>
            <a:chOff x="4249973" y="1201875"/>
            <a:chExt cx="1958568" cy="1888762"/>
          </a:xfrm>
        </p:grpSpPr>
        <p:sp>
          <p:nvSpPr>
            <p:cNvPr id="8238" name="Google Shape;8238;p78"/>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9" name="Google Shape;8239;p78"/>
            <p:cNvGrpSpPr/>
            <p:nvPr/>
          </p:nvGrpSpPr>
          <p:grpSpPr>
            <a:xfrm>
              <a:off x="5853086" y="1789142"/>
              <a:ext cx="355454" cy="1048099"/>
              <a:chOff x="5576108" y="2016725"/>
              <a:chExt cx="565200" cy="1666560"/>
            </a:xfrm>
          </p:grpSpPr>
          <p:sp>
            <p:nvSpPr>
              <p:cNvPr id="8240" name="Google Shape;8240;p78"/>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241" name="Google Shape;8241;p7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2" name="Google Shape;8242;p78"/>
            <p:cNvGrpSpPr/>
            <p:nvPr/>
          </p:nvGrpSpPr>
          <p:grpSpPr>
            <a:xfrm>
              <a:off x="4869455" y="2691676"/>
              <a:ext cx="1013897" cy="398961"/>
              <a:chOff x="4012057" y="3451825"/>
              <a:chExt cx="1612175" cy="634379"/>
            </a:xfrm>
          </p:grpSpPr>
          <p:sp>
            <p:nvSpPr>
              <p:cNvPr id="8243" name="Google Shape;8243;p78"/>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244" name="Google Shape;8244;p7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5" name="Google Shape;8245;p78"/>
            <p:cNvGrpSpPr/>
            <p:nvPr/>
          </p:nvGrpSpPr>
          <p:grpSpPr>
            <a:xfrm>
              <a:off x="4276937" y="2155961"/>
              <a:ext cx="651965" cy="891358"/>
              <a:chOff x="3069908" y="2599997"/>
              <a:chExt cx="1036675" cy="1417328"/>
            </a:xfrm>
          </p:grpSpPr>
          <p:sp>
            <p:nvSpPr>
              <p:cNvPr id="8246" name="Google Shape;8246;p78"/>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247" name="Google Shape;8247;p7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8" name="Google Shape;8248;p78"/>
            <p:cNvGrpSpPr/>
            <p:nvPr/>
          </p:nvGrpSpPr>
          <p:grpSpPr>
            <a:xfrm>
              <a:off x="5054918" y="1201875"/>
              <a:ext cx="999548" cy="602711"/>
              <a:chOff x="4306958" y="1082925"/>
              <a:chExt cx="1589359" cy="958358"/>
            </a:xfrm>
          </p:grpSpPr>
          <p:sp>
            <p:nvSpPr>
              <p:cNvPr id="8249" name="Google Shape;8249;p78"/>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250" name="Google Shape;8250;p7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78"/>
            <p:cNvGrpSpPr/>
            <p:nvPr/>
          </p:nvGrpSpPr>
          <p:grpSpPr>
            <a:xfrm>
              <a:off x="4249973" y="1303451"/>
              <a:ext cx="799317" cy="841334"/>
              <a:chOff x="3027033" y="1244439"/>
              <a:chExt cx="1270977" cy="1337786"/>
            </a:xfrm>
          </p:grpSpPr>
          <p:sp>
            <p:nvSpPr>
              <p:cNvPr id="8252" name="Google Shape;8252;p78"/>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253" name="Google Shape;8253;p7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4" name="Google Shape;8254;p78"/>
          <p:cNvGrpSpPr/>
          <p:nvPr/>
        </p:nvGrpSpPr>
        <p:grpSpPr>
          <a:xfrm>
            <a:off x="713063" y="1849386"/>
            <a:ext cx="761767" cy="729896"/>
            <a:chOff x="2657744" y="2337745"/>
            <a:chExt cx="832987" cy="798137"/>
          </a:xfrm>
        </p:grpSpPr>
        <p:sp>
          <p:nvSpPr>
            <p:cNvPr id="8255" name="Google Shape;8255;p78"/>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8"/>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8"/>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78"/>
          <p:cNvGrpSpPr/>
          <p:nvPr/>
        </p:nvGrpSpPr>
        <p:grpSpPr>
          <a:xfrm>
            <a:off x="3224027" y="1852592"/>
            <a:ext cx="685569" cy="723586"/>
            <a:chOff x="3398134" y="2057755"/>
            <a:chExt cx="704087" cy="743130"/>
          </a:xfrm>
        </p:grpSpPr>
        <p:grpSp>
          <p:nvGrpSpPr>
            <p:cNvPr id="8262" name="Google Shape;8262;p78"/>
            <p:cNvGrpSpPr/>
            <p:nvPr/>
          </p:nvGrpSpPr>
          <p:grpSpPr>
            <a:xfrm>
              <a:off x="3398134" y="2290183"/>
              <a:ext cx="315300" cy="219900"/>
              <a:chOff x="3398134" y="2290183"/>
              <a:chExt cx="315300" cy="219900"/>
            </a:xfrm>
          </p:grpSpPr>
          <p:sp>
            <p:nvSpPr>
              <p:cNvPr id="8263" name="Google Shape;8263;p78"/>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264" name="Google Shape;8264;p78"/>
              <p:cNvCxnSpPr>
                <a:stCxn id="8263"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265" name="Google Shape;8265;p78"/>
            <p:cNvGrpSpPr/>
            <p:nvPr/>
          </p:nvGrpSpPr>
          <p:grpSpPr>
            <a:xfrm>
              <a:off x="3547823" y="2467358"/>
              <a:ext cx="219900" cy="333527"/>
              <a:chOff x="3547823" y="2467358"/>
              <a:chExt cx="219900" cy="333527"/>
            </a:xfrm>
          </p:grpSpPr>
          <p:sp>
            <p:nvSpPr>
              <p:cNvPr id="8266" name="Google Shape;8266;p78"/>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267" name="Google Shape;8267;p78"/>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268" name="Google Shape;8268;p78"/>
            <p:cNvGrpSpPr/>
            <p:nvPr/>
          </p:nvGrpSpPr>
          <p:grpSpPr>
            <a:xfrm>
              <a:off x="3734138" y="2467358"/>
              <a:ext cx="219900" cy="333527"/>
              <a:chOff x="3734138" y="2467358"/>
              <a:chExt cx="219900" cy="333527"/>
            </a:xfrm>
          </p:grpSpPr>
          <p:sp>
            <p:nvSpPr>
              <p:cNvPr id="8269" name="Google Shape;8269;p78"/>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270" name="Google Shape;8270;p78"/>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271" name="Google Shape;8271;p78"/>
            <p:cNvGrpSpPr/>
            <p:nvPr/>
          </p:nvGrpSpPr>
          <p:grpSpPr>
            <a:xfrm>
              <a:off x="3787560" y="2288011"/>
              <a:ext cx="314661" cy="219900"/>
              <a:chOff x="3787560" y="2288011"/>
              <a:chExt cx="314661" cy="219900"/>
            </a:xfrm>
          </p:grpSpPr>
          <p:sp>
            <p:nvSpPr>
              <p:cNvPr id="8272" name="Google Shape;8272;p78"/>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273" name="Google Shape;8273;p78"/>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274" name="Google Shape;8274;p78"/>
            <p:cNvGrpSpPr/>
            <p:nvPr/>
          </p:nvGrpSpPr>
          <p:grpSpPr>
            <a:xfrm>
              <a:off x="3637290" y="2057755"/>
              <a:ext cx="219900" cy="335499"/>
              <a:chOff x="3637290" y="2057755"/>
              <a:chExt cx="219900" cy="335499"/>
            </a:xfrm>
          </p:grpSpPr>
          <p:sp>
            <p:nvSpPr>
              <p:cNvPr id="8275" name="Google Shape;8275;p78"/>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276" name="Google Shape;8276;p78"/>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277" name="Google Shape;8277;p78"/>
          <p:cNvGrpSpPr/>
          <p:nvPr/>
        </p:nvGrpSpPr>
        <p:grpSpPr>
          <a:xfrm>
            <a:off x="4899249" y="1859288"/>
            <a:ext cx="710153" cy="710153"/>
            <a:chOff x="5007123" y="2079403"/>
            <a:chExt cx="687600" cy="687600"/>
          </a:xfrm>
        </p:grpSpPr>
        <p:sp>
          <p:nvSpPr>
            <p:cNvPr id="8278" name="Google Shape;8278;p78"/>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8"/>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8"/>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8"/>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2" name="Google Shape;8282;p78"/>
          <p:cNvGrpSpPr/>
          <p:nvPr/>
        </p:nvGrpSpPr>
        <p:grpSpPr>
          <a:xfrm>
            <a:off x="5708687" y="1853794"/>
            <a:ext cx="720998" cy="721183"/>
            <a:chOff x="5797446" y="2063053"/>
            <a:chExt cx="698100" cy="698280"/>
          </a:xfrm>
        </p:grpSpPr>
        <p:sp>
          <p:nvSpPr>
            <p:cNvPr id="8283" name="Google Shape;8283;p78"/>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8"/>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8"/>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8"/>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7" name="Google Shape;8287;p78"/>
          <p:cNvGrpSpPr/>
          <p:nvPr/>
        </p:nvGrpSpPr>
        <p:grpSpPr>
          <a:xfrm>
            <a:off x="8153834" y="3499399"/>
            <a:ext cx="280585" cy="673164"/>
            <a:chOff x="8075075" y="3754290"/>
            <a:chExt cx="255612" cy="613194"/>
          </a:xfrm>
        </p:grpSpPr>
        <p:grpSp>
          <p:nvGrpSpPr>
            <p:cNvPr id="8288" name="Google Shape;8288;p78"/>
            <p:cNvGrpSpPr/>
            <p:nvPr/>
          </p:nvGrpSpPr>
          <p:grpSpPr>
            <a:xfrm>
              <a:off x="8075075" y="3754290"/>
              <a:ext cx="255612" cy="613194"/>
              <a:chOff x="8075075" y="3754290"/>
              <a:chExt cx="255612" cy="613194"/>
            </a:xfrm>
          </p:grpSpPr>
          <p:sp>
            <p:nvSpPr>
              <p:cNvPr id="8289" name="Google Shape;8289;p78"/>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8"/>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1" name="Google Shape;8291;p78"/>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2" name="Google Shape;8292;p78"/>
          <p:cNvGrpSpPr/>
          <p:nvPr/>
        </p:nvGrpSpPr>
        <p:grpSpPr>
          <a:xfrm>
            <a:off x="5270892" y="3488196"/>
            <a:ext cx="470352" cy="683745"/>
            <a:chOff x="1697726" y="3244179"/>
            <a:chExt cx="788124" cy="1146069"/>
          </a:xfrm>
        </p:grpSpPr>
        <p:sp>
          <p:nvSpPr>
            <p:cNvPr id="8293" name="Google Shape;8293;p7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5" name="Google Shape;8295;p78"/>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6" name="Google Shape;8296;p78"/>
          <p:cNvGrpSpPr/>
          <p:nvPr/>
        </p:nvGrpSpPr>
        <p:grpSpPr>
          <a:xfrm>
            <a:off x="5892043" y="3499398"/>
            <a:ext cx="293891" cy="293845"/>
            <a:chOff x="6134814" y="3754290"/>
            <a:chExt cx="293891" cy="293845"/>
          </a:xfrm>
        </p:grpSpPr>
        <p:sp>
          <p:nvSpPr>
            <p:cNvPr id="8297" name="Google Shape;8297;p78"/>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8"/>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9" name="Google Shape;8299;p78"/>
          <p:cNvGrpSpPr/>
          <p:nvPr/>
        </p:nvGrpSpPr>
        <p:grpSpPr>
          <a:xfrm>
            <a:off x="5892043" y="3878069"/>
            <a:ext cx="293891" cy="293891"/>
            <a:chOff x="6134814" y="4086186"/>
            <a:chExt cx="293891" cy="293891"/>
          </a:xfrm>
        </p:grpSpPr>
        <p:sp>
          <p:nvSpPr>
            <p:cNvPr id="8300" name="Google Shape;8300;p78"/>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8"/>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2" name="Google Shape;8302;p78"/>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8"/>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04" name="Google Shape;8304;p78"/>
          <p:cNvGrpSpPr/>
          <p:nvPr/>
        </p:nvGrpSpPr>
        <p:grpSpPr>
          <a:xfrm>
            <a:off x="7817018" y="2706762"/>
            <a:ext cx="622883" cy="621944"/>
            <a:chOff x="1187048" y="238125"/>
            <a:chExt cx="5256397" cy="5248476"/>
          </a:xfrm>
        </p:grpSpPr>
        <p:sp>
          <p:nvSpPr>
            <p:cNvPr id="8305" name="Google Shape;8305;p7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8"/>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8"/>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8"/>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9" name="Google Shape;8309;p78"/>
          <p:cNvGrpSpPr/>
          <p:nvPr/>
        </p:nvGrpSpPr>
        <p:grpSpPr>
          <a:xfrm>
            <a:off x="2274123" y="2716370"/>
            <a:ext cx="1310987" cy="612407"/>
            <a:chOff x="238125" y="1188750"/>
            <a:chExt cx="7140450" cy="3335550"/>
          </a:xfrm>
        </p:grpSpPr>
        <p:sp>
          <p:nvSpPr>
            <p:cNvPr id="8310" name="Google Shape;8310;p7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5" name="Google Shape;8315;p78"/>
          <p:cNvGrpSpPr/>
          <p:nvPr/>
        </p:nvGrpSpPr>
        <p:grpSpPr>
          <a:xfrm>
            <a:off x="6599995" y="2706925"/>
            <a:ext cx="1110299" cy="621702"/>
            <a:chOff x="238125" y="1335475"/>
            <a:chExt cx="5418735" cy="3034175"/>
          </a:xfrm>
        </p:grpSpPr>
        <p:sp>
          <p:nvSpPr>
            <p:cNvPr id="8316" name="Google Shape;8316;p7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9" name="Google Shape;8319;p78"/>
          <p:cNvGrpSpPr/>
          <p:nvPr/>
        </p:nvGrpSpPr>
        <p:grpSpPr>
          <a:xfrm>
            <a:off x="5417655" y="2703822"/>
            <a:ext cx="1074451" cy="627181"/>
            <a:chOff x="5359127" y="2910889"/>
            <a:chExt cx="1097723" cy="640831"/>
          </a:xfrm>
        </p:grpSpPr>
        <p:grpSp>
          <p:nvGrpSpPr>
            <p:cNvPr id="8320" name="Google Shape;8320;p78"/>
            <p:cNvGrpSpPr/>
            <p:nvPr/>
          </p:nvGrpSpPr>
          <p:grpSpPr>
            <a:xfrm>
              <a:off x="5929791" y="3263088"/>
              <a:ext cx="527060" cy="287097"/>
              <a:chOff x="5929791" y="3263088"/>
              <a:chExt cx="527060" cy="287097"/>
            </a:xfrm>
          </p:grpSpPr>
          <p:sp>
            <p:nvSpPr>
              <p:cNvPr id="8321" name="Google Shape;8321;p78"/>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322" name="Google Shape;8322;p78"/>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323" name="Google Shape;8323;p78"/>
            <p:cNvGrpSpPr/>
            <p:nvPr/>
          </p:nvGrpSpPr>
          <p:grpSpPr>
            <a:xfrm>
              <a:off x="5359127" y="3263089"/>
              <a:ext cx="526428" cy="288631"/>
              <a:chOff x="5359127" y="3263089"/>
              <a:chExt cx="526428" cy="288631"/>
            </a:xfrm>
          </p:grpSpPr>
          <p:sp>
            <p:nvSpPr>
              <p:cNvPr id="8324" name="Google Shape;8324;p78"/>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325" name="Google Shape;8325;p78"/>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326" name="Google Shape;8326;p78"/>
            <p:cNvGrpSpPr/>
            <p:nvPr/>
          </p:nvGrpSpPr>
          <p:grpSpPr>
            <a:xfrm>
              <a:off x="5551525" y="2910889"/>
              <a:ext cx="520901" cy="610283"/>
              <a:chOff x="5551525" y="2910889"/>
              <a:chExt cx="520901" cy="610283"/>
            </a:xfrm>
          </p:grpSpPr>
          <p:sp>
            <p:nvSpPr>
              <p:cNvPr id="8327" name="Google Shape;8327;p78"/>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328" name="Google Shape;8328;p78"/>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329" name="Google Shape;8329;p78"/>
            <p:cNvGrpSpPr/>
            <p:nvPr/>
          </p:nvGrpSpPr>
          <p:grpSpPr>
            <a:xfrm>
              <a:off x="5743962" y="2919100"/>
              <a:ext cx="623674" cy="284502"/>
              <a:chOff x="5743962" y="2919100"/>
              <a:chExt cx="623674" cy="284502"/>
            </a:xfrm>
          </p:grpSpPr>
          <p:sp>
            <p:nvSpPr>
              <p:cNvPr id="8330" name="Google Shape;8330;p78"/>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331" name="Google Shape;8331;p78"/>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332" name="Google Shape;8332;p78"/>
          <p:cNvGrpSpPr/>
          <p:nvPr/>
        </p:nvGrpSpPr>
        <p:grpSpPr>
          <a:xfrm>
            <a:off x="7568868" y="1854534"/>
            <a:ext cx="874976" cy="719600"/>
            <a:chOff x="7608988" y="2093194"/>
            <a:chExt cx="817276" cy="672147"/>
          </a:xfrm>
        </p:grpSpPr>
        <p:cxnSp>
          <p:nvCxnSpPr>
            <p:cNvPr id="8333" name="Google Shape;8333;p78"/>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334" name="Google Shape;8334;p78"/>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335" name="Google Shape;8335;p78"/>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336" name="Google Shape;8336;p78"/>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337" name="Google Shape;8337;p78"/>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338" name="Google Shape;8338;p78"/>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339" name="Google Shape;8339;p78"/>
            <p:cNvGrpSpPr/>
            <p:nvPr/>
          </p:nvGrpSpPr>
          <p:grpSpPr>
            <a:xfrm>
              <a:off x="7721175" y="2093194"/>
              <a:ext cx="599587" cy="623846"/>
              <a:chOff x="7721175" y="2093194"/>
              <a:chExt cx="599587" cy="623846"/>
            </a:xfrm>
          </p:grpSpPr>
          <p:grpSp>
            <p:nvGrpSpPr>
              <p:cNvPr id="8340" name="Google Shape;8340;p78"/>
              <p:cNvGrpSpPr/>
              <p:nvPr/>
            </p:nvGrpSpPr>
            <p:grpSpPr>
              <a:xfrm>
                <a:off x="7721175" y="2093194"/>
                <a:ext cx="291605" cy="623846"/>
                <a:chOff x="9405575" y="2061418"/>
                <a:chExt cx="291605" cy="623846"/>
              </a:xfrm>
            </p:grpSpPr>
            <p:sp>
              <p:nvSpPr>
                <p:cNvPr id="8341" name="Google Shape;8341;p7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8" name="Google Shape;8348;p78"/>
              <p:cNvGrpSpPr/>
              <p:nvPr/>
            </p:nvGrpSpPr>
            <p:grpSpPr>
              <a:xfrm flipH="1">
                <a:off x="8029157" y="2093194"/>
                <a:ext cx="291605" cy="623846"/>
                <a:chOff x="9405575" y="2061418"/>
                <a:chExt cx="291605" cy="623846"/>
              </a:xfrm>
            </p:grpSpPr>
            <p:sp>
              <p:nvSpPr>
                <p:cNvPr id="8349" name="Google Shape;8349;p7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356" name="Google Shape;8356;p78"/>
          <p:cNvGrpSpPr/>
          <p:nvPr/>
        </p:nvGrpSpPr>
        <p:grpSpPr>
          <a:xfrm>
            <a:off x="4013304" y="970936"/>
            <a:ext cx="712557" cy="785901"/>
            <a:chOff x="4206459" y="1191441"/>
            <a:chExt cx="712557" cy="785901"/>
          </a:xfrm>
        </p:grpSpPr>
        <p:sp>
          <p:nvSpPr>
            <p:cNvPr id="8357" name="Google Shape;8357;p78"/>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8"/>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8"/>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8"/>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1" name="Google Shape;8361;p78"/>
            <p:cNvGrpSpPr/>
            <p:nvPr/>
          </p:nvGrpSpPr>
          <p:grpSpPr>
            <a:xfrm>
              <a:off x="4644280" y="1290523"/>
              <a:ext cx="143716" cy="29463"/>
              <a:chOff x="4644280" y="1290523"/>
              <a:chExt cx="143716" cy="29463"/>
            </a:xfrm>
          </p:grpSpPr>
          <p:sp>
            <p:nvSpPr>
              <p:cNvPr id="8362" name="Google Shape;8362;p78"/>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8"/>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8"/>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8"/>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6" name="Google Shape;8366;p78"/>
            <p:cNvGrpSpPr/>
            <p:nvPr/>
          </p:nvGrpSpPr>
          <p:grpSpPr>
            <a:xfrm>
              <a:off x="4356567" y="1191441"/>
              <a:ext cx="143690" cy="29488"/>
              <a:chOff x="4356567" y="1191441"/>
              <a:chExt cx="143690" cy="29488"/>
            </a:xfrm>
          </p:grpSpPr>
          <p:sp>
            <p:nvSpPr>
              <p:cNvPr id="8367" name="Google Shape;8367;p78"/>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8"/>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8"/>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8"/>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1" name="Google Shape;8371;p78"/>
            <p:cNvGrpSpPr/>
            <p:nvPr/>
          </p:nvGrpSpPr>
          <p:grpSpPr>
            <a:xfrm>
              <a:off x="4339009" y="1863727"/>
              <a:ext cx="143703" cy="29476"/>
              <a:chOff x="4339009" y="1863727"/>
              <a:chExt cx="143703" cy="29476"/>
            </a:xfrm>
          </p:grpSpPr>
          <p:sp>
            <p:nvSpPr>
              <p:cNvPr id="8372" name="Google Shape;8372;p78"/>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8"/>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8"/>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8"/>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6" name="Google Shape;8376;p78"/>
            <p:cNvGrpSpPr/>
            <p:nvPr/>
          </p:nvGrpSpPr>
          <p:grpSpPr>
            <a:xfrm>
              <a:off x="4206459" y="1607315"/>
              <a:ext cx="29539" cy="142899"/>
              <a:chOff x="4206459" y="1607315"/>
              <a:chExt cx="29539" cy="142899"/>
            </a:xfrm>
          </p:grpSpPr>
          <p:sp>
            <p:nvSpPr>
              <p:cNvPr id="8377" name="Google Shape;8377;p78"/>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8"/>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8"/>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8"/>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1" name="Google Shape;8381;p78"/>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8"/>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8"/>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8"/>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5" name="Google Shape;8385;p78"/>
            <p:cNvGrpSpPr/>
            <p:nvPr/>
          </p:nvGrpSpPr>
          <p:grpSpPr>
            <a:xfrm>
              <a:off x="4889463" y="1423737"/>
              <a:ext cx="29552" cy="142899"/>
              <a:chOff x="4889463" y="1423737"/>
              <a:chExt cx="29552" cy="142899"/>
            </a:xfrm>
          </p:grpSpPr>
          <p:sp>
            <p:nvSpPr>
              <p:cNvPr id="8386" name="Google Shape;8386;p78"/>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8"/>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8"/>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8"/>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0" name="Google Shape;8390;p78"/>
            <p:cNvGrpSpPr/>
            <p:nvPr/>
          </p:nvGrpSpPr>
          <p:grpSpPr>
            <a:xfrm>
              <a:off x="4771663" y="1876896"/>
              <a:ext cx="108651" cy="100447"/>
              <a:chOff x="4771663" y="1876896"/>
              <a:chExt cx="108651" cy="100447"/>
            </a:xfrm>
          </p:grpSpPr>
          <p:sp>
            <p:nvSpPr>
              <p:cNvPr id="8391" name="Google Shape;8391;p78"/>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8"/>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8"/>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8"/>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95" name="Google Shape;8395;p78"/>
          <p:cNvGrpSpPr/>
          <p:nvPr/>
        </p:nvGrpSpPr>
        <p:grpSpPr>
          <a:xfrm>
            <a:off x="4008780" y="1854159"/>
            <a:ext cx="791287" cy="720350"/>
            <a:chOff x="267375" y="1071875"/>
            <a:chExt cx="470500" cy="428550"/>
          </a:xfrm>
        </p:grpSpPr>
        <p:sp>
          <p:nvSpPr>
            <p:cNvPr id="8396" name="Google Shape;8396;p78"/>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8"/>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8"/>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8"/>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8"/>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8"/>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8"/>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8"/>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4" name="Google Shape;8404;p78"/>
          <p:cNvGrpSpPr/>
          <p:nvPr/>
        </p:nvGrpSpPr>
        <p:grpSpPr>
          <a:xfrm>
            <a:off x="709275" y="3498789"/>
            <a:ext cx="1408444" cy="673166"/>
            <a:chOff x="712664" y="3693287"/>
            <a:chExt cx="1460738" cy="698160"/>
          </a:xfrm>
        </p:grpSpPr>
        <p:grpSp>
          <p:nvGrpSpPr>
            <p:cNvPr id="8405" name="Google Shape;8405;p78"/>
            <p:cNvGrpSpPr/>
            <p:nvPr/>
          </p:nvGrpSpPr>
          <p:grpSpPr>
            <a:xfrm>
              <a:off x="1380079" y="4133090"/>
              <a:ext cx="234048" cy="258099"/>
              <a:chOff x="1380079" y="4133090"/>
              <a:chExt cx="234048" cy="258099"/>
            </a:xfrm>
          </p:grpSpPr>
          <p:sp>
            <p:nvSpPr>
              <p:cNvPr id="8406" name="Google Shape;8406;p78"/>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8"/>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8"/>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78"/>
            <p:cNvGrpSpPr/>
            <p:nvPr/>
          </p:nvGrpSpPr>
          <p:grpSpPr>
            <a:xfrm>
              <a:off x="884610" y="3864082"/>
              <a:ext cx="1118566" cy="527275"/>
              <a:chOff x="890961" y="3865463"/>
              <a:chExt cx="1115221" cy="525698"/>
            </a:xfrm>
          </p:grpSpPr>
          <p:sp>
            <p:nvSpPr>
              <p:cNvPr id="8410" name="Google Shape;8410;p78"/>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8"/>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8"/>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78"/>
            <p:cNvGrpSpPr/>
            <p:nvPr/>
          </p:nvGrpSpPr>
          <p:grpSpPr>
            <a:xfrm>
              <a:off x="712664" y="3693287"/>
              <a:ext cx="1460738" cy="698160"/>
              <a:chOff x="712664" y="3693025"/>
              <a:chExt cx="1460738" cy="698160"/>
            </a:xfrm>
          </p:grpSpPr>
          <p:sp>
            <p:nvSpPr>
              <p:cNvPr id="8414" name="Google Shape;8414;p78"/>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8"/>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8"/>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8"/>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8"/>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8"/>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20" name="Google Shape;8420;p78"/>
          <p:cNvGrpSpPr/>
          <p:nvPr/>
        </p:nvGrpSpPr>
        <p:grpSpPr>
          <a:xfrm>
            <a:off x="3146990" y="970936"/>
            <a:ext cx="795485" cy="738831"/>
            <a:chOff x="3348603" y="1236445"/>
            <a:chExt cx="749256" cy="695894"/>
          </a:xfrm>
        </p:grpSpPr>
        <p:grpSp>
          <p:nvGrpSpPr>
            <p:cNvPr id="8421" name="Google Shape;8421;p78"/>
            <p:cNvGrpSpPr/>
            <p:nvPr/>
          </p:nvGrpSpPr>
          <p:grpSpPr>
            <a:xfrm>
              <a:off x="3583779" y="1236445"/>
              <a:ext cx="293795" cy="285811"/>
              <a:chOff x="3750225" y="1774000"/>
              <a:chExt cx="149575" cy="145525"/>
            </a:xfrm>
          </p:grpSpPr>
          <p:sp>
            <p:nvSpPr>
              <p:cNvPr id="8422" name="Google Shape;8422;p7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4" name="Google Shape;8424;p78"/>
            <p:cNvGrpSpPr/>
            <p:nvPr/>
          </p:nvGrpSpPr>
          <p:grpSpPr>
            <a:xfrm>
              <a:off x="3775534" y="1462599"/>
              <a:ext cx="322325" cy="285958"/>
              <a:chOff x="3847850" y="1889150"/>
              <a:chExt cx="164100" cy="145600"/>
            </a:xfrm>
          </p:grpSpPr>
          <p:sp>
            <p:nvSpPr>
              <p:cNvPr id="8425" name="Google Shape;8425;p7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7" name="Google Shape;8427;p78"/>
            <p:cNvGrpSpPr/>
            <p:nvPr/>
          </p:nvGrpSpPr>
          <p:grpSpPr>
            <a:xfrm>
              <a:off x="3545329" y="1646528"/>
              <a:ext cx="293746" cy="285811"/>
              <a:chOff x="3730650" y="1982800"/>
              <a:chExt cx="149550" cy="145525"/>
            </a:xfrm>
          </p:grpSpPr>
          <p:sp>
            <p:nvSpPr>
              <p:cNvPr id="8428" name="Google Shape;8428;p7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0" name="Google Shape;8430;p78"/>
            <p:cNvGrpSpPr/>
            <p:nvPr/>
          </p:nvGrpSpPr>
          <p:grpSpPr>
            <a:xfrm>
              <a:off x="3348603" y="1415046"/>
              <a:ext cx="294384" cy="284387"/>
              <a:chOff x="3630494" y="1864938"/>
              <a:chExt cx="149875" cy="144800"/>
            </a:xfrm>
          </p:grpSpPr>
          <p:sp>
            <p:nvSpPr>
              <p:cNvPr id="8431" name="Google Shape;8431;p78"/>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8"/>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33" name="Google Shape;8433;p78"/>
          <p:cNvGrpSpPr/>
          <p:nvPr/>
        </p:nvGrpSpPr>
        <p:grpSpPr>
          <a:xfrm>
            <a:off x="2268517" y="3493832"/>
            <a:ext cx="1324924" cy="678083"/>
            <a:chOff x="2413923" y="3711366"/>
            <a:chExt cx="1374117" cy="703260"/>
          </a:xfrm>
        </p:grpSpPr>
        <p:grpSp>
          <p:nvGrpSpPr>
            <p:cNvPr id="8434" name="Google Shape;8434;p78"/>
            <p:cNvGrpSpPr/>
            <p:nvPr/>
          </p:nvGrpSpPr>
          <p:grpSpPr>
            <a:xfrm>
              <a:off x="2413923" y="3711366"/>
              <a:ext cx="1374117" cy="703260"/>
              <a:chOff x="2413923" y="3711366"/>
              <a:chExt cx="1374117" cy="703260"/>
            </a:xfrm>
          </p:grpSpPr>
          <p:sp>
            <p:nvSpPr>
              <p:cNvPr id="8435" name="Google Shape;8435;p78"/>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6" name="Google Shape;8436;p78"/>
              <p:cNvGrpSpPr/>
              <p:nvPr/>
            </p:nvGrpSpPr>
            <p:grpSpPr>
              <a:xfrm>
                <a:off x="2600284" y="3808654"/>
                <a:ext cx="234506" cy="138009"/>
                <a:chOff x="2600284" y="3808654"/>
                <a:chExt cx="234506" cy="138009"/>
              </a:xfrm>
            </p:grpSpPr>
            <p:sp>
              <p:nvSpPr>
                <p:cNvPr id="8437" name="Google Shape;8437;p78"/>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38" name="Google Shape;8438;p78"/>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439" name="Google Shape;8439;p78"/>
              <p:cNvGrpSpPr/>
              <p:nvPr/>
            </p:nvGrpSpPr>
            <p:grpSpPr>
              <a:xfrm>
                <a:off x="3359659" y="3805664"/>
                <a:ext cx="232294" cy="141000"/>
                <a:chOff x="3359659" y="3805664"/>
                <a:chExt cx="232294" cy="141000"/>
              </a:xfrm>
            </p:grpSpPr>
            <p:sp>
              <p:nvSpPr>
                <p:cNvPr id="8440" name="Google Shape;8440;p78"/>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41" name="Google Shape;8441;p78"/>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442" name="Google Shape;8442;p78"/>
              <p:cNvGrpSpPr/>
              <p:nvPr/>
            </p:nvGrpSpPr>
            <p:grpSpPr>
              <a:xfrm>
                <a:off x="3067316" y="3711366"/>
                <a:ext cx="66900" cy="166809"/>
                <a:chOff x="3067316" y="3711366"/>
                <a:chExt cx="66900" cy="166809"/>
              </a:xfrm>
            </p:grpSpPr>
            <p:sp>
              <p:nvSpPr>
                <p:cNvPr id="8443" name="Google Shape;8443;p78"/>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44" name="Google Shape;8444;p78"/>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445" name="Google Shape;8445;p78"/>
              <p:cNvGrpSpPr/>
              <p:nvPr/>
            </p:nvGrpSpPr>
            <p:grpSpPr>
              <a:xfrm>
                <a:off x="2413923" y="4058666"/>
                <a:ext cx="224119" cy="66900"/>
                <a:chOff x="2413923" y="4058666"/>
                <a:chExt cx="224119" cy="66900"/>
              </a:xfrm>
            </p:grpSpPr>
            <p:sp>
              <p:nvSpPr>
                <p:cNvPr id="8446" name="Google Shape;8446;p78"/>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47" name="Google Shape;8447;p78"/>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448" name="Google Shape;8448;p78"/>
              <p:cNvGrpSpPr/>
              <p:nvPr/>
            </p:nvGrpSpPr>
            <p:grpSpPr>
              <a:xfrm>
                <a:off x="3564643" y="4058666"/>
                <a:ext cx="223397" cy="66900"/>
                <a:chOff x="3564643" y="4058666"/>
                <a:chExt cx="223397" cy="66900"/>
              </a:xfrm>
            </p:grpSpPr>
            <p:sp>
              <p:nvSpPr>
                <p:cNvPr id="8449" name="Google Shape;8449;p78"/>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50" name="Google Shape;8450;p78"/>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451" name="Google Shape;8451;p78"/>
            <p:cNvGrpSpPr/>
            <p:nvPr/>
          </p:nvGrpSpPr>
          <p:grpSpPr>
            <a:xfrm>
              <a:off x="2633353" y="3965763"/>
              <a:ext cx="933975" cy="445687"/>
              <a:chOff x="2633353" y="3965763"/>
              <a:chExt cx="933975" cy="445687"/>
            </a:xfrm>
          </p:grpSpPr>
          <p:sp>
            <p:nvSpPr>
              <p:cNvPr id="8452" name="Google Shape;8452;p78"/>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8"/>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54" name="Google Shape;8454;p78"/>
          <p:cNvGrpSpPr/>
          <p:nvPr/>
        </p:nvGrpSpPr>
        <p:grpSpPr>
          <a:xfrm>
            <a:off x="6392789" y="1044380"/>
            <a:ext cx="1131087" cy="587383"/>
            <a:chOff x="238125" y="999450"/>
            <a:chExt cx="7140700" cy="3708225"/>
          </a:xfrm>
        </p:grpSpPr>
        <p:sp>
          <p:nvSpPr>
            <p:cNvPr id="8455" name="Google Shape;8455;p7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8"/>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78"/>
          <p:cNvGrpSpPr/>
          <p:nvPr/>
        </p:nvGrpSpPr>
        <p:grpSpPr>
          <a:xfrm>
            <a:off x="3744240" y="3493874"/>
            <a:ext cx="1375854" cy="678131"/>
            <a:chOff x="3913765" y="3641905"/>
            <a:chExt cx="1522805" cy="750560"/>
          </a:xfrm>
        </p:grpSpPr>
        <p:grpSp>
          <p:nvGrpSpPr>
            <p:cNvPr id="8465" name="Google Shape;8465;p78"/>
            <p:cNvGrpSpPr/>
            <p:nvPr/>
          </p:nvGrpSpPr>
          <p:grpSpPr>
            <a:xfrm>
              <a:off x="3913765" y="3997002"/>
              <a:ext cx="1522805" cy="395463"/>
              <a:chOff x="3913765" y="3997002"/>
              <a:chExt cx="1522805" cy="395463"/>
            </a:xfrm>
          </p:grpSpPr>
          <p:grpSp>
            <p:nvGrpSpPr>
              <p:cNvPr id="8466" name="Google Shape;8466;p78"/>
              <p:cNvGrpSpPr/>
              <p:nvPr/>
            </p:nvGrpSpPr>
            <p:grpSpPr>
              <a:xfrm>
                <a:off x="3913765" y="4138659"/>
                <a:ext cx="507602" cy="253806"/>
                <a:chOff x="3913765" y="4138659"/>
                <a:chExt cx="507602" cy="253806"/>
              </a:xfrm>
            </p:grpSpPr>
            <p:sp>
              <p:nvSpPr>
                <p:cNvPr id="8467" name="Google Shape;8467;p78"/>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8"/>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469" name="Google Shape;8469;p78"/>
              <p:cNvGrpSpPr/>
              <p:nvPr/>
            </p:nvGrpSpPr>
            <p:grpSpPr>
              <a:xfrm>
                <a:off x="4421361" y="3997002"/>
                <a:ext cx="507618" cy="395463"/>
                <a:chOff x="4421361" y="3997002"/>
                <a:chExt cx="507618" cy="395463"/>
              </a:xfrm>
            </p:grpSpPr>
            <p:sp>
              <p:nvSpPr>
                <p:cNvPr id="8470" name="Google Shape;8470;p78"/>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8"/>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78"/>
              <p:cNvGrpSpPr/>
              <p:nvPr/>
            </p:nvGrpSpPr>
            <p:grpSpPr>
              <a:xfrm>
                <a:off x="4928973" y="4189418"/>
                <a:ext cx="507596" cy="203047"/>
                <a:chOff x="4928973" y="4189418"/>
                <a:chExt cx="507596" cy="203047"/>
              </a:xfrm>
            </p:grpSpPr>
            <p:sp>
              <p:nvSpPr>
                <p:cNvPr id="8473" name="Google Shape;8473;p78"/>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8"/>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75" name="Google Shape;8475;p78"/>
            <p:cNvGrpSpPr/>
            <p:nvPr/>
          </p:nvGrpSpPr>
          <p:grpSpPr>
            <a:xfrm>
              <a:off x="4482186" y="3641905"/>
              <a:ext cx="397605" cy="349784"/>
              <a:chOff x="2906375" y="1159725"/>
              <a:chExt cx="1860575" cy="1636800"/>
            </a:xfrm>
          </p:grpSpPr>
          <p:sp>
            <p:nvSpPr>
              <p:cNvPr id="8476" name="Google Shape;8476;p78"/>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8"/>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8"/>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8"/>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0" name="Google Shape;8480;p78"/>
          <p:cNvGrpSpPr/>
          <p:nvPr/>
        </p:nvGrpSpPr>
        <p:grpSpPr>
          <a:xfrm>
            <a:off x="6528949" y="1853801"/>
            <a:ext cx="940737" cy="721067"/>
            <a:chOff x="6599718" y="2068734"/>
            <a:chExt cx="940737" cy="721067"/>
          </a:xfrm>
        </p:grpSpPr>
        <p:sp>
          <p:nvSpPr>
            <p:cNvPr id="8481" name="Google Shape;8481;p78"/>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8"/>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8"/>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8"/>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8"/>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8"/>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7" name="Google Shape;8487;p78"/>
            <p:cNvGrpSpPr/>
            <p:nvPr/>
          </p:nvGrpSpPr>
          <p:grpSpPr>
            <a:xfrm>
              <a:off x="6836957" y="2068734"/>
              <a:ext cx="461892" cy="721067"/>
              <a:chOff x="6836957" y="2068734"/>
              <a:chExt cx="461892" cy="721067"/>
            </a:xfrm>
          </p:grpSpPr>
          <p:sp>
            <p:nvSpPr>
              <p:cNvPr id="8488" name="Google Shape;8488;p78"/>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8"/>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8"/>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8"/>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8"/>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8"/>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4" name="Google Shape;8494;p78"/>
              <p:cNvGrpSpPr/>
              <p:nvPr/>
            </p:nvGrpSpPr>
            <p:grpSpPr>
              <a:xfrm>
                <a:off x="6836957" y="2068734"/>
                <a:ext cx="461892" cy="721067"/>
                <a:chOff x="6836957" y="2068734"/>
                <a:chExt cx="461892" cy="721067"/>
              </a:xfrm>
            </p:grpSpPr>
            <p:sp>
              <p:nvSpPr>
                <p:cNvPr id="8495" name="Google Shape;8495;p78"/>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8"/>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8"/>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8"/>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8"/>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8"/>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8"/>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02" name="Google Shape;8502;p78"/>
          <p:cNvGrpSpPr/>
          <p:nvPr/>
        </p:nvGrpSpPr>
        <p:grpSpPr>
          <a:xfrm>
            <a:off x="2412267" y="1858147"/>
            <a:ext cx="712577" cy="712374"/>
            <a:chOff x="2559249" y="2069323"/>
            <a:chExt cx="685566" cy="685634"/>
          </a:xfrm>
        </p:grpSpPr>
        <p:sp>
          <p:nvSpPr>
            <p:cNvPr id="8503" name="Google Shape;8503;p78"/>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8"/>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8"/>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8"/>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8"/>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8"/>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8"/>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8"/>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8"/>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8"/>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8"/>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8"/>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8"/>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6" name="Google Shape;8516;p78"/>
          <p:cNvGrpSpPr/>
          <p:nvPr/>
        </p:nvGrpSpPr>
        <p:grpSpPr>
          <a:xfrm>
            <a:off x="7594705" y="970936"/>
            <a:ext cx="845645" cy="711911"/>
            <a:chOff x="951975" y="315800"/>
            <a:chExt cx="5860325" cy="4933550"/>
          </a:xfrm>
        </p:grpSpPr>
        <p:sp>
          <p:nvSpPr>
            <p:cNvPr id="8517" name="Google Shape;8517;p78"/>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8"/>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8"/>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8"/>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8"/>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8"/>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8"/>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8"/>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5" name="Google Shape;8525;p78"/>
          <p:cNvGrpSpPr/>
          <p:nvPr/>
        </p:nvGrpSpPr>
        <p:grpSpPr>
          <a:xfrm>
            <a:off x="3691834" y="2707045"/>
            <a:ext cx="1617932" cy="621724"/>
            <a:chOff x="3862800" y="3038525"/>
            <a:chExt cx="1329006" cy="510698"/>
          </a:xfrm>
        </p:grpSpPr>
        <p:sp>
          <p:nvSpPr>
            <p:cNvPr id="8526" name="Google Shape;8526;p78"/>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8"/>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8" name="Google Shape;8528;p78"/>
            <p:cNvGrpSpPr/>
            <p:nvPr/>
          </p:nvGrpSpPr>
          <p:grpSpPr>
            <a:xfrm>
              <a:off x="3967075" y="3040337"/>
              <a:ext cx="1019927" cy="402126"/>
              <a:chOff x="3967075" y="3040337"/>
              <a:chExt cx="1019927" cy="402126"/>
            </a:xfrm>
          </p:grpSpPr>
          <p:sp>
            <p:nvSpPr>
              <p:cNvPr id="8529" name="Google Shape;8529;p78"/>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8"/>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1" name="Google Shape;8531;p78"/>
            <p:cNvGrpSpPr/>
            <p:nvPr/>
          </p:nvGrpSpPr>
          <p:grpSpPr>
            <a:xfrm>
              <a:off x="4186700" y="3040337"/>
              <a:ext cx="390475" cy="183289"/>
              <a:chOff x="4186700" y="3040337"/>
              <a:chExt cx="390475" cy="183289"/>
            </a:xfrm>
          </p:grpSpPr>
          <p:sp>
            <p:nvSpPr>
              <p:cNvPr id="8532" name="Google Shape;8532;p78"/>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8"/>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78"/>
            <p:cNvGrpSpPr/>
            <p:nvPr/>
          </p:nvGrpSpPr>
          <p:grpSpPr>
            <a:xfrm>
              <a:off x="4073727" y="3040337"/>
              <a:ext cx="697794" cy="296263"/>
              <a:chOff x="4073727" y="3040337"/>
              <a:chExt cx="697794" cy="296263"/>
            </a:xfrm>
          </p:grpSpPr>
          <p:sp>
            <p:nvSpPr>
              <p:cNvPr id="8535" name="Google Shape;8535;p78"/>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8"/>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7" name="Google Shape;8537;p78"/>
            <p:cNvGrpSpPr/>
            <p:nvPr/>
          </p:nvGrpSpPr>
          <p:grpSpPr>
            <a:xfrm>
              <a:off x="3862800" y="3038525"/>
              <a:ext cx="1329006" cy="510698"/>
              <a:chOff x="3862800" y="3038525"/>
              <a:chExt cx="1329006" cy="510698"/>
            </a:xfrm>
          </p:grpSpPr>
          <p:sp>
            <p:nvSpPr>
              <p:cNvPr id="8538" name="Google Shape;8538;p78"/>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8"/>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0" name="Google Shape;8540;p78"/>
          <p:cNvGrpSpPr/>
          <p:nvPr/>
        </p:nvGrpSpPr>
        <p:grpSpPr>
          <a:xfrm>
            <a:off x="700156" y="970936"/>
            <a:ext cx="883205" cy="775176"/>
            <a:chOff x="649648" y="271400"/>
            <a:chExt cx="6215377" cy="5455143"/>
          </a:xfrm>
        </p:grpSpPr>
        <p:sp>
          <p:nvSpPr>
            <p:cNvPr id="8541" name="Google Shape;8541;p78"/>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8"/>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8"/>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8"/>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8"/>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8"/>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8"/>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8"/>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8"/>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8"/>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8"/>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8"/>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78"/>
          <p:cNvGrpSpPr/>
          <p:nvPr/>
        </p:nvGrpSpPr>
        <p:grpSpPr>
          <a:xfrm>
            <a:off x="2308457" y="970936"/>
            <a:ext cx="767704" cy="815489"/>
            <a:chOff x="2499700" y="1135950"/>
            <a:chExt cx="732402" cy="777990"/>
          </a:xfrm>
        </p:grpSpPr>
        <p:grpSp>
          <p:nvGrpSpPr>
            <p:cNvPr id="8554" name="Google Shape;8554;p78"/>
            <p:cNvGrpSpPr/>
            <p:nvPr/>
          </p:nvGrpSpPr>
          <p:grpSpPr>
            <a:xfrm>
              <a:off x="2499700" y="1135950"/>
              <a:ext cx="732402" cy="694705"/>
              <a:chOff x="2499700" y="1135950"/>
              <a:chExt cx="732402" cy="694705"/>
            </a:xfrm>
          </p:grpSpPr>
          <p:sp>
            <p:nvSpPr>
              <p:cNvPr id="8555" name="Google Shape;8555;p78"/>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8"/>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8"/>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8"/>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8"/>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8"/>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8"/>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8"/>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8"/>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8"/>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8"/>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8"/>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8"/>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8"/>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8"/>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8"/>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8"/>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8"/>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8"/>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8"/>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8"/>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8"/>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8"/>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8"/>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8"/>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8"/>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8"/>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2" name="Google Shape;8582;p78"/>
            <p:cNvGrpSpPr/>
            <p:nvPr/>
          </p:nvGrpSpPr>
          <p:grpSpPr>
            <a:xfrm>
              <a:off x="2517909" y="1188726"/>
              <a:ext cx="702702" cy="725214"/>
              <a:chOff x="2517909" y="1188726"/>
              <a:chExt cx="702702" cy="725214"/>
            </a:xfrm>
          </p:grpSpPr>
          <p:sp>
            <p:nvSpPr>
              <p:cNvPr id="8583" name="Google Shape;8583;p78"/>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8"/>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8"/>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8"/>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8"/>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88" name="Google Shape;8588;p78"/>
          <p:cNvGrpSpPr/>
          <p:nvPr/>
        </p:nvGrpSpPr>
        <p:grpSpPr>
          <a:xfrm>
            <a:off x="1654189" y="970936"/>
            <a:ext cx="583439" cy="870229"/>
            <a:chOff x="1716825" y="1121550"/>
            <a:chExt cx="622800" cy="928938"/>
          </a:xfrm>
        </p:grpSpPr>
        <p:grpSp>
          <p:nvGrpSpPr>
            <p:cNvPr id="8589" name="Google Shape;8589;p78"/>
            <p:cNvGrpSpPr/>
            <p:nvPr/>
          </p:nvGrpSpPr>
          <p:grpSpPr>
            <a:xfrm>
              <a:off x="1716825" y="1121550"/>
              <a:ext cx="622800" cy="928938"/>
              <a:chOff x="1716825" y="1121550"/>
              <a:chExt cx="622800" cy="928938"/>
            </a:xfrm>
          </p:grpSpPr>
          <p:cxnSp>
            <p:nvCxnSpPr>
              <p:cNvPr id="8590" name="Google Shape;8590;p78"/>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591" name="Google Shape;8591;p78"/>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2" name="Google Shape;8592;p78"/>
            <p:cNvGrpSpPr/>
            <p:nvPr/>
          </p:nvGrpSpPr>
          <p:grpSpPr>
            <a:xfrm>
              <a:off x="1768050" y="1172775"/>
              <a:ext cx="520200" cy="832000"/>
              <a:chOff x="1768050" y="1172775"/>
              <a:chExt cx="520200" cy="832000"/>
            </a:xfrm>
          </p:grpSpPr>
          <p:cxnSp>
            <p:nvCxnSpPr>
              <p:cNvPr id="8593" name="Google Shape;8593;p78"/>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594" name="Google Shape;8594;p78"/>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5" name="Google Shape;8595;p78"/>
            <p:cNvGrpSpPr/>
            <p:nvPr/>
          </p:nvGrpSpPr>
          <p:grpSpPr>
            <a:xfrm>
              <a:off x="1820100" y="1225475"/>
              <a:ext cx="416400" cy="729575"/>
              <a:chOff x="1820100" y="1225475"/>
              <a:chExt cx="416400" cy="729575"/>
            </a:xfrm>
          </p:grpSpPr>
          <p:cxnSp>
            <p:nvCxnSpPr>
              <p:cNvPr id="8596" name="Google Shape;8596;p78"/>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597" name="Google Shape;8597;p78"/>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8" name="Google Shape;8598;p78"/>
            <p:cNvGrpSpPr/>
            <p:nvPr/>
          </p:nvGrpSpPr>
          <p:grpSpPr>
            <a:xfrm>
              <a:off x="1874250" y="1278825"/>
              <a:ext cx="308100" cy="605275"/>
              <a:chOff x="1874250" y="1278825"/>
              <a:chExt cx="308100" cy="605275"/>
            </a:xfrm>
          </p:grpSpPr>
          <p:cxnSp>
            <p:nvCxnSpPr>
              <p:cNvPr id="8599" name="Google Shape;8599;p78"/>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600" name="Google Shape;8600;p78"/>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01" name="Google Shape;8601;p78"/>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2" name="Google Shape;8602;p78"/>
          <p:cNvGrpSpPr/>
          <p:nvPr/>
        </p:nvGrpSpPr>
        <p:grpSpPr>
          <a:xfrm>
            <a:off x="1574012" y="1857258"/>
            <a:ext cx="739072" cy="714152"/>
            <a:chOff x="4334725" y="1355875"/>
            <a:chExt cx="3106650" cy="3001900"/>
          </a:xfrm>
        </p:grpSpPr>
        <p:grpSp>
          <p:nvGrpSpPr>
            <p:cNvPr id="8603" name="Google Shape;8603;p78"/>
            <p:cNvGrpSpPr/>
            <p:nvPr/>
          </p:nvGrpSpPr>
          <p:grpSpPr>
            <a:xfrm>
              <a:off x="4516050" y="1724875"/>
              <a:ext cx="2693725" cy="2632900"/>
              <a:chOff x="4516050" y="1724875"/>
              <a:chExt cx="2693725" cy="2632900"/>
            </a:xfrm>
          </p:grpSpPr>
          <p:sp>
            <p:nvSpPr>
              <p:cNvPr id="8604" name="Google Shape;8604;p78"/>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8"/>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8"/>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78"/>
            <p:cNvGrpSpPr/>
            <p:nvPr/>
          </p:nvGrpSpPr>
          <p:grpSpPr>
            <a:xfrm>
              <a:off x="4334725" y="1355875"/>
              <a:ext cx="3106650" cy="2709650"/>
              <a:chOff x="4334725" y="1355875"/>
              <a:chExt cx="3106650" cy="2709650"/>
            </a:xfrm>
          </p:grpSpPr>
          <p:sp>
            <p:nvSpPr>
              <p:cNvPr id="8608" name="Google Shape;8608;p78"/>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8"/>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8"/>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11" name="Google Shape;8611;p78"/>
          <p:cNvGrpSpPr/>
          <p:nvPr/>
        </p:nvGrpSpPr>
        <p:grpSpPr>
          <a:xfrm>
            <a:off x="7690961" y="3488029"/>
            <a:ext cx="312074" cy="684173"/>
            <a:chOff x="7645573" y="3754300"/>
            <a:chExt cx="293855" cy="644170"/>
          </a:xfrm>
        </p:grpSpPr>
        <p:sp>
          <p:nvSpPr>
            <p:cNvPr id="8612" name="Google Shape;8612;p78"/>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8"/>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4" name="Google Shape;8614;p78"/>
          <p:cNvGrpSpPr/>
          <p:nvPr/>
        </p:nvGrpSpPr>
        <p:grpSpPr>
          <a:xfrm>
            <a:off x="5612949" y="970936"/>
            <a:ext cx="709011" cy="739359"/>
            <a:chOff x="5830645" y="1256617"/>
            <a:chExt cx="530340" cy="553040"/>
          </a:xfrm>
        </p:grpSpPr>
        <p:grpSp>
          <p:nvGrpSpPr>
            <p:cNvPr id="8615" name="Google Shape;8615;p78"/>
            <p:cNvGrpSpPr/>
            <p:nvPr/>
          </p:nvGrpSpPr>
          <p:grpSpPr>
            <a:xfrm>
              <a:off x="5830645" y="1256617"/>
              <a:ext cx="259743" cy="269909"/>
              <a:chOff x="5830645" y="1256617"/>
              <a:chExt cx="259743" cy="269909"/>
            </a:xfrm>
          </p:grpSpPr>
          <p:sp>
            <p:nvSpPr>
              <p:cNvPr id="8616" name="Google Shape;8616;p78"/>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8"/>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8" name="Google Shape;8618;p78"/>
            <p:cNvGrpSpPr/>
            <p:nvPr/>
          </p:nvGrpSpPr>
          <p:grpSpPr>
            <a:xfrm>
              <a:off x="6101293" y="1256617"/>
              <a:ext cx="259692" cy="269909"/>
              <a:chOff x="6101293" y="1256617"/>
              <a:chExt cx="259692" cy="269909"/>
            </a:xfrm>
          </p:grpSpPr>
          <p:sp>
            <p:nvSpPr>
              <p:cNvPr id="8619" name="Google Shape;8619;p78"/>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8"/>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1" name="Google Shape;8621;p78"/>
            <p:cNvGrpSpPr/>
            <p:nvPr/>
          </p:nvGrpSpPr>
          <p:grpSpPr>
            <a:xfrm>
              <a:off x="5830645" y="1539749"/>
              <a:ext cx="259692" cy="269909"/>
              <a:chOff x="5830645" y="1539749"/>
              <a:chExt cx="259692" cy="269909"/>
            </a:xfrm>
          </p:grpSpPr>
          <p:sp>
            <p:nvSpPr>
              <p:cNvPr id="8622" name="Google Shape;8622;p78"/>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8"/>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4" name="Google Shape;8624;p78"/>
            <p:cNvGrpSpPr/>
            <p:nvPr/>
          </p:nvGrpSpPr>
          <p:grpSpPr>
            <a:xfrm>
              <a:off x="6101293" y="1539749"/>
              <a:ext cx="259692" cy="269909"/>
              <a:chOff x="6101293" y="1539749"/>
              <a:chExt cx="259692" cy="269909"/>
            </a:xfrm>
          </p:grpSpPr>
          <p:sp>
            <p:nvSpPr>
              <p:cNvPr id="8625" name="Google Shape;8625;p78"/>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8"/>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7" name="Google Shape;8627;p78"/>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8" name="Google Shape;8628;p78"/>
          <p:cNvGrpSpPr/>
          <p:nvPr/>
        </p:nvGrpSpPr>
        <p:grpSpPr>
          <a:xfrm>
            <a:off x="714444" y="2707052"/>
            <a:ext cx="1452955" cy="621360"/>
            <a:chOff x="732422" y="2990152"/>
            <a:chExt cx="1337773" cy="572102"/>
          </a:xfrm>
        </p:grpSpPr>
        <p:sp>
          <p:nvSpPr>
            <p:cNvPr id="8629" name="Google Shape;8629;p78"/>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8"/>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8"/>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8"/>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8"/>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8"/>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8638"/>
        <p:cNvGrpSpPr/>
        <p:nvPr/>
      </p:nvGrpSpPr>
      <p:grpSpPr>
        <a:xfrm>
          <a:off x="0" y="0"/>
          <a:ext cx="0" cy="0"/>
          <a:chOff x="0" y="0"/>
          <a:chExt cx="0" cy="0"/>
        </a:xfrm>
      </p:grpSpPr>
      <p:grpSp>
        <p:nvGrpSpPr>
          <p:cNvPr id="8639" name="Google Shape;8639;p79"/>
          <p:cNvGrpSpPr/>
          <p:nvPr/>
        </p:nvGrpSpPr>
        <p:grpSpPr>
          <a:xfrm>
            <a:off x="708579" y="965872"/>
            <a:ext cx="1636117" cy="1526144"/>
            <a:chOff x="729238" y="1179665"/>
            <a:chExt cx="1636117" cy="1526144"/>
          </a:xfrm>
        </p:grpSpPr>
        <p:grpSp>
          <p:nvGrpSpPr>
            <p:cNvPr id="8640" name="Google Shape;8640;p79"/>
            <p:cNvGrpSpPr/>
            <p:nvPr/>
          </p:nvGrpSpPr>
          <p:grpSpPr>
            <a:xfrm>
              <a:off x="729238" y="1179665"/>
              <a:ext cx="80700" cy="1526144"/>
              <a:chOff x="729238" y="1179665"/>
              <a:chExt cx="80700" cy="1526144"/>
            </a:xfrm>
          </p:grpSpPr>
          <p:sp>
            <p:nvSpPr>
              <p:cNvPr id="8641" name="Google Shape;8641;p79"/>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9"/>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9"/>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9"/>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79"/>
            <p:cNvGrpSpPr/>
            <p:nvPr/>
          </p:nvGrpSpPr>
          <p:grpSpPr>
            <a:xfrm>
              <a:off x="903098" y="1179665"/>
              <a:ext cx="80700" cy="1526144"/>
              <a:chOff x="903098" y="1179665"/>
              <a:chExt cx="80700" cy="1526144"/>
            </a:xfrm>
          </p:grpSpPr>
          <p:sp>
            <p:nvSpPr>
              <p:cNvPr id="8652" name="Google Shape;8652;p79"/>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9"/>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9"/>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9"/>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9"/>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9"/>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79"/>
            <p:cNvGrpSpPr/>
            <p:nvPr/>
          </p:nvGrpSpPr>
          <p:grpSpPr>
            <a:xfrm>
              <a:off x="1076958" y="1179665"/>
              <a:ext cx="80700" cy="1526144"/>
              <a:chOff x="1076958" y="1179665"/>
              <a:chExt cx="80700" cy="1526144"/>
            </a:xfrm>
          </p:grpSpPr>
          <p:sp>
            <p:nvSpPr>
              <p:cNvPr id="8663" name="Google Shape;8663;p79"/>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9"/>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9"/>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9"/>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9"/>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9"/>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9"/>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79"/>
            <p:cNvGrpSpPr/>
            <p:nvPr/>
          </p:nvGrpSpPr>
          <p:grpSpPr>
            <a:xfrm>
              <a:off x="1247707" y="1179665"/>
              <a:ext cx="80700" cy="1526144"/>
              <a:chOff x="1247707" y="1179665"/>
              <a:chExt cx="80700" cy="1526144"/>
            </a:xfrm>
          </p:grpSpPr>
          <p:sp>
            <p:nvSpPr>
              <p:cNvPr id="8674" name="Google Shape;8674;p79"/>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9"/>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9"/>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4" name="Google Shape;8684;p79"/>
            <p:cNvGrpSpPr/>
            <p:nvPr/>
          </p:nvGrpSpPr>
          <p:grpSpPr>
            <a:xfrm>
              <a:off x="1421567" y="1179665"/>
              <a:ext cx="80700" cy="1526144"/>
              <a:chOff x="1421567" y="1179665"/>
              <a:chExt cx="80700" cy="1526144"/>
            </a:xfrm>
          </p:grpSpPr>
          <p:sp>
            <p:nvSpPr>
              <p:cNvPr id="8685" name="Google Shape;8685;p79"/>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9"/>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9"/>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9"/>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9"/>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9"/>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9"/>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9"/>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5" name="Google Shape;8695;p79"/>
            <p:cNvGrpSpPr/>
            <p:nvPr/>
          </p:nvGrpSpPr>
          <p:grpSpPr>
            <a:xfrm>
              <a:off x="1592327" y="1179665"/>
              <a:ext cx="80700" cy="1526144"/>
              <a:chOff x="1592327" y="1179665"/>
              <a:chExt cx="80700" cy="1526144"/>
            </a:xfrm>
          </p:grpSpPr>
          <p:sp>
            <p:nvSpPr>
              <p:cNvPr id="8696" name="Google Shape;8696;p79"/>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9"/>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9"/>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9"/>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9"/>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9"/>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79"/>
            <p:cNvGrpSpPr/>
            <p:nvPr/>
          </p:nvGrpSpPr>
          <p:grpSpPr>
            <a:xfrm>
              <a:off x="1766187" y="1179665"/>
              <a:ext cx="80700" cy="1526144"/>
              <a:chOff x="1766187" y="1179665"/>
              <a:chExt cx="80700" cy="1526144"/>
            </a:xfrm>
          </p:grpSpPr>
          <p:sp>
            <p:nvSpPr>
              <p:cNvPr id="8707" name="Google Shape;8707;p79"/>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9"/>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9"/>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9"/>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9"/>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9"/>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9"/>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9"/>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9"/>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79"/>
            <p:cNvGrpSpPr/>
            <p:nvPr/>
          </p:nvGrpSpPr>
          <p:grpSpPr>
            <a:xfrm>
              <a:off x="1936935" y="1179665"/>
              <a:ext cx="80700" cy="1526144"/>
              <a:chOff x="1936935" y="1179665"/>
              <a:chExt cx="80700" cy="1526144"/>
            </a:xfrm>
          </p:grpSpPr>
          <p:sp>
            <p:nvSpPr>
              <p:cNvPr id="8718" name="Google Shape;8718;p79"/>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9"/>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9"/>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9"/>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9"/>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79"/>
            <p:cNvGrpSpPr/>
            <p:nvPr/>
          </p:nvGrpSpPr>
          <p:grpSpPr>
            <a:xfrm>
              <a:off x="2110795" y="1179665"/>
              <a:ext cx="80700" cy="1526144"/>
              <a:chOff x="2110795" y="1179665"/>
              <a:chExt cx="80700" cy="1526144"/>
            </a:xfrm>
          </p:grpSpPr>
          <p:sp>
            <p:nvSpPr>
              <p:cNvPr id="8729" name="Google Shape;8729;p79"/>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9"/>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9"/>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9"/>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9" name="Google Shape;8739;p79"/>
            <p:cNvGrpSpPr/>
            <p:nvPr/>
          </p:nvGrpSpPr>
          <p:grpSpPr>
            <a:xfrm>
              <a:off x="2284655" y="1179665"/>
              <a:ext cx="80700" cy="1526144"/>
              <a:chOff x="2284655" y="1179665"/>
              <a:chExt cx="80700" cy="1526144"/>
            </a:xfrm>
          </p:grpSpPr>
          <p:sp>
            <p:nvSpPr>
              <p:cNvPr id="8740" name="Google Shape;8740;p79"/>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9"/>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9"/>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9"/>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9"/>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9"/>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50" name="Google Shape;8750;p79"/>
          <p:cNvGrpSpPr/>
          <p:nvPr/>
        </p:nvGrpSpPr>
        <p:grpSpPr>
          <a:xfrm>
            <a:off x="2603245" y="985011"/>
            <a:ext cx="1364248" cy="1102133"/>
            <a:chOff x="2623904" y="1198803"/>
            <a:chExt cx="1364248" cy="1102133"/>
          </a:xfrm>
        </p:grpSpPr>
        <p:grpSp>
          <p:nvGrpSpPr>
            <p:cNvPr id="8751" name="Google Shape;8751;p79"/>
            <p:cNvGrpSpPr/>
            <p:nvPr/>
          </p:nvGrpSpPr>
          <p:grpSpPr>
            <a:xfrm>
              <a:off x="2623907" y="1198803"/>
              <a:ext cx="1364245" cy="273000"/>
              <a:chOff x="2623907" y="1198803"/>
              <a:chExt cx="1364245" cy="273000"/>
            </a:xfrm>
          </p:grpSpPr>
          <p:sp>
            <p:nvSpPr>
              <p:cNvPr id="8752" name="Google Shape;8752;p79"/>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79"/>
            <p:cNvGrpSpPr/>
            <p:nvPr/>
          </p:nvGrpSpPr>
          <p:grpSpPr>
            <a:xfrm>
              <a:off x="2623904" y="1476964"/>
              <a:ext cx="1364245" cy="273000"/>
              <a:chOff x="2623904" y="1476964"/>
              <a:chExt cx="1364245" cy="273000"/>
            </a:xfrm>
          </p:grpSpPr>
          <p:sp>
            <p:nvSpPr>
              <p:cNvPr id="8758" name="Google Shape;8758;p79"/>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9"/>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9"/>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3" name="Google Shape;8763;p79"/>
            <p:cNvGrpSpPr/>
            <p:nvPr/>
          </p:nvGrpSpPr>
          <p:grpSpPr>
            <a:xfrm>
              <a:off x="2623907" y="1749775"/>
              <a:ext cx="1364245" cy="273000"/>
              <a:chOff x="2623907" y="1749775"/>
              <a:chExt cx="1364245" cy="273000"/>
            </a:xfrm>
          </p:grpSpPr>
          <p:sp>
            <p:nvSpPr>
              <p:cNvPr id="8764" name="Google Shape;8764;p79"/>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9"/>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79"/>
            <p:cNvGrpSpPr/>
            <p:nvPr/>
          </p:nvGrpSpPr>
          <p:grpSpPr>
            <a:xfrm>
              <a:off x="2623904" y="2027936"/>
              <a:ext cx="1364245" cy="273000"/>
              <a:chOff x="2623904" y="2027936"/>
              <a:chExt cx="1364245" cy="273000"/>
            </a:xfrm>
          </p:grpSpPr>
          <p:sp>
            <p:nvSpPr>
              <p:cNvPr id="8770" name="Google Shape;8770;p7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5" name="Google Shape;8775;p79"/>
          <p:cNvGrpSpPr/>
          <p:nvPr/>
        </p:nvGrpSpPr>
        <p:grpSpPr>
          <a:xfrm>
            <a:off x="2592706" y="2444193"/>
            <a:ext cx="1387541" cy="159124"/>
            <a:chOff x="3200660" y="2180272"/>
            <a:chExt cx="2563824" cy="378237"/>
          </a:xfrm>
        </p:grpSpPr>
        <p:sp>
          <p:nvSpPr>
            <p:cNvPr id="8776" name="Google Shape;8776;p7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4" name="Google Shape;8794;p79"/>
          <p:cNvGrpSpPr/>
          <p:nvPr/>
        </p:nvGrpSpPr>
        <p:grpSpPr>
          <a:xfrm>
            <a:off x="2589231" y="2722018"/>
            <a:ext cx="1390502" cy="159625"/>
            <a:chOff x="3530150" y="2790075"/>
            <a:chExt cx="1962600" cy="225300"/>
          </a:xfrm>
        </p:grpSpPr>
        <p:sp>
          <p:nvSpPr>
            <p:cNvPr id="8795" name="Google Shape;8795;p79"/>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9"/>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7" name="Google Shape;8797;p79"/>
          <p:cNvGrpSpPr/>
          <p:nvPr/>
        </p:nvGrpSpPr>
        <p:grpSpPr>
          <a:xfrm>
            <a:off x="2589884" y="3000344"/>
            <a:ext cx="1411629" cy="153761"/>
            <a:chOff x="3558802" y="4011427"/>
            <a:chExt cx="1866000" cy="111300"/>
          </a:xfrm>
        </p:grpSpPr>
        <p:sp>
          <p:nvSpPr>
            <p:cNvPr id="8798" name="Google Shape;8798;p7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9"/>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79"/>
          <p:cNvGrpSpPr/>
          <p:nvPr/>
        </p:nvGrpSpPr>
        <p:grpSpPr>
          <a:xfrm>
            <a:off x="2589576" y="2205744"/>
            <a:ext cx="1383503" cy="119749"/>
            <a:chOff x="3465975" y="2270276"/>
            <a:chExt cx="1986364" cy="171929"/>
          </a:xfrm>
        </p:grpSpPr>
        <p:sp>
          <p:nvSpPr>
            <p:cNvPr id="8801" name="Google Shape;8801;p7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9"/>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9"/>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9"/>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9"/>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9"/>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79"/>
          <p:cNvGrpSpPr/>
          <p:nvPr/>
        </p:nvGrpSpPr>
        <p:grpSpPr>
          <a:xfrm>
            <a:off x="2600584" y="3569394"/>
            <a:ext cx="1369531" cy="195460"/>
            <a:chOff x="723300" y="4253549"/>
            <a:chExt cx="2276482" cy="324900"/>
          </a:xfrm>
        </p:grpSpPr>
        <p:sp>
          <p:nvSpPr>
            <p:cNvPr id="8810" name="Google Shape;8810;p7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9"/>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5" name="Google Shape;8815;p79"/>
          <p:cNvGrpSpPr/>
          <p:nvPr/>
        </p:nvGrpSpPr>
        <p:grpSpPr>
          <a:xfrm>
            <a:off x="2590145" y="3270574"/>
            <a:ext cx="1389066" cy="180119"/>
            <a:chOff x="705948" y="3788465"/>
            <a:chExt cx="2308953" cy="299400"/>
          </a:xfrm>
        </p:grpSpPr>
        <p:sp>
          <p:nvSpPr>
            <p:cNvPr id="8816" name="Google Shape;8816;p7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9"/>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9"/>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79"/>
          <p:cNvGrpSpPr/>
          <p:nvPr/>
        </p:nvGrpSpPr>
        <p:grpSpPr>
          <a:xfrm>
            <a:off x="2638082" y="3883554"/>
            <a:ext cx="1304609" cy="294074"/>
            <a:chOff x="2658741" y="4097347"/>
            <a:chExt cx="1304609" cy="294074"/>
          </a:xfrm>
        </p:grpSpPr>
        <p:grpSp>
          <p:nvGrpSpPr>
            <p:cNvPr id="8822" name="Google Shape;8822;p79"/>
            <p:cNvGrpSpPr/>
            <p:nvPr/>
          </p:nvGrpSpPr>
          <p:grpSpPr>
            <a:xfrm>
              <a:off x="2658741" y="4097347"/>
              <a:ext cx="118572" cy="294074"/>
              <a:chOff x="3343310" y="4475555"/>
              <a:chExt cx="127717" cy="316753"/>
            </a:xfrm>
          </p:grpSpPr>
          <p:sp>
            <p:nvSpPr>
              <p:cNvPr id="8823" name="Google Shape;8823;p7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5" name="Google Shape;8825;p79"/>
            <p:cNvGrpSpPr/>
            <p:nvPr/>
          </p:nvGrpSpPr>
          <p:grpSpPr>
            <a:xfrm>
              <a:off x="3815519" y="4098388"/>
              <a:ext cx="147831" cy="291991"/>
              <a:chOff x="3527539" y="4476677"/>
              <a:chExt cx="159232" cy="314510"/>
            </a:xfrm>
          </p:grpSpPr>
          <p:sp>
            <p:nvSpPr>
              <p:cNvPr id="8826" name="Google Shape;8826;p7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8" name="Google Shape;8828;p79"/>
            <p:cNvGrpSpPr/>
            <p:nvPr/>
          </p:nvGrpSpPr>
          <p:grpSpPr>
            <a:xfrm>
              <a:off x="3511696" y="4098388"/>
              <a:ext cx="147831" cy="291991"/>
              <a:chOff x="3527539" y="4476677"/>
              <a:chExt cx="159232" cy="314510"/>
            </a:xfrm>
          </p:grpSpPr>
          <p:sp>
            <p:nvSpPr>
              <p:cNvPr id="8829" name="Google Shape;8829;p7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1" name="Google Shape;8831;p79"/>
            <p:cNvGrpSpPr/>
            <p:nvPr/>
          </p:nvGrpSpPr>
          <p:grpSpPr>
            <a:xfrm>
              <a:off x="3207874" y="4098388"/>
              <a:ext cx="147831" cy="291991"/>
              <a:chOff x="3527539" y="4476677"/>
              <a:chExt cx="159232" cy="314510"/>
            </a:xfrm>
          </p:grpSpPr>
          <p:sp>
            <p:nvSpPr>
              <p:cNvPr id="8832" name="Google Shape;8832;p7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79"/>
            <p:cNvGrpSpPr/>
            <p:nvPr/>
          </p:nvGrpSpPr>
          <p:grpSpPr>
            <a:xfrm>
              <a:off x="2933305" y="4097347"/>
              <a:ext cx="118572" cy="294074"/>
              <a:chOff x="3343310" y="4475555"/>
              <a:chExt cx="127717" cy="316753"/>
            </a:xfrm>
          </p:grpSpPr>
          <p:sp>
            <p:nvSpPr>
              <p:cNvPr id="8835" name="Google Shape;8835;p7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37" name="Google Shape;8837;p79"/>
          <p:cNvGrpSpPr/>
          <p:nvPr/>
        </p:nvGrpSpPr>
        <p:grpSpPr>
          <a:xfrm>
            <a:off x="4256912" y="1866676"/>
            <a:ext cx="1433821" cy="191501"/>
            <a:chOff x="4273350" y="2080469"/>
            <a:chExt cx="1433821" cy="191501"/>
          </a:xfrm>
        </p:grpSpPr>
        <p:grpSp>
          <p:nvGrpSpPr>
            <p:cNvPr id="8838" name="Google Shape;8838;p79"/>
            <p:cNvGrpSpPr/>
            <p:nvPr/>
          </p:nvGrpSpPr>
          <p:grpSpPr>
            <a:xfrm>
              <a:off x="4273350" y="2080469"/>
              <a:ext cx="1433821" cy="0"/>
              <a:chOff x="5224975" y="2962250"/>
              <a:chExt cx="1544400" cy="0"/>
            </a:xfrm>
          </p:grpSpPr>
          <p:cxnSp>
            <p:nvCxnSpPr>
              <p:cNvPr id="8839" name="Google Shape;8839;p7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840" name="Google Shape;8840;p79"/>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841" name="Google Shape;8841;p79"/>
            <p:cNvGrpSpPr/>
            <p:nvPr/>
          </p:nvGrpSpPr>
          <p:grpSpPr>
            <a:xfrm>
              <a:off x="4273350" y="2271969"/>
              <a:ext cx="1433821" cy="0"/>
              <a:chOff x="5224975" y="2962250"/>
              <a:chExt cx="1544400" cy="0"/>
            </a:xfrm>
          </p:grpSpPr>
          <p:cxnSp>
            <p:nvCxnSpPr>
              <p:cNvPr id="8842" name="Google Shape;8842;p7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843" name="Google Shape;8843;p79"/>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844" name="Google Shape;8844;p79"/>
          <p:cNvGrpSpPr/>
          <p:nvPr/>
        </p:nvGrpSpPr>
        <p:grpSpPr>
          <a:xfrm>
            <a:off x="4258467" y="969244"/>
            <a:ext cx="1430711" cy="743389"/>
            <a:chOff x="5159450" y="1919950"/>
            <a:chExt cx="1541050" cy="862500"/>
          </a:xfrm>
        </p:grpSpPr>
        <p:sp>
          <p:nvSpPr>
            <p:cNvPr id="8845" name="Google Shape;8845;p7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846" name="Google Shape;8846;p79"/>
            <p:cNvGrpSpPr/>
            <p:nvPr/>
          </p:nvGrpSpPr>
          <p:grpSpPr>
            <a:xfrm>
              <a:off x="5159450" y="1919950"/>
              <a:ext cx="1541050" cy="862500"/>
              <a:chOff x="5159450" y="1919950"/>
              <a:chExt cx="1541050" cy="862500"/>
            </a:xfrm>
          </p:grpSpPr>
          <p:cxnSp>
            <p:nvCxnSpPr>
              <p:cNvPr id="8847" name="Google Shape;8847;p7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848" name="Google Shape;8848;p7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849" name="Google Shape;8849;p79"/>
          <p:cNvGrpSpPr/>
          <p:nvPr/>
        </p:nvGrpSpPr>
        <p:grpSpPr>
          <a:xfrm>
            <a:off x="4248581" y="2192571"/>
            <a:ext cx="1450484" cy="1052087"/>
            <a:chOff x="5230575" y="1554475"/>
            <a:chExt cx="2137150" cy="1550150"/>
          </a:xfrm>
        </p:grpSpPr>
        <p:sp>
          <p:nvSpPr>
            <p:cNvPr id="8850" name="Google Shape;8850;p79"/>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9"/>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9"/>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9"/>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9"/>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9"/>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9"/>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9"/>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9"/>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9"/>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9"/>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9"/>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9"/>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79"/>
          <p:cNvGrpSpPr/>
          <p:nvPr/>
        </p:nvGrpSpPr>
        <p:grpSpPr>
          <a:xfrm rot="10800000">
            <a:off x="4265131" y="3284761"/>
            <a:ext cx="1417383" cy="887946"/>
            <a:chOff x="5645403" y="2920021"/>
            <a:chExt cx="2650800" cy="2180614"/>
          </a:xfrm>
        </p:grpSpPr>
        <p:sp>
          <p:nvSpPr>
            <p:cNvPr id="8864" name="Google Shape;8864;p79"/>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65" name="Google Shape;8865;p79"/>
            <p:cNvCxnSpPr>
              <a:stCxn id="886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866" name="Google Shape;8866;p79"/>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67" name="Google Shape;8867;p79"/>
            <p:cNvCxnSpPr>
              <a:endCxn id="886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868" name="Google Shape;8868;p79"/>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69" name="Google Shape;8869;p79"/>
            <p:cNvCxnSpPr>
              <a:stCxn id="886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870" name="Google Shape;8870;p79"/>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71" name="Google Shape;8871;p79"/>
            <p:cNvCxnSpPr>
              <a:endCxn id="887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872" name="Google Shape;8872;p79"/>
          <p:cNvGrpSpPr/>
          <p:nvPr/>
        </p:nvGrpSpPr>
        <p:grpSpPr>
          <a:xfrm>
            <a:off x="7365491" y="2188116"/>
            <a:ext cx="1071743" cy="1021579"/>
            <a:chOff x="7189833" y="2022667"/>
            <a:chExt cx="1251159" cy="1192597"/>
          </a:xfrm>
        </p:grpSpPr>
        <p:sp>
          <p:nvSpPr>
            <p:cNvPr id="8873" name="Google Shape;8873;p79"/>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9"/>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9"/>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9"/>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7" name="Google Shape;8877;p79"/>
          <p:cNvGrpSpPr/>
          <p:nvPr/>
        </p:nvGrpSpPr>
        <p:grpSpPr>
          <a:xfrm>
            <a:off x="706762" y="2614523"/>
            <a:ext cx="1695374" cy="1560837"/>
            <a:chOff x="727421" y="2828315"/>
            <a:chExt cx="1695374" cy="1560837"/>
          </a:xfrm>
        </p:grpSpPr>
        <p:grpSp>
          <p:nvGrpSpPr>
            <p:cNvPr id="8878" name="Google Shape;8878;p79"/>
            <p:cNvGrpSpPr/>
            <p:nvPr/>
          </p:nvGrpSpPr>
          <p:grpSpPr>
            <a:xfrm>
              <a:off x="819108" y="2882501"/>
              <a:ext cx="103104" cy="1426186"/>
              <a:chOff x="4674013" y="3100904"/>
              <a:chExt cx="122758" cy="1698043"/>
            </a:xfrm>
          </p:grpSpPr>
          <p:sp>
            <p:nvSpPr>
              <p:cNvPr id="8879" name="Google Shape;8879;p7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79"/>
            <p:cNvGrpSpPr/>
            <p:nvPr/>
          </p:nvGrpSpPr>
          <p:grpSpPr>
            <a:xfrm>
              <a:off x="1062475" y="2882501"/>
              <a:ext cx="103104" cy="1426186"/>
              <a:chOff x="4940438" y="3100904"/>
              <a:chExt cx="122758" cy="1698043"/>
            </a:xfrm>
          </p:grpSpPr>
          <p:sp>
            <p:nvSpPr>
              <p:cNvPr id="8887" name="Google Shape;8887;p7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4" name="Google Shape;8894;p79"/>
            <p:cNvGrpSpPr/>
            <p:nvPr/>
          </p:nvGrpSpPr>
          <p:grpSpPr>
            <a:xfrm>
              <a:off x="1299324" y="2882501"/>
              <a:ext cx="103104" cy="1426186"/>
              <a:chOff x="5206863" y="3100904"/>
              <a:chExt cx="122758" cy="1698043"/>
            </a:xfrm>
          </p:grpSpPr>
          <p:sp>
            <p:nvSpPr>
              <p:cNvPr id="8895" name="Google Shape;8895;p7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2" name="Google Shape;8902;p79"/>
            <p:cNvGrpSpPr/>
            <p:nvPr/>
          </p:nvGrpSpPr>
          <p:grpSpPr>
            <a:xfrm>
              <a:off x="1786057" y="2882501"/>
              <a:ext cx="103104" cy="1426186"/>
              <a:chOff x="6006138" y="3143629"/>
              <a:chExt cx="122758" cy="1698043"/>
            </a:xfrm>
          </p:grpSpPr>
          <p:sp>
            <p:nvSpPr>
              <p:cNvPr id="8903" name="Google Shape;8903;p7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79"/>
            <p:cNvGrpSpPr/>
            <p:nvPr/>
          </p:nvGrpSpPr>
          <p:grpSpPr>
            <a:xfrm>
              <a:off x="2029422" y="2882501"/>
              <a:ext cx="103104" cy="1426186"/>
              <a:chOff x="6805413" y="3100904"/>
              <a:chExt cx="122758" cy="1698043"/>
            </a:xfrm>
          </p:grpSpPr>
          <p:sp>
            <p:nvSpPr>
              <p:cNvPr id="8911" name="Google Shape;8911;p7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8" name="Google Shape;8918;p79"/>
            <p:cNvGrpSpPr/>
            <p:nvPr/>
          </p:nvGrpSpPr>
          <p:grpSpPr>
            <a:xfrm>
              <a:off x="727421" y="2828315"/>
              <a:ext cx="1695374" cy="1560837"/>
              <a:chOff x="734799" y="2782450"/>
              <a:chExt cx="1571100" cy="1577400"/>
            </a:xfrm>
          </p:grpSpPr>
          <p:cxnSp>
            <p:nvCxnSpPr>
              <p:cNvPr id="8919" name="Google Shape;8919;p7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920" name="Google Shape;8920;p7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921" name="Google Shape;8921;p79"/>
            <p:cNvGrpSpPr/>
            <p:nvPr/>
          </p:nvGrpSpPr>
          <p:grpSpPr>
            <a:xfrm>
              <a:off x="2272795" y="2882501"/>
              <a:ext cx="103104" cy="1426186"/>
              <a:chOff x="5206863" y="3100904"/>
              <a:chExt cx="122758" cy="1698043"/>
            </a:xfrm>
          </p:grpSpPr>
          <p:sp>
            <p:nvSpPr>
              <p:cNvPr id="8922" name="Google Shape;8922;p7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79"/>
            <p:cNvGrpSpPr/>
            <p:nvPr/>
          </p:nvGrpSpPr>
          <p:grpSpPr>
            <a:xfrm>
              <a:off x="1542694" y="2882501"/>
              <a:ext cx="103104" cy="1426186"/>
              <a:chOff x="6006138" y="3143629"/>
              <a:chExt cx="122758" cy="1698043"/>
            </a:xfrm>
          </p:grpSpPr>
          <p:sp>
            <p:nvSpPr>
              <p:cNvPr id="8930" name="Google Shape;8930;p7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37" name="Google Shape;8937;p79"/>
          <p:cNvGrpSpPr/>
          <p:nvPr/>
        </p:nvGrpSpPr>
        <p:grpSpPr>
          <a:xfrm>
            <a:off x="5915341" y="2192094"/>
            <a:ext cx="1248543" cy="1025319"/>
            <a:chOff x="5183758" y="1210600"/>
            <a:chExt cx="3605380" cy="2960783"/>
          </a:xfrm>
        </p:grpSpPr>
        <p:sp>
          <p:nvSpPr>
            <p:cNvPr id="8938" name="Google Shape;8938;p7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2" name="Google Shape;8942;p79"/>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943" name="Google Shape;8943;p79"/>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944" name="Google Shape;8944;p79"/>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945" name="Google Shape;8945;p79"/>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946" name="Google Shape;8946;p79"/>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7" name="Google Shape;8947;p79"/>
          <p:cNvGrpSpPr/>
          <p:nvPr/>
        </p:nvGrpSpPr>
        <p:grpSpPr>
          <a:xfrm>
            <a:off x="5772403" y="3330411"/>
            <a:ext cx="2664831" cy="843440"/>
            <a:chOff x="5916567" y="1099697"/>
            <a:chExt cx="2556683" cy="809211"/>
          </a:xfrm>
        </p:grpSpPr>
        <p:sp>
          <p:nvSpPr>
            <p:cNvPr id="8948" name="Google Shape;8948;p79"/>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9"/>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9"/>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9"/>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9"/>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9"/>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9"/>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9"/>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6" name="Google Shape;8956;p79"/>
          <p:cNvGrpSpPr/>
          <p:nvPr/>
        </p:nvGrpSpPr>
        <p:grpSpPr>
          <a:xfrm>
            <a:off x="5879943" y="979270"/>
            <a:ext cx="1299851" cy="1023338"/>
            <a:chOff x="5900602" y="1193063"/>
            <a:chExt cx="1299851" cy="1023338"/>
          </a:xfrm>
        </p:grpSpPr>
        <p:grpSp>
          <p:nvGrpSpPr>
            <p:cNvPr id="8957" name="Google Shape;8957;p79"/>
            <p:cNvGrpSpPr/>
            <p:nvPr/>
          </p:nvGrpSpPr>
          <p:grpSpPr>
            <a:xfrm>
              <a:off x="6743564" y="1193063"/>
              <a:ext cx="456889" cy="700379"/>
              <a:chOff x="6743564" y="1193063"/>
              <a:chExt cx="456889" cy="700379"/>
            </a:xfrm>
          </p:grpSpPr>
          <p:grpSp>
            <p:nvGrpSpPr>
              <p:cNvPr id="8958" name="Google Shape;8958;p79"/>
              <p:cNvGrpSpPr/>
              <p:nvPr/>
            </p:nvGrpSpPr>
            <p:grpSpPr>
              <a:xfrm>
                <a:off x="6743564" y="1690731"/>
                <a:ext cx="214402" cy="202710"/>
                <a:chOff x="6743564" y="1690731"/>
                <a:chExt cx="214402" cy="202710"/>
              </a:xfrm>
            </p:grpSpPr>
            <p:sp>
              <p:nvSpPr>
                <p:cNvPr id="8959" name="Google Shape;8959;p79"/>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9"/>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1" name="Google Shape;8961;p79"/>
              <p:cNvGrpSpPr/>
              <p:nvPr/>
            </p:nvGrpSpPr>
            <p:grpSpPr>
              <a:xfrm>
                <a:off x="6915505" y="1193063"/>
                <a:ext cx="284947" cy="589637"/>
                <a:chOff x="6915505" y="1193063"/>
                <a:chExt cx="284947" cy="589637"/>
              </a:xfrm>
            </p:grpSpPr>
            <p:sp>
              <p:nvSpPr>
                <p:cNvPr id="8962" name="Google Shape;8962;p7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3" name="Google Shape;8963;p79"/>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964" name="Google Shape;8964;p79"/>
            <p:cNvGrpSpPr/>
            <p:nvPr/>
          </p:nvGrpSpPr>
          <p:grpSpPr>
            <a:xfrm>
              <a:off x="6520337" y="1193063"/>
              <a:ext cx="341815" cy="801589"/>
              <a:chOff x="6520337" y="1193063"/>
              <a:chExt cx="341815" cy="801589"/>
            </a:xfrm>
          </p:grpSpPr>
          <p:grpSp>
            <p:nvGrpSpPr>
              <p:cNvPr id="8965" name="Google Shape;8965;p79"/>
              <p:cNvGrpSpPr/>
              <p:nvPr/>
            </p:nvGrpSpPr>
            <p:grpSpPr>
              <a:xfrm>
                <a:off x="6520337" y="1589527"/>
                <a:ext cx="213950" cy="405125"/>
                <a:chOff x="6520337" y="1589527"/>
                <a:chExt cx="213950" cy="405125"/>
              </a:xfrm>
            </p:grpSpPr>
            <p:sp>
              <p:nvSpPr>
                <p:cNvPr id="8966" name="Google Shape;8966;p7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9"/>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79"/>
              <p:cNvGrpSpPr/>
              <p:nvPr/>
            </p:nvGrpSpPr>
            <p:grpSpPr>
              <a:xfrm>
                <a:off x="6577204" y="1193063"/>
                <a:ext cx="284947" cy="453562"/>
                <a:chOff x="6577204" y="1193063"/>
                <a:chExt cx="284947" cy="453562"/>
              </a:xfrm>
            </p:grpSpPr>
            <p:sp>
              <p:nvSpPr>
                <p:cNvPr id="8969" name="Google Shape;8969;p7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70" name="Google Shape;8970;p79"/>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971" name="Google Shape;8971;p79"/>
            <p:cNvGrpSpPr/>
            <p:nvPr/>
          </p:nvGrpSpPr>
          <p:grpSpPr>
            <a:xfrm>
              <a:off x="6238903" y="1193063"/>
              <a:ext cx="300475" cy="901782"/>
              <a:chOff x="6238903" y="1193063"/>
              <a:chExt cx="300475" cy="901782"/>
            </a:xfrm>
          </p:grpSpPr>
          <p:grpSp>
            <p:nvGrpSpPr>
              <p:cNvPr id="8972" name="Google Shape;8972;p79"/>
              <p:cNvGrpSpPr/>
              <p:nvPr/>
            </p:nvGrpSpPr>
            <p:grpSpPr>
              <a:xfrm>
                <a:off x="6290865" y="1489315"/>
                <a:ext cx="248514" cy="605530"/>
                <a:chOff x="6290865" y="1489315"/>
                <a:chExt cx="248514" cy="605530"/>
              </a:xfrm>
            </p:grpSpPr>
            <p:sp>
              <p:nvSpPr>
                <p:cNvPr id="8973" name="Google Shape;8973;p7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9"/>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5" name="Google Shape;8975;p79"/>
              <p:cNvGrpSpPr/>
              <p:nvPr/>
            </p:nvGrpSpPr>
            <p:grpSpPr>
              <a:xfrm>
                <a:off x="6238903" y="1193063"/>
                <a:ext cx="284947" cy="327512"/>
                <a:chOff x="6238903" y="1193063"/>
                <a:chExt cx="284947" cy="327512"/>
              </a:xfrm>
            </p:grpSpPr>
            <p:sp>
              <p:nvSpPr>
                <p:cNvPr id="8976" name="Google Shape;8976;p7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77" name="Google Shape;8977;p79"/>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978" name="Google Shape;8978;p79"/>
            <p:cNvGrpSpPr/>
            <p:nvPr/>
          </p:nvGrpSpPr>
          <p:grpSpPr>
            <a:xfrm>
              <a:off x="5900602" y="1193063"/>
              <a:ext cx="444345" cy="1023338"/>
              <a:chOff x="5900602" y="1193063"/>
              <a:chExt cx="444345" cy="1023338"/>
            </a:xfrm>
          </p:grpSpPr>
          <p:grpSp>
            <p:nvGrpSpPr>
              <p:cNvPr id="8979" name="Google Shape;8979;p79"/>
              <p:cNvGrpSpPr/>
              <p:nvPr/>
            </p:nvGrpSpPr>
            <p:grpSpPr>
              <a:xfrm>
                <a:off x="6046501" y="1367785"/>
                <a:ext cx="298446" cy="848616"/>
                <a:chOff x="6046501" y="1367785"/>
                <a:chExt cx="298446" cy="848616"/>
              </a:xfrm>
            </p:grpSpPr>
            <p:sp>
              <p:nvSpPr>
                <p:cNvPr id="8980" name="Google Shape;8980;p7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9"/>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2" name="Google Shape;8982;p79"/>
              <p:cNvGrpSpPr/>
              <p:nvPr/>
            </p:nvGrpSpPr>
            <p:grpSpPr>
              <a:xfrm>
                <a:off x="5900602" y="1193063"/>
                <a:ext cx="284947" cy="182312"/>
                <a:chOff x="5900602" y="1193063"/>
                <a:chExt cx="284947" cy="182312"/>
              </a:xfrm>
            </p:grpSpPr>
            <p:sp>
              <p:nvSpPr>
                <p:cNvPr id="8983" name="Google Shape;8983;p7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84" name="Google Shape;8984;p7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985" name="Google Shape;8985;p79"/>
          <p:cNvGrpSpPr/>
          <p:nvPr/>
        </p:nvGrpSpPr>
        <p:grpSpPr>
          <a:xfrm>
            <a:off x="7217825" y="979415"/>
            <a:ext cx="1219413" cy="1051365"/>
            <a:chOff x="7287122" y="1165658"/>
            <a:chExt cx="1219413" cy="1051365"/>
          </a:xfrm>
        </p:grpSpPr>
        <p:grpSp>
          <p:nvGrpSpPr>
            <p:cNvPr id="8986" name="Google Shape;8986;p79"/>
            <p:cNvGrpSpPr/>
            <p:nvPr/>
          </p:nvGrpSpPr>
          <p:grpSpPr>
            <a:xfrm>
              <a:off x="7287122" y="1969723"/>
              <a:ext cx="1219413" cy="247300"/>
              <a:chOff x="7287122" y="1969723"/>
              <a:chExt cx="1219413" cy="247300"/>
            </a:xfrm>
          </p:grpSpPr>
          <p:sp>
            <p:nvSpPr>
              <p:cNvPr id="8987" name="Google Shape;8987;p7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8" name="Google Shape;8988;p79"/>
              <p:cNvGrpSpPr/>
              <p:nvPr/>
            </p:nvGrpSpPr>
            <p:grpSpPr>
              <a:xfrm>
                <a:off x="7287122" y="2063892"/>
                <a:ext cx="1151753" cy="73428"/>
                <a:chOff x="7287122" y="2063892"/>
                <a:chExt cx="1151753" cy="73428"/>
              </a:xfrm>
            </p:grpSpPr>
            <p:sp>
              <p:nvSpPr>
                <p:cNvPr id="8989" name="Google Shape;8989;p7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90" name="Google Shape;8990;p7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991" name="Google Shape;8991;p79"/>
            <p:cNvGrpSpPr/>
            <p:nvPr/>
          </p:nvGrpSpPr>
          <p:grpSpPr>
            <a:xfrm>
              <a:off x="7287122" y="1712201"/>
              <a:ext cx="1219403" cy="246767"/>
              <a:chOff x="7287122" y="1712201"/>
              <a:chExt cx="1219403" cy="246767"/>
            </a:xfrm>
          </p:grpSpPr>
          <p:sp>
            <p:nvSpPr>
              <p:cNvPr id="8992" name="Google Shape;8992;p7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3" name="Google Shape;8993;p79"/>
              <p:cNvGrpSpPr/>
              <p:nvPr/>
            </p:nvGrpSpPr>
            <p:grpSpPr>
              <a:xfrm>
                <a:off x="7287122" y="1842861"/>
                <a:ext cx="1005303" cy="73419"/>
                <a:chOff x="7287122" y="1842861"/>
                <a:chExt cx="1005303" cy="73419"/>
              </a:xfrm>
            </p:grpSpPr>
            <p:sp>
              <p:nvSpPr>
                <p:cNvPr id="8994" name="Google Shape;8994;p7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95" name="Google Shape;8995;p7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996" name="Google Shape;8996;p79"/>
            <p:cNvGrpSpPr/>
            <p:nvPr/>
          </p:nvGrpSpPr>
          <p:grpSpPr>
            <a:xfrm>
              <a:off x="7287122" y="1447520"/>
              <a:ext cx="1219403" cy="286667"/>
              <a:chOff x="7287122" y="1447520"/>
              <a:chExt cx="1219403" cy="286667"/>
            </a:xfrm>
          </p:grpSpPr>
          <p:sp>
            <p:nvSpPr>
              <p:cNvPr id="8997" name="Google Shape;8997;p7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8" name="Google Shape;8998;p79"/>
              <p:cNvGrpSpPr/>
              <p:nvPr/>
            </p:nvGrpSpPr>
            <p:grpSpPr>
              <a:xfrm>
                <a:off x="7287122" y="1581977"/>
                <a:ext cx="852803" cy="73428"/>
                <a:chOff x="7287122" y="1581977"/>
                <a:chExt cx="852803" cy="73428"/>
              </a:xfrm>
            </p:grpSpPr>
            <p:sp>
              <p:nvSpPr>
                <p:cNvPr id="8999" name="Google Shape;8999;p7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00" name="Google Shape;9000;p7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001" name="Google Shape;9001;p79"/>
            <p:cNvGrpSpPr/>
            <p:nvPr/>
          </p:nvGrpSpPr>
          <p:grpSpPr>
            <a:xfrm>
              <a:off x="7287122" y="1165658"/>
              <a:ext cx="1219403" cy="344253"/>
              <a:chOff x="7287122" y="1165658"/>
              <a:chExt cx="1219403" cy="344253"/>
            </a:xfrm>
          </p:grpSpPr>
          <p:sp>
            <p:nvSpPr>
              <p:cNvPr id="9002" name="Google Shape;9002;p7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3" name="Google Shape;9003;p79"/>
              <p:cNvGrpSpPr/>
              <p:nvPr/>
            </p:nvGrpSpPr>
            <p:grpSpPr>
              <a:xfrm>
                <a:off x="7287122" y="1341025"/>
                <a:ext cx="695703" cy="73419"/>
                <a:chOff x="7287122" y="1341025"/>
                <a:chExt cx="695703" cy="73419"/>
              </a:xfrm>
            </p:grpSpPr>
            <p:sp>
              <p:nvSpPr>
                <p:cNvPr id="9004" name="Google Shape;9004;p7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05" name="Google Shape;9005;p7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09"/>
        <p:cNvGrpSpPr/>
        <p:nvPr/>
      </p:nvGrpSpPr>
      <p:grpSpPr>
        <a:xfrm>
          <a:off x="0" y="0"/>
          <a:ext cx="0" cy="0"/>
          <a:chOff x="0" y="0"/>
          <a:chExt cx="0" cy="0"/>
        </a:xfrm>
      </p:grpSpPr>
      <p:grpSp>
        <p:nvGrpSpPr>
          <p:cNvPr id="9010" name="Google Shape;9010;p80"/>
          <p:cNvGrpSpPr/>
          <p:nvPr/>
        </p:nvGrpSpPr>
        <p:grpSpPr>
          <a:xfrm>
            <a:off x="846551" y="2273217"/>
            <a:ext cx="415546" cy="355053"/>
            <a:chOff x="866243" y="2291587"/>
            <a:chExt cx="415546" cy="355053"/>
          </a:xfrm>
        </p:grpSpPr>
        <p:sp>
          <p:nvSpPr>
            <p:cNvPr id="9011" name="Google Shape;9011;p80"/>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0"/>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0"/>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0"/>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0"/>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6" name="Google Shape;9016;p80"/>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7" name="Google Shape;9017;p80"/>
          <p:cNvGrpSpPr/>
          <p:nvPr/>
        </p:nvGrpSpPr>
        <p:grpSpPr>
          <a:xfrm>
            <a:off x="1938828" y="2284205"/>
            <a:ext cx="359213" cy="327807"/>
            <a:chOff x="1958520" y="2302574"/>
            <a:chExt cx="359213" cy="327807"/>
          </a:xfrm>
        </p:grpSpPr>
        <p:sp>
          <p:nvSpPr>
            <p:cNvPr id="9018" name="Google Shape;9018;p80"/>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0"/>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0"/>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80"/>
          <p:cNvGrpSpPr/>
          <p:nvPr/>
        </p:nvGrpSpPr>
        <p:grpSpPr>
          <a:xfrm>
            <a:off x="2560190" y="2269057"/>
            <a:ext cx="207582" cy="359594"/>
            <a:chOff x="2656082" y="2287427"/>
            <a:chExt cx="207582" cy="359594"/>
          </a:xfrm>
        </p:grpSpPr>
        <p:sp>
          <p:nvSpPr>
            <p:cNvPr id="9022" name="Google Shape;9022;p80"/>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0"/>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0"/>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0"/>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6" name="Google Shape;9026;p80"/>
          <p:cNvGrpSpPr/>
          <p:nvPr/>
        </p:nvGrpSpPr>
        <p:grpSpPr>
          <a:xfrm>
            <a:off x="3029961" y="2303099"/>
            <a:ext cx="362991" cy="290018"/>
            <a:chOff x="3049653" y="2321468"/>
            <a:chExt cx="362991" cy="290018"/>
          </a:xfrm>
        </p:grpSpPr>
        <p:sp>
          <p:nvSpPr>
            <p:cNvPr id="9027" name="Google Shape;9027;p80"/>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0"/>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0"/>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80"/>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80"/>
          <p:cNvGrpSpPr/>
          <p:nvPr/>
        </p:nvGrpSpPr>
        <p:grpSpPr>
          <a:xfrm>
            <a:off x="3544551" y="2271534"/>
            <a:ext cx="422342" cy="355243"/>
            <a:chOff x="3564243" y="2289904"/>
            <a:chExt cx="422342" cy="355243"/>
          </a:xfrm>
        </p:grpSpPr>
        <p:sp>
          <p:nvSpPr>
            <p:cNvPr id="9032" name="Google Shape;9032;p80"/>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0"/>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0"/>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0"/>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0"/>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7" name="Google Shape;9037;p80"/>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8" name="Google Shape;9038;p80"/>
          <p:cNvGrpSpPr/>
          <p:nvPr/>
        </p:nvGrpSpPr>
        <p:grpSpPr>
          <a:xfrm>
            <a:off x="4668202" y="2271344"/>
            <a:ext cx="359594" cy="353909"/>
            <a:chOff x="4687894" y="2289713"/>
            <a:chExt cx="359594" cy="353909"/>
          </a:xfrm>
        </p:grpSpPr>
        <p:sp>
          <p:nvSpPr>
            <p:cNvPr id="9039" name="Google Shape;9039;p80"/>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0"/>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0"/>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2" name="Google Shape;9042;p80"/>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3" name="Google Shape;9043;p80"/>
          <p:cNvGrpSpPr/>
          <p:nvPr/>
        </p:nvGrpSpPr>
        <p:grpSpPr>
          <a:xfrm>
            <a:off x="6352932" y="2289857"/>
            <a:ext cx="263567" cy="317614"/>
            <a:chOff x="6421399" y="2308227"/>
            <a:chExt cx="263567" cy="317614"/>
          </a:xfrm>
        </p:grpSpPr>
        <p:sp>
          <p:nvSpPr>
            <p:cNvPr id="9044" name="Google Shape;9044;p80"/>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0"/>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0"/>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0"/>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8" name="Google Shape;9048;p80"/>
          <p:cNvGrpSpPr/>
          <p:nvPr/>
        </p:nvGrpSpPr>
        <p:grpSpPr>
          <a:xfrm>
            <a:off x="6850501" y="2277250"/>
            <a:ext cx="360356" cy="343462"/>
            <a:chOff x="6870193" y="2295620"/>
            <a:chExt cx="360356" cy="343462"/>
          </a:xfrm>
        </p:grpSpPr>
        <p:sp>
          <p:nvSpPr>
            <p:cNvPr id="9049" name="Google Shape;9049;p80"/>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0"/>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1" name="Google Shape;9051;p80"/>
          <p:cNvGrpSpPr/>
          <p:nvPr/>
        </p:nvGrpSpPr>
        <p:grpSpPr>
          <a:xfrm>
            <a:off x="7421773" y="2284490"/>
            <a:ext cx="342192" cy="327140"/>
            <a:chOff x="7441465" y="2302860"/>
            <a:chExt cx="342192" cy="327140"/>
          </a:xfrm>
        </p:grpSpPr>
        <p:sp>
          <p:nvSpPr>
            <p:cNvPr id="9052" name="Google Shape;9052;p80"/>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0"/>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4" name="Google Shape;9054;p80"/>
          <p:cNvGrpSpPr/>
          <p:nvPr/>
        </p:nvGrpSpPr>
        <p:grpSpPr>
          <a:xfrm>
            <a:off x="7969991" y="2331837"/>
            <a:ext cx="332761" cy="234066"/>
            <a:chOff x="7989683" y="2350207"/>
            <a:chExt cx="332761" cy="234066"/>
          </a:xfrm>
        </p:grpSpPr>
        <p:sp>
          <p:nvSpPr>
            <p:cNvPr id="9055" name="Google Shape;9055;p80"/>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0"/>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0"/>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0"/>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0"/>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0"/>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1" name="Google Shape;9061;p80"/>
          <p:cNvGrpSpPr/>
          <p:nvPr/>
        </p:nvGrpSpPr>
        <p:grpSpPr>
          <a:xfrm>
            <a:off x="5803602" y="2291381"/>
            <a:ext cx="315327" cy="314978"/>
            <a:chOff x="5823294" y="2309751"/>
            <a:chExt cx="315327" cy="314978"/>
          </a:xfrm>
        </p:grpSpPr>
        <p:sp>
          <p:nvSpPr>
            <p:cNvPr id="9062" name="Google Shape;9062;p80"/>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0"/>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0"/>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0"/>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0"/>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0"/>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0"/>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0"/>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0"/>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0"/>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0"/>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0"/>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0"/>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0"/>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0"/>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0"/>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0"/>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9" name="Google Shape;9079;p80"/>
          <p:cNvGrpSpPr/>
          <p:nvPr/>
        </p:nvGrpSpPr>
        <p:grpSpPr>
          <a:xfrm>
            <a:off x="2477583" y="2725790"/>
            <a:ext cx="370930" cy="370549"/>
            <a:chOff x="2497275" y="2744159"/>
            <a:chExt cx="370930" cy="370549"/>
          </a:xfrm>
        </p:grpSpPr>
        <p:sp>
          <p:nvSpPr>
            <p:cNvPr id="9080" name="Google Shape;9080;p80"/>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80"/>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0"/>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0"/>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0"/>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80"/>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6" name="Google Shape;9086;p80"/>
          <p:cNvGrpSpPr/>
          <p:nvPr/>
        </p:nvGrpSpPr>
        <p:grpSpPr>
          <a:xfrm>
            <a:off x="841248" y="2728108"/>
            <a:ext cx="371883" cy="365691"/>
            <a:chOff x="860940" y="2746477"/>
            <a:chExt cx="371883" cy="365691"/>
          </a:xfrm>
        </p:grpSpPr>
        <p:sp>
          <p:nvSpPr>
            <p:cNvPr id="9087" name="Google Shape;9087;p80"/>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0"/>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0"/>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0"/>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0"/>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2" name="Google Shape;9092;p80"/>
          <p:cNvGrpSpPr/>
          <p:nvPr/>
        </p:nvGrpSpPr>
        <p:grpSpPr>
          <a:xfrm>
            <a:off x="1431144" y="2747889"/>
            <a:ext cx="283985" cy="341080"/>
            <a:chOff x="1493849" y="2775533"/>
            <a:chExt cx="283985" cy="341080"/>
          </a:xfrm>
        </p:grpSpPr>
        <p:sp>
          <p:nvSpPr>
            <p:cNvPr id="9093" name="Google Shape;9093;p80"/>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0"/>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5" name="Google Shape;9095;p80"/>
          <p:cNvGrpSpPr/>
          <p:nvPr/>
        </p:nvGrpSpPr>
        <p:grpSpPr>
          <a:xfrm>
            <a:off x="1933144" y="2756052"/>
            <a:ext cx="372835" cy="342573"/>
            <a:chOff x="1952836" y="2774422"/>
            <a:chExt cx="372835" cy="342573"/>
          </a:xfrm>
        </p:grpSpPr>
        <p:sp>
          <p:nvSpPr>
            <p:cNvPr id="9096" name="Google Shape;9096;p80"/>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0"/>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0"/>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9" name="Google Shape;9099;p80"/>
          <p:cNvGrpSpPr/>
          <p:nvPr/>
        </p:nvGrpSpPr>
        <p:grpSpPr>
          <a:xfrm>
            <a:off x="3060224" y="2726107"/>
            <a:ext cx="332729" cy="372518"/>
            <a:chOff x="3079916" y="2744477"/>
            <a:chExt cx="332729" cy="372518"/>
          </a:xfrm>
        </p:grpSpPr>
        <p:sp>
          <p:nvSpPr>
            <p:cNvPr id="9100" name="Google Shape;9100;p80"/>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0"/>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0"/>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3" name="Google Shape;9103;p80"/>
          <p:cNvGrpSpPr/>
          <p:nvPr/>
        </p:nvGrpSpPr>
        <p:grpSpPr>
          <a:xfrm>
            <a:off x="3600884" y="2727155"/>
            <a:ext cx="336889" cy="355592"/>
            <a:chOff x="3620576" y="2745525"/>
            <a:chExt cx="336889" cy="355592"/>
          </a:xfrm>
        </p:grpSpPr>
        <p:sp>
          <p:nvSpPr>
            <p:cNvPr id="9104" name="Google Shape;9104;p80"/>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0"/>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80"/>
          <p:cNvGrpSpPr/>
          <p:nvPr/>
        </p:nvGrpSpPr>
        <p:grpSpPr>
          <a:xfrm>
            <a:off x="4107123" y="2742334"/>
            <a:ext cx="380393" cy="363118"/>
            <a:chOff x="4126815" y="2760704"/>
            <a:chExt cx="380393" cy="363118"/>
          </a:xfrm>
        </p:grpSpPr>
        <p:sp>
          <p:nvSpPr>
            <p:cNvPr id="9107" name="Google Shape;9107;p80"/>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0"/>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0"/>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0"/>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1" name="Google Shape;9111;p80"/>
          <p:cNvGrpSpPr/>
          <p:nvPr/>
        </p:nvGrpSpPr>
        <p:grpSpPr>
          <a:xfrm>
            <a:off x="4656294" y="2727314"/>
            <a:ext cx="381346" cy="368644"/>
            <a:chOff x="4675986" y="2745684"/>
            <a:chExt cx="381346" cy="368644"/>
          </a:xfrm>
        </p:grpSpPr>
        <p:sp>
          <p:nvSpPr>
            <p:cNvPr id="9112" name="Google Shape;9112;p80"/>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0"/>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80"/>
          <p:cNvGrpSpPr/>
          <p:nvPr/>
        </p:nvGrpSpPr>
        <p:grpSpPr>
          <a:xfrm>
            <a:off x="5200924" y="2772692"/>
            <a:ext cx="373185" cy="302466"/>
            <a:chOff x="5220616" y="2791061"/>
            <a:chExt cx="373185" cy="302466"/>
          </a:xfrm>
        </p:grpSpPr>
        <p:sp>
          <p:nvSpPr>
            <p:cNvPr id="9115" name="Google Shape;9115;p80"/>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0"/>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0"/>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0"/>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0"/>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0"/>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0"/>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0"/>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0"/>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0"/>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0"/>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0"/>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0"/>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0"/>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0"/>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0"/>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0"/>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0"/>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80"/>
          <p:cNvGrpSpPr/>
          <p:nvPr/>
        </p:nvGrpSpPr>
        <p:grpSpPr>
          <a:xfrm>
            <a:off x="5768969" y="2754147"/>
            <a:ext cx="284366" cy="344097"/>
            <a:chOff x="5864861" y="2772517"/>
            <a:chExt cx="284366" cy="344097"/>
          </a:xfrm>
        </p:grpSpPr>
        <p:sp>
          <p:nvSpPr>
            <p:cNvPr id="9134" name="Google Shape;9134;p80"/>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0"/>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0"/>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0"/>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0"/>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0"/>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0" name="Google Shape;9140;p80"/>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1" name="Google Shape;9141;p80"/>
          <p:cNvGrpSpPr/>
          <p:nvPr/>
        </p:nvGrpSpPr>
        <p:grpSpPr>
          <a:xfrm>
            <a:off x="6954467" y="2771168"/>
            <a:ext cx="255247" cy="327458"/>
            <a:chOff x="6974158" y="2789537"/>
            <a:chExt cx="255247" cy="327458"/>
          </a:xfrm>
        </p:grpSpPr>
        <p:sp>
          <p:nvSpPr>
            <p:cNvPr id="9142" name="Google Shape;9142;p80"/>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0"/>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0"/>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0"/>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0"/>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0"/>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80"/>
          <p:cNvGrpSpPr/>
          <p:nvPr/>
        </p:nvGrpSpPr>
        <p:grpSpPr>
          <a:xfrm>
            <a:off x="7511005" y="2771930"/>
            <a:ext cx="244291" cy="326314"/>
            <a:chOff x="7530697" y="2790299"/>
            <a:chExt cx="244291" cy="326314"/>
          </a:xfrm>
        </p:grpSpPr>
        <p:sp>
          <p:nvSpPr>
            <p:cNvPr id="9149" name="Google Shape;9149;p80"/>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0"/>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0"/>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0"/>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0"/>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0"/>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5" name="Google Shape;9155;p80"/>
          <p:cNvGrpSpPr/>
          <p:nvPr/>
        </p:nvGrpSpPr>
        <p:grpSpPr>
          <a:xfrm>
            <a:off x="7968499" y="2813878"/>
            <a:ext cx="332348" cy="283985"/>
            <a:chOff x="7988191" y="2832248"/>
            <a:chExt cx="332348" cy="283985"/>
          </a:xfrm>
        </p:grpSpPr>
        <p:sp>
          <p:nvSpPr>
            <p:cNvPr id="9156" name="Google Shape;9156;p80"/>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0"/>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0"/>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59" name="Google Shape;9159;p80"/>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0" name="Google Shape;9160;p80"/>
          <p:cNvGrpSpPr/>
          <p:nvPr/>
        </p:nvGrpSpPr>
        <p:grpSpPr>
          <a:xfrm>
            <a:off x="3568748" y="3239998"/>
            <a:ext cx="364484" cy="262423"/>
            <a:chOff x="3588440" y="3258368"/>
            <a:chExt cx="364484" cy="262423"/>
          </a:xfrm>
        </p:grpSpPr>
        <p:sp>
          <p:nvSpPr>
            <p:cNvPr id="9161" name="Google Shape;9161;p80"/>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0"/>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0"/>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0"/>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0"/>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0"/>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67" name="Google Shape;9167;p80"/>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8" name="Google Shape;9168;p80"/>
          <p:cNvGrpSpPr/>
          <p:nvPr/>
        </p:nvGrpSpPr>
        <p:grpSpPr>
          <a:xfrm>
            <a:off x="5746125" y="3209355"/>
            <a:ext cx="364865" cy="324822"/>
            <a:chOff x="5765817" y="3227724"/>
            <a:chExt cx="364865" cy="324822"/>
          </a:xfrm>
        </p:grpSpPr>
        <p:sp>
          <p:nvSpPr>
            <p:cNvPr id="9169" name="Google Shape;9169;p80"/>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0"/>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0"/>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80"/>
          <p:cNvGrpSpPr/>
          <p:nvPr/>
        </p:nvGrpSpPr>
        <p:grpSpPr>
          <a:xfrm>
            <a:off x="6208891" y="3219294"/>
            <a:ext cx="446539" cy="303895"/>
            <a:chOff x="6228583" y="3237664"/>
            <a:chExt cx="446539" cy="303895"/>
          </a:xfrm>
        </p:grpSpPr>
        <p:sp>
          <p:nvSpPr>
            <p:cNvPr id="9173" name="Google Shape;9173;p80"/>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0"/>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0"/>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0"/>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0"/>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0"/>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0"/>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0"/>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0"/>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0"/>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0"/>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0"/>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0"/>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0"/>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0"/>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0"/>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0"/>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0" name="Google Shape;9190;p80"/>
          <p:cNvGrpSpPr/>
          <p:nvPr/>
        </p:nvGrpSpPr>
        <p:grpSpPr>
          <a:xfrm>
            <a:off x="846170" y="3188936"/>
            <a:ext cx="364484" cy="364897"/>
            <a:chOff x="865862" y="3207306"/>
            <a:chExt cx="364484" cy="364897"/>
          </a:xfrm>
        </p:grpSpPr>
        <p:sp>
          <p:nvSpPr>
            <p:cNvPr id="9191" name="Google Shape;9191;p80"/>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0"/>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0"/>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0"/>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0"/>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0"/>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0"/>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0"/>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0"/>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0"/>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0"/>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0"/>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0"/>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0"/>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5" name="Google Shape;9205;p80"/>
          <p:cNvGrpSpPr/>
          <p:nvPr/>
        </p:nvGrpSpPr>
        <p:grpSpPr>
          <a:xfrm>
            <a:off x="1384925" y="3208593"/>
            <a:ext cx="370168" cy="325965"/>
            <a:chOff x="1404617" y="3226962"/>
            <a:chExt cx="370168" cy="325965"/>
          </a:xfrm>
        </p:grpSpPr>
        <p:sp>
          <p:nvSpPr>
            <p:cNvPr id="9206" name="Google Shape;9206;p80"/>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0"/>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0"/>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0"/>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0"/>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0"/>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0"/>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0"/>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0"/>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5" name="Google Shape;9215;p80"/>
          <p:cNvGrpSpPr/>
          <p:nvPr/>
        </p:nvGrpSpPr>
        <p:grpSpPr>
          <a:xfrm>
            <a:off x="1933711" y="3197724"/>
            <a:ext cx="366389" cy="354481"/>
            <a:chOff x="1954741" y="3212419"/>
            <a:chExt cx="366389" cy="354481"/>
          </a:xfrm>
        </p:grpSpPr>
        <p:sp>
          <p:nvSpPr>
            <p:cNvPr id="9216" name="Google Shape;9216;p80"/>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0"/>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0"/>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0"/>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0"/>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0"/>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0"/>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3" name="Google Shape;9223;p80"/>
          <p:cNvGrpSpPr/>
          <p:nvPr/>
        </p:nvGrpSpPr>
        <p:grpSpPr>
          <a:xfrm>
            <a:off x="3023547" y="3197256"/>
            <a:ext cx="366008" cy="348670"/>
            <a:chOff x="3043239" y="3215626"/>
            <a:chExt cx="366008" cy="348670"/>
          </a:xfrm>
        </p:grpSpPr>
        <p:sp>
          <p:nvSpPr>
            <p:cNvPr id="9224" name="Google Shape;9224;p80"/>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0"/>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6" name="Google Shape;9226;p80"/>
          <p:cNvGrpSpPr/>
          <p:nvPr/>
        </p:nvGrpSpPr>
        <p:grpSpPr>
          <a:xfrm>
            <a:off x="4198641" y="3166613"/>
            <a:ext cx="209107" cy="383442"/>
            <a:chOff x="4218333" y="3184982"/>
            <a:chExt cx="209107" cy="383442"/>
          </a:xfrm>
        </p:grpSpPr>
        <p:sp>
          <p:nvSpPr>
            <p:cNvPr id="9227" name="Google Shape;9227;p80"/>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0"/>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9" name="Google Shape;9229;p80"/>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0" name="Google Shape;9230;p80"/>
          <p:cNvGrpSpPr/>
          <p:nvPr/>
        </p:nvGrpSpPr>
        <p:grpSpPr>
          <a:xfrm>
            <a:off x="6876953" y="3197637"/>
            <a:ext cx="322917" cy="347876"/>
            <a:chOff x="6896644" y="3216007"/>
            <a:chExt cx="322917" cy="347876"/>
          </a:xfrm>
        </p:grpSpPr>
        <p:sp>
          <p:nvSpPr>
            <p:cNvPr id="9231" name="Google Shape;9231;p80"/>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0"/>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0"/>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0"/>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0"/>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0"/>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0"/>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8" name="Google Shape;9238;p80"/>
          <p:cNvGrpSpPr/>
          <p:nvPr/>
        </p:nvGrpSpPr>
        <p:grpSpPr>
          <a:xfrm>
            <a:off x="7409674" y="3204814"/>
            <a:ext cx="334634" cy="333904"/>
            <a:chOff x="7429366" y="3223183"/>
            <a:chExt cx="334634" cy="333904"/>
          </a:xfrm>
        </p:grpSpPr>
        <p:sp>
          <p:nvSpPr>
            <p:cNvPr id="9239" name="Google Shape;9239;p80"/>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0"/>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41" name="Google Shape;9241;p80"/>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2" name="Google Shape;9242;p80"/>
          <p:cNvGrpSpPr/>
          <p:nvPr/>
        </p:nvGrpSpPr>
        <p:grpSpPr>
          <a:xfrm>
            <a:off x="5196764" y="3707114"/>
            <a:ext cx="356196" cy="265631"/>
            <a:chOff x="5216456" y="3725484"/>
            <a:chExt cx="356196" cy="265631"/>
          </a:xfrm>
        </p:grpSpPr>
        <p:sp>
          <p:nvSpPr>
            <p:cNvPr id="9243" name="Google Shape;9243;p8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5" name="Google Shape;9245;p80"/>
          <p:cNvGrpSpPr/>
          <p:nvPr/>
        </p:nvGrpSpPr>
        <p:grpSpPr>
          <a:xfrm>
            <a:off x="6829701" y="3715625"/>
            <a:ext cx="355053" cy="248038"/>
            <a:chOff x="6849393" y="3733994"/>
            <a:chExt cx="355053" cy="248038"/>
          </a:xfrm>
        </p:grpSpPr>
        <p:sp>
          <p:nvSpPr>
            <p:cNvPr id="9246" name="Google Shape;9246;p80"/>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0"/>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0"/>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0"/>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0"/>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1" name="Google Shape;9251;p80"/>
          <p:cNvGrpSpPr/>
          <p:nvPr/>
        </p:nvGrpSpPr>
        <p:grpSpPr>
          <a:xfrm>
            <a:off x="7899305" y="3696318"/>
            <a:ext cx="392111" cy="280206"/>
            <a:chOff x="7918997" y="3714687"/>
            <a:chExt cx="392111" cy="280206"/>
          </a:xfrm>
        </p:grpSpPr>
        <p:sp>
          <p:nvSpPr>
            <p:cNvPr id="9252" name="Google Shape;9252;p80"/>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0"/>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0"/>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0"/>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0"/>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57" name="Google Shape;9257;p80"/>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8" name="Google Shape;9258;p80"/>
          <p:cNvGrpSpPr/>
          <p:nvPr/>
        </p:nvGrpSpPr>
        <p:grpSpPr>
          <a:xfrm>
            <a:off x="1389085" y="3662594"/>
            <a:ext cx="357720" cy="355148"/>
            <a:chOff x="1408777" y="3680964"/>
            <a:chExt cx="357720" cy="355148"/>
          </a:xfrm>
        </p:grpSpPr>
        <p:sp>
          <p:nvSpPr>
            <p:cNvPr id="9259" name="Google Shape;9259;p80"/>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0"/>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0"/>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0"/>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0"/>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80"/>
          <p:cNvGrpSpPr/>
          <p:nvPr/>
        </p:nvGrpSpPr>
        <p:grpSpPr>
          <a:xfrm>
            <a:off x="1933144" y="3662594"/>
            <a:ext cx="357720" cy="355148"/>
            <a:chOff x="1952836" y="3680964"/>
            <a:chExt cx="357720" cy="355148"/>
          </a:xfrm>
        </p:grpSpPr>
        <p:sp>
          <p:nvSpPr>
            <p:cNvPr id="9265" name="Google Shape;9265;p80"/>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0"/>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0"/>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0"/>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0"/>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80"/>
          <p:cNvGrpSpPr/>
          <p:nvPr/>
        </p:nvGrpSpPr>
        <p:grpSpPr>
          <a:xfrm>
            <a:off x="2477202" y="3662594"/>
            <a:ext cx="357720" cy="355148"/>
            <a:chOff x="2496894" y="3680964"/>
            <a:chExt cx="357720" cy="355148"/>
          </a:xfrm>
        </p:grpSpPr>
        <p:sp>
          <p:nvSpPr>
            <p:cNvPr id="9271" name="Google Shape;9271;p80"/>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0"/>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0"/>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0"/>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0"/>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6" name="Google Shape;9276;p80"/>
          <p:cNvGrpSpPr/>
          <p:nvPr/>
        </p:nvGrpSpPr>
        <p:grpSpPr>
          <a:xfrm>
            <a:off x="3021292" y="3662689"/>
            <a:ext cx="356164" cy="355815"/>
            <a:chOff x="3040984" y="3681059"/>
            <a:chExt cx="356164" cy="355815"/>
          </a:xfrm>
        </p:grpSpPr>
        <p:sp>
          <p:nvSpPr>
            <p:cNvPr id="9277" name="Google Shape;9277;p80"/>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0"/>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0"/>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0" name="Google Shape;9280;p80"/>
          <p:cNvGrpSpPr/>
          <p:nvPr/>
        </p:nvGrpSpPr>
        <p:grpSpPr>
          <a:xfrm>
            <a:off x="3564589" y="3680821"/>
            <a:ext cx="358069" cy="317995"/>
            <a:chOff x="3584280" y="3699191"/>
            <a:chExt cx="358069" cy="317995"/>
          </a:xfrm>
        </p:grpSpPr>
        <p:sp>
          <p:nvSpPr>
            <p:cNvPr id="9281" name="Google Shape;9281;p80"/>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0"/>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80"/>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0"/>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5" name="Google Shape;9285;p80"/>
          <p:cNvGrpSpPr/>
          <p:nvPr/>
        </p:nvGrpSpPr>
        <p:grpSpPr>
          <a:xfrm>
            <a:off x="4109790" y="3662689"/>
            <a:ext cx="355402" cy="354291"/>
            <a:chOff x="4129482" y="3681059"/>
            <a:chExt cx="355402" cy="354291"/>
          </a:xfrm>
        </p:grpSpPr>
        <p:sp>
          <p:nvSpPr>
            <p:cNvPr id="9286" name="Google Shape;9286;p80"/>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0"/>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0"/>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0"/>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80"/>
          <p:cNvGrpSpPr/>
          <p:nvPr/>
        </p:nvGrpSpPr>
        <p:grpSpPr>
          <a:xfrm>
            <a:off x="4653849" y="3661927"/>
            <a:ext cx="355434" cy="355815"/>
            <a:chOff x="4673540" y="3680297"/>
            <a:chExt cx="355434" cy="355815"/>
          </a:xfrm>
        </p:grpSpPr>
        <p:sp>
          <p:nvSpPr>
            <p:cNvPr id="9291" name="Google Shape;9291;p80"/>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0"/>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0"/>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4" name="Google Shape;9294;p80"/>
          <p:cNvGrpSpPr/>
          <p:nvPr/>
        </p:nvGrpSpPr>
        <p:grpSpPr>
          <a:xfrm>
            <a:off x="5759716" y="3680821"/>
            <a:ext cx="317645" cy="318757"/>
            <a:chOff x="5779408" y="3699191"/>
            <a:chExt cx="317645" cy="318757"/>
          </a:xfrm>
        </p:grpSpPr>
        <p:sp>
          <p:nvSpPr>
            <p:cNvPr id="9295" name="Google Shape;9295;p8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7" name="Google Shape;9297;p80"/>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8" name="Google Shape;9298;p80"/>
          <p:cNvGrpSpPr/>
          <p:nvPr/>
        </p:nvGrpSpPr>
        <p:grpSpPr>
          <a:xfrm>
            <a:off x="7370743" y="3662499"/>
            <a:ext cx="372073" cy="355243"/>
            <a:chOff x="7390435" y="3680868"/>
            <a:chExt cx="372073" cy="355243"/>
          </a:xfrm>
        </p:grpSpPr>
        <p:sp>
          <p:nvSpPr>
            <p:cNvPr id="9299" name="Google Shape;9299;p80"/>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0"/>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0"/>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0"/>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0"/>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0"/>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5" name="Google Shape;9305;p80"/>
          <p:cNvGrpSpPr/>
          <p:nvPr/>
        </p:nvGrpSpPr>
        <p:grpSpPr>
          <a:xfrm>
            <a:off x="1392301" y="4119346"/>
            <a:ext cx="374709" cy="374010"/>
            <a:chOff x="1421638" y="4125629"/>
            <a:chExt cx="374709" cy="374010"/>
          </a:xfrm>
        </p:grpSpPr>
        <p:sp>
          <p:nvSpPr>
            <p:cNvPr id="9306" name="Google Shape;9306;p80"/>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0"/>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8" name="Google Shape;9308;p80"/>
          <p:cNvGrpSpPr/>
          <p:nvPr/>
        </p:nvGrpSpPr>
        <p:grpSpPr>
          <a:xfrm>
            <a:off x="1943917" y="4135255"/>
            <a:ext cx="357720" cy="342192"/>
            <a:chOff x="1973254" y="4156304"/>
            <a:chExt cx="357720" cy="342192"/>
          </a:xfrm>
        </p:grpSpPr>
        <p:sp>
          <p:nvSpPr>
            <p:cNvPr id="9309" name="Google Shape;9309;p80"/>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0"/>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0"/>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0"/>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0"/>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0"/>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80"/>
          <p:cNvGrpSpPr/>
          <p:nvPr/>
        </p:nvGrpSpPr>
        <p:grpSpPr>
          <a:xfrm>
            <a:off x="2494422" y="4136192"/>
            <a:ext cx="341049" cy="340318"/>
            <a:chOff x="2523759" y="4135505"/>
            <a:chExt cx="341049" cy="340318"/>
          </a:xfrm>
        </p:grpSpPr>
        <p:sp>
          <p:nvSpPr>
            <p:cNvPr id="9316" name="Google Shape;9316;p80"/>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0"/>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8" name="Google Shape;9318;p80"/>
          <p:cNvGrpSpPr/>
          <p:nvPr/>
        </p:nvGrpSpPr>
        <p:grpSpPr>
          <a:xfrm>
            <a:off x="3011266" y="4131175"/>
            <a:ext cx="392079" cy="350353"/>
            <a:chOff x="3040603" y="4130360"/>
            <a:chExt cx="392079" cy="350353"/>
          </a:xfrm>
        </p:grpSpPr>
        <p:sp>
          <p:nvSpPr>
            <p:cNvPr id="9319" name="Google Shape;9319;p80"/>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0"/>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0"/>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0"/>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80"/>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0"/>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0"/>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0"/>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0"/>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80"/>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9" name="Google Shape;9329;p80"/>
          <p:cNvGrpSpPr/>
          <p:nvPr/>
        </p:nvGrpSpPr>
        <p:grpSpPr>
          <a:xfrm>
            <a:off x="3632807" y="4136192"/>
            <a:ext cx="232955" cy="340318"/>
            <a:chOff x="3662144" y="4135505"/>
            <a:chExt cx="232955" cy="340318"/>
          </a:xfrm>
        </p:grpSpPr>
        <p:sp>
          <p:nvSpPr>
            <p:cNvPr id="9330" name="Google Shape;9330;p80"/>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0"/>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0"/>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0"/>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4" name="Google Shape;9334;p80"/>
          <p:cNvGrpSpPr/>
          <p:nvPr/>
        </p:nvGrpSpPr>
        <p:grpSpPr>
          <a:xfrm>
            <a:off x="4119801" y="4122029"/>
            <a:ext cx="344065" cy="368644"/>
            <a:chOff x="4149138" y="4121151"/>
            <a:chExt cx="344065" cy="368644"/>
          </a:xfrm>
        </p:grpSpPr>
        <p:sp>
          <p:nvSpPr>
            <p:cNvPr id="9335" name="Google Shape;9335;p80"/>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0"/>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0"/>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0"/>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0"/>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0"/>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0"/>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0"/>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0"/>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0"/>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0"/>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0"/>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7" name="Google Shape;9347;p80"/>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8" name="Google Shape;9348;p80"/>
          <p:cNvGrpSpPr/>
          <p:nvPr/>
        </p:nvGrpSpPr>
        <p:grpSpPr>
          <a:xfrm>
            <a:off x="5176925" y="4174949"/>
            <a:ext cx="397763" cy="262804"/>
            <a:chOff x="5206262" y="4174817"/>
            <a:chExt cx="397763" cy="262804"/>
          </a:xfrm>
        </p:grpSpPr>
        <p:sp>
          <p:nvSpPr>
            <p:cNvPr id="9349" name="Google Shape;9349;p80"/>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0"/>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0"/>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0"/>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0"/>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0"/>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0"/>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6" name="Google Shape;9356;p80"/>
          <p:cNvGrpSpPr/>
          <p:nvPr/>
        </p:nvGrpSpPr>
        <p:grpSpPr>
          <a:xfrm>
            <a:off x="5698279" y="4161342"/>
            <a:ext cx="440505" cy="290018"/>
            <a:chOff x="5727616" y="4204699"/>
            <a:chExt cx="440505" cy="290018"/>
          </a:xfrm>
        </p:grpSpPr>
        <p:sp>
          <p:nvSpPr>
            <p:cNvPr id="9357" name="Google Shape;9357;p80"/>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0"/>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0"/>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0"/>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0"/>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0"/>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0"/>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0"/>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5" name="Google Shape;9365;p80"/>
          <p:cNvGrpSpPr/>
          <p:nvPr/>
        </p:nvGrpSpPr>
        <p:grpSpPr>
          <a:xfrm>
            <a:off x="6380726" y="4124093"/>
            <a:ext cx="159950" cy="364516"/>
            <a:chOff x="6410063" y="4135124"/>
            <a:chExt cx="159950" cy="364516"/>
          </a:xfrm>
        </p:grpSpPr>
        <p:sp>
          <p:nvSpPr>
            <p:cNvPr id="9366" name="Google Shape;9366;p80"/>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0"/>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0"/>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0"/>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0" name="Google Shape;9370;p80"/>
          <p:cNvGrpSpPr/>
          <p:nvPr/>
        </p:nvGrpSpPr>
        <p:grpSpPr>
          <a:xfrm>
            <a:off x="6641065" y="4124284"/>
            <a:ext cx="214378" cy="364135"/>
            <a:chOff x="6924652" y="4135505"/>
            <a:chExt cx="214378" cy="364135"/>
          </a:xfrm>
        </p:grpSpPr>
        <p:sp>
          <p:nvSpPr>
            <p:cNvPr id="9371" name="Google Shape;9371;p80"/>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0"/>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0"/>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0"/>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75" name="Google Shape;9375;p80"/>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376" name="Google Shape;9376;p80"/>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9377" name="Google Shape;9377;p80"/>
          <p:cNvGrpSpPr/>
          <p:nvPr/>
        </p:nvGrpSpPr>
        <p:grpSpPr>
          <a:xfrm>
            <a:off x="841240" y="4119220"/>
            <a:ext cx="374177" cy="374263"/>
            <a:chOff x="775325" y="4143525"/>
            <a:chExt cx="468776" cy="468884"/>
          </a:xfrm>
        </p:grpSpPr>
        <p:sp>
          <p:nvSpPr>
            <p:cNvPr id="9378" name="Google Shape;9378;p80"/>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0"/>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0"/>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0"/>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80"/>
          <p:cNvGrpSpPr/>
          <p:nvPr/>
        </p:nvGrpSpPr>
        <p:grpSpPr>
          <a:xfrm>
            <a:off x="7015917" y="4114633"/>
            <a:ext cx="219464" cy="383437"/>
            <a:chOff x="1426400" y="1814750"/>
            <a:chExt cx="407850" cy="712575"/>
          </a:xfrm>
        </p:grpSpPr>
        <p:sp>
          <p:nvSpPr>
            <p:cNvPr id="9383" name="Google Shape;9383;p80"/>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0"/>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0"/>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6" name="Google Shape;9386;p80"/>
          <p:cNvGrpSpPr/>
          <p:nvPr/>
        </p:nvGrpSpPr>
        <p:grpSpPr>
          <a:xfrm>
            <a:off x="7391519" y="4149408"/>
            <a:ext cx="313833" cy="313887"/>
            <a:chOff x="1910075" y="2021700"/>
            <a:chExt cx="583225" cy="583325"/>
          </a:xfrm>
        </p:grpSpPr>
        <p:sp>
          <p:nvSpPr>
            <p:cNvPr id="9387" name="Google Shape;9387;p80"/>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0"/>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0"/>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80"/>
          <p:cNvGrpSpPr/>
          <p:nvPr/>
        </p:nvGrpSpPr>
        <p:grpSpPr>
          <a:xfrm>
            <a:off x="7861486" y="4189187"/>
            <a:ext cx="441255" cy="234329"/>
            <a:chOff x="2749275" y="2099575"/>
            <a:chExt cx="820025" cy="435475"/>
          </a:xfrm>
        </p:grpSpPr>
        <p:sp>
          <p:nvSpPr>
            <p:cNvPr id="9391" name="Google Shape;9391;p80"/>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0"/>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0"/>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0"/>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9398"/>
        <p:cNvGrpSpPr/>
        <p:nvPr/>
      </p:nvGrpSpPr>
      <p:grpSpPr>
        <a:xfrm>
          <a:off x="0" y="0"/>
          <a:ext cx="0" cy="0"/>
          <a:chOff x="0" y="0"/>
          <a:chExt cx="0" cy="0"/>
        </a:xfrm>
      </p:grpSpPr>
      <p:grpSp>
        <p:nvGrpSpPr>
          <p:cNvPr id="9399" name="Google Shape;9399;p81"/>
          <p:cNvGrpSpPr/>
          <p:nvPr/>
        </p:nvGrpSpPr>
        <p:grpSpPr>
          <a:xfrm>
            <a:off x="1989449" y="4101269"/>
            <a:ext cx="374774" cy="346073"/>
            <a:chOff x="1989449" y="4282269"/>
            <a:chExt cx="374774" cy="346073"/>
          </a:xfrm>
        </p:grpSpPr>
        <p:sp>
          <p:nvSpPr>
            <p:cNvPr id="9400" name="Google Shape;9400;p81"/>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81"/>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1"/>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1"/>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1"/>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5" name="Google Shape;9405;p81"/>
          <p:cNvGrpSpPr/>
          <p:nvPr/>
        </p:nvGrpSpPr>
        <p:grpSpPr>
          <a:xfrm>
            <a:off x="2487439" y="4099740"/>
            <a:ext cx="198775" cy="348972"/>
            <a:chOff x="2487439" y="4280740"/>
            <a:chExt cx="198775" cy="348972"/>
          </a:xfrm>
        </p:grpSpPr>
        <p:sp>
          <p:nvSpPr>
            <p:cNvPr id="9406" name="Google Shape;9406;p81"/>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1"/>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1"/>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1"/>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81"/>
          <p:cNvGrpSpPr/>
          <p:nvPr/>
        </p:nvGrpSpPr>
        <p:grpSpPr>
          <a:xfrm>
            <a:off x="2810958" y="4092923"/>
            <a:ext cx="353145" cy="361873"/>
            <a:chOff x="2810958" y="4273923"/>
            <a:chExt cx="353145" cy="361873"/>
          </a:xfrm>
        </p:grpSpPr>
        <p:sp>
          <p:nvSpPr>
            <p:cNvPr id="9411" name="Google Shape;9411;p81"/>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1"/>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1"/>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1"/>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1"/>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1"/>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1"/>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8" name="Google Shape;9418;p81"/>
          <p:cNvGrpSpPr/>
          <p:nvPr/>
        </p:nvGrpSpPr>
        <p:grpSpPr>
          <a:xfrm>
            <a:off x="6275635" y="4101651"/>
            <a:ext cx="209383" cy="366778"/>
            <a:chOff x="6275635" y="4282651"/>
            <a:chExt cx="209383" cy="366778"/>
          </a:xfrm>
        </p:grpSpPr>
        <p:sp>
          <p:nvSpPr>
            <p:cNvPr id="9419" name="Google Shape;9419;p81"/>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1"/>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1" name="Google Shape;9421;p81"/>
          <p:cNvGrpSpPr/>
          <p:nvPr/>
        </p:nvGrpSpPr>
        <p:grpSpPr>
          <a:xfrm>
            <a:off x="6701186" y="4102033"/>
            <a:ext cx="280292" cy="366396"/>
            <a:chOff x="6701186" y="4283033"/>
            <a:chExt cx="280292" cy="366396"/>
          </a:xfrm>
        </p:grpSpPr>
        <p:sp>
          <p:nvSpPr>
            <p:cNvPr id="9422" name="Google Shape;9422;p81"/>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1"/>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4" name="Google Shape;9424;p81"/>
          <p:cNvGrpSpPr/>
          <p:nvPr/>
        </p:nvGrpSpPr>
        <p:grpSpPr>
          <a:xfrm>
            <a:off x="2609571" y="3643958"/>
            <a:ext cx="373627" cy="347347"/>
            <a:chOff x="2609571" y="3824958"/>
            <a:chExt cx="373627" cy="347347"/>
          </a:xfrm>
        </p:grpSpPr>
        <p:sp>
          <p:nvSpPr>
            <p:cNvPr id="9425" name="Google Shape;9425;p81"/>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1"/>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7" name="Google Shape;9427;p81"/>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8" name="Google Shape;9428;p81"/>
          <p:cNvGrpSpPr/>
          <p:nvPr/>
        </p:nvGrpSpPr>
        <p:grpSpPr>
          <a:xfrm>
            <a:off x="916127" y="3626056"/>
            <a:ext cx="221902" cy="380795"/>
            <a:chOff x="916127" y="3807056"/>
            <a:chExt cx="221902" cy="380795"/>
          </a:xfrm>
        </p:grpSpPr>
        <p:sp>
          <p:nvSpPr>
            <p:cNvPr id="9429" name="Google Shape;9429;p81"/>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1"/>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1"/>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1"/>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3" name="Google Shape;9433;p81"/>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1"/>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5" name="Google Shape;9435;p81"/>
          <p:cNvGrpSpPr/>
          <p:nvPr/>
        </p:nvGrpSpPr>
        <p:grpSpPr>
          <a:xfrm>
            <a:off x="3513010" y="3635134"/>
            <a:ext cx="362223" cy="361108"/>
            <a:chOff x="3513010" y="3816134"/>
            <a:chExt cx="362223" cy="361108"/>
          </a:xfrm>
        </p:grpSpPr>
        <p:sp>
          <p:nvSpPr>
            <p:cNvPr id="9436" name="Google Shape;9436;p81"/>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1"/>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1"/>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1"/>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81"/>
          <p:cNvGrpSpPr/>
          <p:nvPr/>
        </p:nvGrpSpPr>
        <p:grpSpPr>
          <a:xfrm>
            <a:off x="3950316" y="3639307"/>
            <a:ext cx="369805" cy="353782"/>
            <a:chOff x="3950316" y="3820307"/>
            <a:chExt cx="369805" cy="353782"/>
          </a:xfrm>
        </p:grpSpPr>
        <p:sp>
          <p:nvSpPr>
            <p:cNvPr id="9441" name="Google Shape;9441;p81"/>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1"/>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1"/>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1"/>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5" name="Google Shape;9445;p81"/>
          <p:cNvGrpSpPr/>
          <p:nvPr/>
        </p:nvGrpSpPr>
        <p:grpSpPr>
          <a:xfrm>
            <a:off x="1761909" y="3630961"/>
            <a:ext cx="307974" cy="371716"/>
            <a:chOff x="1761909" y="3811961"/>
            <a:chExt cx="307974" cy="371716"/>
          </a:xfrm>
        </p:grpSpPr>
        <p:sp>
          <p:nvSpPr>
            <p:cNvPr id="9446" name="Google Shape;9446;p81"/>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1"/>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1"/>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1"/>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1"/>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1"/>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1"/>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1"/>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1"/>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1"/>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6" name="Google Shape;9456;p81"/>
          <p:cNvGrpSpPr/>
          <p:nvPr/>
        </p:nvGrpSpPr>
        <p:grpSpPr>
          <a:xfrm>
            <a:off x="5373342" y="3627935"/>
            <a:ext cx="231395" cy="353145"/>
            <a:chOff x="5373342" y="3808935"/>
            <a:chExt cx="231395" cy="353145"/>
          </a:xfrm>
        </p:grpSpPr>
        <p:sp>
          <p:nvSpPr>
            <p:cNvPr id="9457" name="Google Shape;9457;p81"/>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1"/>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1"/>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1"/>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1"/>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1"/>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1"/>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1"/>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1"/>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6" name="Google Shape;9466;p81"/>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7" name="Google Shape;9467;p81"/>
          <p:cNvGrpSpPr/>
          <p:nvPr/>
        </p:nvGrpSpPr>
        <p:grpSpPr>
          <a:xfrm>
            <a:off x="5833775" y="3628445"/>
            <a:ext cx="235185" cy="352253"/>
            <a:chOff x="5833775" y="3809445"/>
            <a:chExt cx="235185" cy="352253"/>
          </a:xfrm>
        </p:grpSpPr>
        <p:sp>
          <p:nvSpPr>
            <p:cNvPr id="9468" name="Google Shape;9468;p81"/>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1"/>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1"/>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81"/>
          <p:cNvGrpSpPr/>
          <p:nvPr/>
        </p:nvGrpSpPr>
        <p:grpSpPr>
          <a:xfrm>
            <a:off x="4942472" y="3628318"/>
            <a:ext cx="238976" cy="352762"/>
            <a:chOff x="4942472" y="3809318"/>
            <a:chExt cx="238976" cy="352762"/>
          </a:xfrm>
        </p:grpSpPr>
        <p:sp>
          <p:nvSpPr>
            <p:cNvPr id="9472" name="Google Shape;9472;p81"/>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1"/>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1"/>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1"/>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1"/>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1"/>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1"/>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81"/>
          <p:cNvGrpSpPr/>
          <p:nvPr/>
        </p:nvGrpSpPr>
        <p:grpSpPr>
          <a:xfrm>
            <a:off x="6266525" y="3626788"/>
            <a:ext cx="260223" cy="353527"/>
            <a:chOff x="6266525" y="3807788"/>
            <a:chExt cx="260223" cy="353527"/>
          </a:xfrm>
        </p:grpSpPr>
        <p:sp>
          <p:nvSpPr>
            <p:cNvPr id="9480" name="Google Shape;9480;p81"/>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1"/>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81"/>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1"/>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4" name="Google Shape;9484;p81"/>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5" name="Google Shape;9485;p81"/>
          <p:cNvGrpSpPr/>
          <p:nvPr/>
        </p:nvGrpSpPr>
        <p:grpSpPr>
          <a:xfrm>
            <a:off x="7184363" y="3628604"/>
            <a:ext cx="202184" cy="352762"/>
            <a:chOff x="7184363" y="3809604"/>
            <a:chExt cx="202184" cy="352762"/>
          </a:xfrm>
        </p:grpSpPr>
        <p:sp>
          <p:nvSpPr>
            <p:cNvPr id="9486" name="Google Shape;9486;p81"/>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1"/>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8" name="Google Shape;9488;p81"/>
          <p:cNvGrpSpPr/>
          <p:nvPr/>
        </p:nvGrpSpPr>
        <p:grpSpPr>
          <a:xfrm>
            <a:off x="7571624" y="3627935"/>
            <a:ext cx="292047" cy="352762"/>
            <a:chOff x="7571624" y="3808935"/>
            <a:chExt cx="292047" cy="352762"/>
          </a:xfrm>
        </p:grpSpPr>
        <p:sp>
          <p:nvSpPr>
            <p:cNvPr id="9489" name="Google Shape;9489;p81"/>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1"/>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1"/>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1"/>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1"/>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1"/>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5" name="Google Shape;9495;p81"/>
          <p:cNvGrpSpPr/>
          <p:nvPr/>
        </p:nvGrpSpPr>
        <p:grpSpPr>
          <a:xfrm>
            <a:off x="2174559" y="3175116"/>
            <a:ext cx="364135" cy="359930"/>
            <a:chOff x="2174559" y="3356116"/>
            <a:chExt cx="364135" cy="359930"/>
          </a:xfrm>
        </p:grpSpPr>
        <p:sp>
          <p:nvSpPr>
            <p:cNvPr id="9496" name="Google Shape;9496;p81"/>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1"/>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8" name="Google Shape;9498;p81"/>
          <p:cNvGrpSpPr/>
          <p:nvPr/>
        </p:nvGrpSpPr>
        <p:grpSpPr>
          <a:xfrm>
            <a:off x="1731934" y="3174639"/>
            <a:ext cx="368371" cy="361554"/>
            <a:chOff x="1731934" y="3355639"/>
            <a:chExt cx="368371" cy="361554"/>
          </a:xfrm>
        </p:grpSpPr>
        <p:sp>
          <p:nvSpPr>
            <p:cNvPr id="9499" name="Google Shape;9499;p81"/>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1"/>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81"/>
          <p:cNvGrpSpPr/>
          <p:nvPr/>
        </p:nvGrpSpPr>
        <p:grpSpPr>
          <a:xfrm>
            <a:off x="3990517" y="3173173"/>
            <a:ext cx="279559" cy="363402"/>
            <a:chOff x="3990517" y="3354173"/>
            <a:chExt cx="279559" cy="363402"/>
          </a:xfrm>
        </p:grpSpPr>
        <p:sp>
          <p:nvSpPr>
            <p:cNvPr id="9502" name="Google Shape;9502;p81"/>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1"/>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1"/>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5" name="Google Shape;9505;p81"/>
          <p:cNvGrpSpPr/>
          <p:nvPr/>
        </p:nvGrpSpPr>
        <p:grpSpPr>
          <a:xfrm>
            <a:off x="3497847" y="3236374"/>
            <a:ext cx="379680" cy="237606"/>
            <a:chOff x="3497847" y="3417374"/>
            <a:chExt cx="379680" cy="237606"/>
          </a:xfrm>
        </p:grpSpPr>
        <p:sp>
          <p:nvSpPr>
            <p:cNvPr id="9506" name="Google Shape;9506;p81"/>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81"/>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1"/>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1"/>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0" name="Google Shape;9510;p81"/>
          <p:cNvGrpSpPr/>
          <p:nvPr/>
        </p:nvGrpSpPr>
        <p:grpSpPr>
          <a:xfrm>
            <a:off x="2612597" y="3186075"/>
            <a:ext cx="376271" cy="337982"/>
            <a:chOff x="2612597" y="3367075"/>
            <a:chExt cx="376271" cy="337982"/>
          </a:xfrm>
        </p:grpSpPr>
        <p:sp>
          <p:nvSpPr>
            <p:cNvPr id="9511" name="Google Shape;9511;p81"/>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1"/>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3" name="Google Shape;9513;p81"/>
          <p:cNvGrpSpPr/>
          <p:nvPr/>
        </p:nvGrpSpPr>
        <p:grpSpPr>
          <a:xfrm>
            <a:off x="3071914" y="3183431"/>
            <a:ext cx="343652" cy="342505"/>
            <a:chOff x="3071914" y="3364431"/>
            <a:chExt cx="343652" cy="342505"/>
          </a:xfrm>
        </p:grpSpPr>
        <p:sp>
          <p:nvSpPr>
            <p:cNvPr id="9514" name="Google Shape;9514;p81"/>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1"/>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1"/>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1"/>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1"/>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81"/>
          <p:cNvGrpSpPr/>
          <p:nvPr/>
        </p:nvGrpSpPr>
        <p:grpSpPr>
          <a:xfrm>
            <a:off x="897141" y="3178875"/>
            <a:ext cx="257962" cy="352762"/>
            <a:chOff x="897141" y="3359875"/>
            <a:chExt cx="257962" cy="352762"/>
          </a:xfrm>
        </p:grpSpPr>
        <p:sp>
          <p:nvSpPr>
            <p:cNvPr id="9520" name="Google Shape;9520;p81"/>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1"/>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1"/>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1"/>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81"/>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1"/>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1"/>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1"/>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8" name="Google Shape;9528;p81"/>
          <p:cNvGrpSpPr/>
          <p:nvPr/>
        </p:nvGrpSpPr>
        <p:grpSpPr>
          <a:xfrm>
            <a:off x="1333682" y="3163330"/>
            <a:ext cx="271213" cy="383088"/>
            <a:chOff x="1333682" y="3344330"/>
            <a:chExt cx="271213" cy="383088"/>
          </a:xfrm>
        </p:grpSpPr>
        <p:sp>
          <p:nvSpPr>
            <p:cNvPr id="9529" name="Google Shape;9529;p81"/>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1"/>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1"/>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1"/>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1"/>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1"/>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1"/>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1"/>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1"/>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1"/>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1"/>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0" name="Google Shape;9540;p81"/>
          <p:cNvGrpSpPr/>
          <p:nvPr/>
        </p:nvGrpSpPr>
        <p:grpSpPr>
          <a:xfrm>
            <a:off x="6664394" y="3165974"/>
            <a:ext cx="353113" cy="351998"/>
            <a:chOff x="6664394" y="3346974"/>
            <a:chExt cx="353113" cy="351998"/>
          </a:xfrm>
        </p:grpSpPr>
        <p:sp>
          <p:nvSpPr>
            <p:cNvPr id="9541" name="Google Shape;9541;p81"/>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1"/>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1"/>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1"/>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1"/>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81"/>
          <p:cNvGrpSpPr/>
          <p:nvPr/>
        </p:nvGrpSpPr>
        <p:grpSpPr>
          <a:xfrm>
            <a:off x="849741" y="1778307"/>
            <a:ext cx="399398" cy="375443"/>
            <a:chOff x="849741" y="1959307"/>
            <a:chExt cx="399398" cy="375443"/>
          </a:xfrm>
        </p:grpSpPr>
        <p:sp>
          <p:nvSpPr>
            <p:cNvPr id="9547" name="Google Shape;9547;p81"/>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1"/>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9" name="Google Shape;9549;p81"/>
          <p:cNvGrpSpPr/>
          <p:nvPr/>
        </p:nvGrpSpPr>
        <p:grpSpPr>
          <a:xfrm>
            <a:off x="1284212" y="1782766"/>
            <a:ext cx="379489" cy="366046"/>
            <a:chOff x="1284212" y="1963766"/>
            <a:chExt cx="379489" cy="366046"/>
          </a:xfrm>
        </p:grpSpPr>
        <p:sp>
          <p:nvSpPr>
            <p:cNvPr id="9550" name="Google Shape;9550;p81"/>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1"/>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81"/>
          <p:cNvGrpSpPr/>
          <p:nvPr/>
        </p:nvGrpSpPr>
        <p:grpSpPr>
          <a:xfrm>
            <a:off x="3037766" y="1788564"/>
            <a:ext cx="370219" cy="354928"/>
            <a:chOff x="3037766" y="1969564"/>
            <a:chExt cx="370219" cy="354928"/>
          </a:xfrm>
        </p:grpSpPr>
        <p:sp>
          <p:nvSpPr>
            <p:cNvPr id="9553" name="Google Shape;9553;p81"/>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1"/>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1"/>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1"/>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81"/>
          <p:cNvGrpSpPr/>
          <p:nvPr/>
        </p:nvGrpSpPr>
        <p:grpSpPr>
          <a:xfrm>
            <a:off x="3982553" y="1790730"/>
            <a:ext cx="304566" cy="350501"/>
            <a:chOff x="3982553" y="1971730"/>
            <a:chExt cx="304566" cy="350501"/>
          </a:xfrm>
        </p:grpSpPr>
        <p:sp>
          <p:nvSpPr>
            <p:cNvPr id="9558" name="Google Shape;9558;p81"/>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1"/>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0" name="Google Shape;9560;p81"/>
          <p:cNvGrpSpPr/>
          <p:nvPr/>
        </p:nvGrpSpPr>
        <p:grpSpPr>
          <a:xfrm>
            <a:off x="2567841" y="1813124"/>
            <a:ext cx="399812" cy="306477"/>
            <a:chOff x="2567841" y="1994124"/>
            <a:chExt cx="399812" cy="306477"/>
          </a:xfrm>
        </p:grpSpPr>
        <p:sp>
          <p:nvSpPr>
            <p:cNvPr id="9561" name="Google Shape;9561;p81"/>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1"/>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1"/>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4" name="Google Shape;9564;p81"/>
          <p:cNvGrpSpPr/>
          <p:nvPr/>
        </p:nvGrpSpPr>
        <p:grpSpPr>
          <a:xfrm>
            <a:off x="2212084" y="1779358"/>
            <a:ext cx="324698" cy="372863"/>
            <a:chOff x="2212084" y="1960358"/>
            <a:chExt cx="324698" cy="372863"/>
          </a:xfrm>
        </p:grpSpPr>
        <p:sp>
          <p:nvSpPr>
            <p:cNvPr id="9565" name="Google Shape;9565;p81"/>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1"/>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1"/>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81"/>
          <p:cNvGrpSpPr/>
          <p:nvPr/>
        </p:nvGrpSpPr>
        <p:grpSpPr>
          <a:xfrm>
            <a:off x="1805901" y="1779358"/>
            <a:ext cx="284847" cy="373627"/>
            <a:chOff x="1805901" y="1960358"/>
            <a:chExt cx="284847" cy="373627"/>
          </a:xfrm>
        </p:grpSpPr>
        <p:sp>
          <p:nvSpPr>
            <p:cNvPr id="9569" name="Google Shape;9569;p81"/>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81"/>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1" name="Google Shape;9571;p81"/>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1"/>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1"/>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4" name="Google Shape;9574;p81"/>
          <p:cNvGrpSpPr/>
          <p:nvPr/>
        </p:nvGrpSpPr>
        <p:grpSpPr>
          <a:xfrm>
            <a:off x="6656812" y="1848388"/>
            <a:ext cx="368690" cy="245793"/>
            <a:chOff x="6656812" y="2029388"/>
            <a:chExt cx="368690" cy="245793"/>
          </a:xfrm>
        </p:grpSpPr>
        <p:sp>
          <p:nvSpPr>
            <p:cNvPr id="9575" name="Google Shape;9575;p81"/>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1"/>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1"/>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1"/>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1"/>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1"/>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1"/>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1"/>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1"/>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1"/>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81"/>
          <p:cNvGrpSpPr/>
          <p:nvPr/>
        </p:nvGrpSpPr>
        <p:grpSpPr>
          <a:xfrm>
            <a:off x="4869651" y="1831218"/>
            <a:ext cx="376654" cy="281566"/>
            <a:chOff x="4869651" y="2012218"/>
            <a:chExt cx="376654" cy="281566"/>
          </a:xfrm>
        </p:grpSpPr>
        <p:sp>
          <p:nvSpPr>
            <p:cNvPr id="9586" name="Google Shape;9586;p81"/>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1"/>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1"/>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1"/>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0" name="Google Shape;9590;p81"/>
          <p:cNvGrpSpPr/>
          <p:nvPr/>
        </p:nvGrpSpPr>
        <p:grpSpPr>
          <a:xfrm>
            <a:off x="5306224" y="1831313"/>
            <a:ext cx="367925" cy="281694"/>
            <a:chOff x="5306224" y="2012313"/>
            <a:chExt cx="367925" cy="281694"/>
          </a:xfrm>
        </p:grpSpPr>
        <p:sp>
          <p:nvSpPr>
            <p:cNvPr id="9591" name="Google Shape;9591;p81"/>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1"/>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3" name="Google Shape;9593;p81"/>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4" name="Google Shape;9594;p81"/>
          <p:cNvGrpSpPr/>
          <p:nvPr/>
        </p:nvGrpSpPr>
        <p:grpSpPr>
          <a:xfrm>
            <a:off x="6195998" y="1802102"/>
            <a:ext cx="368308" cy="338746"/>
            <a:chOff x="6195998" y="1983102"/>
            <a:chExt cx="368308" cy="338746"/>
          </a:xfrm>
        </p:grpSpPr>
        <p:sp>
          <p:nvSpPr>
            <p:cNvPr id="9595" name="Google Shape;9595;p81"/>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1"/>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1"/>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81"/>
          <p:cNvGrpSpPr/>
          <p:nvPr/>
        </p:nvGrpSpPr>
        <p:grpSpPr>
          <a:xfrm>
            <a:off x="7542031" y="1830835"/>
            <a:ext cx="369072" cy="280037"/>
            <a:chOff x="7542031" y="2011835"/>
            <a:chExt cx="369072" cy="280037"/>
          </a:xfrm>
        </p:grpSpPr>
        <p:sp>
          <p:nvSpPr>
            <p:cNvPr id="9599" name="Google Shape;9599;p81"/>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1"/>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1"/>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1"/>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1"/>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1"/>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1"/>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1"/>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1"/>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81"/>
          <p:cNvGrpSpPr/>
          <p:nvPr/>
        </p:nvGrpSpPr>
        <p:grpSpPr>
          <a:xfrm>
            <a:off x="8010427" y="3167503"/>
            <a:ext cx="278795" cy="351615"/>
            <a:chOff x="8010427" y="3348503"/>
            <a:chExt cx="278795" cy="351615"/>
          </a:xfrm>
        </p:grpSpPr>
        <p:sp>
          <p:nvSpPr>
            <p:cNvPr id="9609" name="Google Shape;9609;p81"/>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1"/>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1"/>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1"/>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3" name="Google Shape;9613;p81"/>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4" name="Google Shape;9614;p81"/>
          <p:cNvGrpSpPr/>
          <p:nvPr/>
        </p:nvGrpSpPr>
        <p:grpSpPr>
          <a:xfrm>
            <a:off x="7141900" y="3168204"/>
            <a:ext cx="281057" cy="351010"/>
            <a:chOff x="7141900" y="3349204"/>
            <a:chExt cx="281057" cy="351010"/>
          </a:xfrm>
        </p:grpSpPr>
        <p:sp>
          <p:nvSpPr>
            <p:cNvPr id="9615" name="Google Shape;9615;p81"/>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1"/>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1"/>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8" name="Google Shape;9618;p81"/>
          <p:cNvGrpSpPr/>
          <p:nvPr/>
        </p:nvGrpSpPr>
        <p:grpSpPr>
          <a:xfrm>
            <a:off x="5314188" y="3169032"/>
            <a:ext cx="363752" cy="353113"/>
            <a:chOff x="5314188" y="3350032"/>
            <a:chExt cx="363752" cy="353113"/>
          </a:xfrm>
        </p:grpSpPr>
        <p:sp>
          <p:nvSpPr>
            <p:cNvPr id="9619" name="Google Shape;9619;p81"/>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1"/>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81"/>
          <p:cNvGrpSpPr/>
          <p:nvPr/>
        </p:nvGrpSpPr>
        <p:grpSpPr>
          <a:xfrm>
            <a:off x="5829984" y="3169032"/>
            <a:ext cx="220755" cy="352348"/>
            <a:chOff x="5829984" y="3350032"/>
            <a:chExt cx="220755" cy="352348"/>
          </a:xfrm>
        </p:grpSpPr>
        <p:sp>
          <p:nvSpPr>
            <p:cNvPr id="9622" name="Google Shape;9622;p81"/>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1"/>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1"/>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1"/>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81"/>
          <p:cNvGrpSpPr/>
          <p:nvPr/>
        </p:nvGrpSpPr>
        <p:grpSpPr>
          <a:xfrm>
            <a:off x="4882170" y="3168841"/>
            <a:ext cx="358464" cy="352316"/>
            <a:chOff x="4882170" y="3349841"/>
            <a:chExt cx="358464" cy="352316"/>
          </a:xfrm>
        </p:grpSpPr>
        <p:sp>
          <p:nvSpPr>
            <p:cNvPr id="9627" name="Google Shape;9627;p81"/>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1"/>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9" name="Google Shape;9629;p81"/>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1"/>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1" name="Google Shape;9631;p81"/>
          <p:cNvGrpSpPr/>
          <p:nvPr/>
        </p:nvGrpSpPr>
        <p:grpSpPr>
          <a:xfrm>
            <a:off x="3044965" y="2254220"/>
            <a:ext cx="400194" cy="324316"/>
            <a:chOff x="3044965" y="2435220"/>
            <a:chExt cx="400194" cy="324316"/>
          </a:xfrm>
        </p:grpSpPr>
        <p:sp>
          <p:nvSpPr>
            <p:cNvPr id="9632" name="Google Shape;9632;p81"/>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1"/>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1"/>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5" name="Google Shape;9635;p81"/>
          <p:cNvGrpSpPr/>
          <p:nvPr/>
        </p:nvGrpSpPr>
        <p:grpSpPr>
          <a:xfrm>
            <a:off x="6203579" y="3167981"/>
            <a:ext cx="351615" cy="350373"/>
            <a:chOff x="6203579" y="3348981"/>
            <a:chExt cx="351615" cy="350373"/>
          </a:xfrm>
        </p:grpSpPr>
        <p:sp>
          <p:nvSpPr>
            <p:cNvPr id="9636" name="Google Shape;9636;p81"/>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1"/>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1"/>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1"/>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1"/>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1" name="Google Shape;9641;p81"/>
          <p:cNvGrpSpPr/>
          <p:nvPr/>
        </p:nvGrpSpPr>
        <p:grpSpPr>
          <a:xfrm>
            <a:off x="4878379" y="2292892"/>
            <a:ext cx="367161" cy="287523"/>
            <a:chOff x="4878379" y="2473892"/>
            <a:chExt cx="367161" cy="287523"/>
          </a:xfrm>
        </p:grpSpPr>
        <p:sp>
          <p:nvSpPr>
            <p:cNvPr id="9642" name="Google Shape;9642;p81"/>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1"/>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1"/>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1"/>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1"/>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81"/>
          <p:cNvGrpSpPr/>
          <p:nvPr/>
        </p:nvGrpSpPr>
        <p:grpSpPr>
          <a:xfrm>
            <a:off x="1325719" y="2706689"/>
            <a:ext cx="290581" cy="372481"/>
            <a:chOff x="1325719" y="2887689"/>
            <a:chExt cx="290581" cy="372481"/>
          </a:xfrm>
        </p:grpSpPr>
        <p:sp>
          <p:nvSpPr>
            <p:cNvPr id="9648" name="Google Shape;9648;p81"/>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1"/>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0" name="Google Shape;9650;p81"/>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1" name="Google Shape;9651;p81"/>
          <p:cNvGrpSpPr/>
          <p:nvPr/>
        </p:nvGrpSpPr>
        <p:grpSpPr>
          <a:xfrm>
            <a:off x="3510335" y="2711499"/>
            <a:ext cx="360726" cy="361204"/>
            <a:chOff x="3510335" y="2892499"/>
            <a:chExt cx="360726" cy="361204"/>
          </a:xfrm>
        </p:grpSpPr>
        <p:sp>
          <p:nvSpPr>
            <p:cNvPr id="9652" name="Google Shape;9652;p81"/>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1"/>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1"/>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1"/>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1"/>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7" name="Google Shape;9657;p81"/>
          <p:cNvGrpSpPr/>
          <p:nvPr/>
        </p:nvGrpSpPr>
        <p:grpSpPr>
          <a:xfrm>
            <a:off x="3086313" y="2696049"/>
            <a:ext cx="320143" cy="392581"/>
            <a:chOff x="3086313" y="2877049"/>
            <a:chExt cx="320143" cy="392581"/>
          </a:xfrm>
        </p:grpSpPr>
        <p:sp>
          <p:nvSpPr>
            <p:cNvPr id="9658" name="Google Shape;9658;p81"/>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1"/>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1"/>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1"/>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1"/>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1"/>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1"/>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1"/>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1"/>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1"/>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1"/>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1"/>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0" name="Google Shape;9670;p81"/>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1" name="Google Shape;9671;p81"/>
          <p:cNvGrpSpPr/>
          <p:nvPr/>
        </p:nvGrpSpPr>
        <p:grpSpPr>
          <a:xfrm>
            <a:off x="861113" y="2704746"/>
            <a:ext cx="333809" cy="373277"/>
            <a:chOff x="861113" y="2885746"/>
            <a:chExt cx="333809" cy="373277"/>
          </a:xfrm>
        </p:grpSpPr>
        <p:sp>
          <p:nvSpPr>
            <p:cNvPr id="9672" name="Google Shape;9672;p81"/>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1"/>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1"/>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5" name="Google Shape;9675;p81"/>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1"/>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81"/>
          <p:cNvGrpSpPr/>
          <p:nvPr/>
        </p:nvGrpSpPr>
        <p:grpSpPr>
          <a:xfrm>
            <a:off x="1297654" y="1323481"/>
            <a:ext cx="349354" cy="362223"/>
            <a:chOff x="1297654" y="1504481"/>
            <a:chExt cx="349354" cy="362223"/>
          </a:xfrm>
        </p:grpSpPr>
        <p:sp>
          <p:nvSpPr>
            <p:cNvPr id="9678" name="Google Shape;9678;p81"/>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1"/>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1"/>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1" name="Google Shape;9681;p81"/>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2" name="Google Shape;9682;p81"/>
          <p:cNvGrpSpPr/>
          <p:nvPr/>
        </p:nvGrpSpPr>
        <p:grpSpPr>
          <a:xfrm>
            <a:off x="852385" y="1329916"/>
            <a:ext cx="353145" cy="351998"/>
            <a:chOff x="852385" y="1510916"/>
            <a:chExt cx="353145" cy="351998"/>
          </a:xfrm>
        </p:grpSpPr>
        <p:sp>
          <p:nvSpPr>
            <p:cNvPr id="9683" name="Google Shape;9683;p81"/>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1"/>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1"/>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81"/>
          <p:cNvGrpSpPr/>
          <p:nvPr/>
        </p:nvGrpSpPr>
        <p:grpSpPr>
          <a:xfrm>
            <a:off x="1745217" y="1334471"/>
            <a:ext cx="343269" cy="342505"/>
            <a:chOff x="1745217" y="1515471"/>
            <a:chExt cx="343269" cy="342505"/>
          </a:xfrm>
        </p:grpSpPr>
        <p:sp>
          <p:nvSpPr>
            <p:cNvPr id="9687" name="Google Shape;9687;p81"/>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1"/>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1"/>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1"/>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1" name="Google Shape;9691;p81"/>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2" name="Google Shape;9692;p81"/>
          <p:cNvGrpSpPr/>
          <p:nvPr/>
        </p:nvGrpSpPr>
        <p:grpSpPr>
          <a:xfrm>
            <a:off x="3042703" y="1348137"/>
            <a:ext cx="411535" cy="315587"/>
            <a:chOff x="3042703" y="1529137"/>
            <a:chExt cx="411535" cy="315587"/>
          </a:xfrm>
        </p:grpSpPr>
        <p:sp>
          <p:nvSpPr>
            <p:cNvPr id="9693" name="Google Shape;9693;p81"/>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1"/>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1"/>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1"/>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1"/>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1"/>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1"/>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1"/>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1"/>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1"/>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3" name="Google Shape;9703;p81"/>
          <p:cNvGrpSpPr/>
          <p:nvPr/>
        </p:nvGrpSpPr>
        <p:grpSpPr>
          <a:xfrm>
            <a:off x="2629289" y="1363682"/>
            <a:ext cx="350501" cy="284497"/>
            <a:chOff x="2629289" y="1544682"/>
            <a:chExt cx="350501" cy="284497"/>
          </a:xfrm>
        </p:grpSpPr>
        <p:sp>
          <p:nvSpPr>
            <p:cNvPr id="9704" name="Google Shape;9704;p81"/>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1"/>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1"/>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1"/>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1"/>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81"/>
          <p:cNvGrpSpPr/>
          <p:nvPr/>
        </p:nvGrpSpPr>
        <p:grpSpPr>
          <a:xfrm>
            <a:off x="5305077" y="1321633"/>
            <a:ext cx="367893" cy="365218"/>
            <a:chOff x="5305077" y="1502633"/>
            <a:chExt cx="367893" cy="365218"/>
          </a:xfrm>
        </p:grpSpPr>
        <p:sp>
          <p:nvSpPr>
            <p:cNvPr id="9710" name="Google Shape;9710;p81"/>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1"/>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81"/>
          <p:cNvGrpSpPr/>
          <p:nvPr/>
        </p:nvGrpSpPr>
        <p:grpSpPr>
          <a:xfrm>
            <a:off x="7100170" y="1319117"/>
            <a:ext cx="368308" cy="367033"/>
            <a:chOff x="7100170" y="1500117"/>
            <a:chExt cx="368308" cy="367033"/>
          </a:xfrm>
        </p:grpSpPr>
        <p:sp>
          <p:nvSpPr>
            <p:cNvPr id="9713" name="Google Shape;9713;p81"/>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1"/>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1"/>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1"/>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1"/>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1"/>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1"/>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1"/>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1"/>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1"/>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1"/>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1"/>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1"/>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6" name="Google Shape;9726;p81"/>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81"/>
          <p:cNvGrpSpPr/>
          <p:nvPr/>
        </p:nvGrpSpPr>
        <p:grpSpPr>
          <a:xfrm>
            <a:off x="6649231" y="1319021"/>
            <a:ext cx="390287" cy="367065"/>
            <a:chOff x="6649231" y="1500021"/>
            <a:chExt cx="390287" cy="367065"/>
          </a:xfrm>
        </p:grpSpPr>
        <p:sp>
          <p:nvSpPr>
            <p:cNvPr id="9728" name="Google Shape;9728;p81"/>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1"/>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1"/>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1"/>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1"/>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1"/>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1"/>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1"/>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1"/>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1"/>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1"/>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1"/>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0" name="Google Shape;9740;p81"/>
          <p:cNvGrpSpPr/>
          <p:nvPr/>
        </p:nvGrpSpPr>
        <p:grpSpPr>
          <a:xfrm>
            <a:off x="5746938" y="1362503"/>
            <a:ext cx="387261" cy="280356"/>
            <a:chOff x="5746938" y="1543503"/>
            <a:chExt cx="387261" cy="280356"/>
          </a:xfrm>
        </p:grpSpPr>
        <p:sp>
          <p:nvSpPr>
            <p:cNvPr id="9741" name="Google Shape;9741;p81"/>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1"/>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3" name="Google Shape;9743;p81"/>
          <p:cNvGrpSpPr/>
          <p:nvPr/>
        </p:nvGrpSpPr>
        <p:grpSpPr>
          <a:xfrm>
            <a:off x="6196730" y="1344346"/>
            <a:ext cx="369072" cy="317467"/>
            <a:chOff x="6196730" y="1525346"/>
            <a:chExt cx="369072" cy="317467"/>
          </a:xfrm>
        </p:grpSpPr>
        <p:sp>
          <p:nvSpPr>
            <p:cNvPr id="9744" name="Google Shape;9744;p81"/>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1"/>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1"/>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81"/>
          <p:cNvGrpSpPr/>
          <p:nvPr/>
        </p:nvGrpSpPr>
        <p:grpSpPr>
          <a:xfrm>
            <a:off x="4940592" y="1319690"/>
            <a:ext cx="246558" cy="367161"/>
            <a:chOff x="4940592" y="1500690"/>
            <a:chExt cx="246558" cy="367161"/>
          </a:xfrm>
        </p:grpSpPr>
        <p:sp>
          <p:nvSpPr>
            <p:cNvPr id="9748" name="Google Shape;9748;p81"/>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1"/>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1"/>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1"/>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81"/>
          <p:cNvGrpSpPr/>
          <p:nvPr/>
        </p:nvGrpSpPr>
        <p:grpSpPr>
          <a:xfrm>
            <a:off x="7964906" y="1318894"/>
            <a:ext cx="380858" cy="367575"/>
            <a:chOff x="7964906" y="1499894"/>
            <a:chExt cx="380858" cy="367575"/>
          </a:xfrm>
        </p:grpSpPr>
        <p:sp>
          <p:nvSpPr>
            <p:cNvPr id="9753" name="Google Shape;9753;p81"/>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1"/>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1"/>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6" name="Google Shape;9756;p81"/>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7" name="Google Shape;9757;p81"/>
          <p:cNvGrpSpPr/>
          <p:nvPr/>
        </p:nvGrpSpPr>
        <p:grpSpPr>
          <a:xfrm>
            <a:off x="8007400" y="2721278"/>
            <a:ext cx="285230" cy="355597"/>
            <a:chOff x="8007400" y="2902278"/>
            <a:chExt cx="285230" cy="355597"/>
          </a:xfrm>
        </p:grpSpPr>
        <p:sp>
          <p:nvSpPr>
            <p:cNvPr id="9758" name="Google Shape;9758;p81"/>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1"/>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81"/>
          <p:cNvGrpSpPr/>
          <p:nvPr/>
        </p:nvGrpSpPr>
        <p:grpSpPr>
          <a:xfrm>
            <a:off x="6219124" y="2721788"/>
            <a:ext cx="318231" cy="355470"/>
            <a:chOff x="6219124" y="2902788"/>
            <a:chExt cx="318231" cy="355470"/>
          </a:xfrm>
        </p:grpSpPr>
        <p:sp>
          <p:nvSpPr>
            <p:cNvPr id="9761" name="Google Shape;9761;p81"/>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1"/>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1"/>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81"/>
          <p:cNvGrpSpPr/>
          <p:nvPr/>
        </p:nvGrpSpPr>
        <p:grpSpPr>
          <a:xfrm>
            <a:off x="4969421" y="2721852"/>
            <a:ext cx="185109" cy="355406"/>
            <a:chOff x="4969421" y="2902852"/>
            <a:chExt cx="185109" cy="355406"/>
          </a:xfrm>
        </p:grpSpPr>
        <p:sp>
          <p:nvSpPr>
            <p:cNvPr id="9765" name="Google Shape;9765;p81"/>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1"/>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1"/>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1"/>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1"/>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1"/>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1" name="Google Shape;9771;p81"/>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1"/>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3" name="Google Shape;9773;p81"/>
          <p:cNvGrpSpPr/>
          <p:nvPr/>
        </p:nvGrpSpPr>
        <p:grpSpPr>
          <a:xfrm>
            <a:off x="6685259" y="2721852"/>
            <a:ext cx="311414" cy="355406"/>
            <a:chOff x="6685259" y="2902852"/>
            <a:chExt cx="311414" cy="355406"/>
          </a:xfrm>
        </p:grpSpPr>
        <p:sp>
          <p:nvSpPr>
            <p:cNvPr id="9774" name="Google Shape;9774;p81"/>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1"/>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1"/>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7" name="Google Shape;9777;p81"/>
          <p:cNvGrpSpPr/>
          <p:nvPr/>
        </p:nvGrpSpPr>
        <p:grpSpPr>
          <a:xfrm>
            <a:off x="5309250" y="2722170"/>
            <a:ext cx="359579" cy="355852"/>
            <a:chOff x="5309250" y="2903170"/>
            <a:chExt cx="359579" cy="355852"/>
          </a:xfrm>
        </p:grpSpPr>
        <p:sp>
          <p:nvSpPr>
            <p:cNvPr id="9778" name="Google Shape;9778;p81"/>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1"/>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1"/>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1" name="Google Shape;9781;p81"/>
          <p:cNvGrpSpPr/>
          <p:nvPr/>
        </p:nvGrpSpPr>
        <p:grpSpPr>
          <a:xfrm>
            <a:off x="2199565" y="2240172"/>
            <a:ext cx="312179" cy="353431"/>
            <a:chOff x="2199565" y="2421172"/>
            <a:chExt cx="312179" cy="353431"/>
          </a:xfrm>
        </p:grpSpPr>
        <p:sp>
          <p:nvSpPr>
            <p:cNvPr id="9782" name="Google Shape;9782;p81"/>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1"/>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4" name="Google Shape;9784;p81"/>
          <p:cNvGrpSpPr/>
          <p:nvPr/>
        </p:nvGrpSpPr>
        <p:grpSpPr>
          <a:xfrm>
            <a:off x="1750887" y="2244727"/>
            <a:ext cx="320143" cy="343269"/>
            <a:chOff x="1750887" y="2425727"/>
            <a:chExt cx="320143" cy="343269"/>
          </a:xfrm>
        </p:grpSpPr>
        <p:sp>
          <p:nvSpPr>
            <p:cNvPr id="9785" name="Google Shape;9785;p81"/>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1"/>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7" name="Google Shape;9787;p81"/>
          <p:cNvGrpSpPr/>
          <p:nvPr/>
        </p:nvGrpSpPr>
        <p:grpSpPr>
          <a:xfrm>
            <a:off x="1298037" y="2244727"/>
            <a:ext cx="338364" cy="342887"/>
            <a:chOff x="1298037" y="2425727"/>
            <a:chExt cx="338364" cy="342887"/>
          </a:xfrm>
        </p:grpSpPr>
        <p:sp>
          <p:nvSpPr>
            <p:cNvPr id="9788" name="Google Shape;9788;p81"/>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1"/>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1"/>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1"/>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2" name="Google Shape;9792;p81"/>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3" name="Google Shape;9793;p81"/>
          <p:cNvGrpSpPr/>
          <p:nvPr/>
        </p:nvGrpSpPr>
        <p:grpSpPr>
          <a:xfrm>
            <a:off x="3974207" y="2248009"/>
            <a:ext cx="320143" cy="338491"/>
            <a:chOff x="3974207" y="2429009"/>
            <a:chExt cx="320143" cy="338491"/>
          </a:xfrm>
        </p:grpSpPr>
        <p:sp>
          <p:nvSpPr>
            <p:cNvPr id="9794" name="Google Shape;9794;p81"/>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1"/>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81"/>
          <p:cNvGrpSpPr/>
          <p:nvPr/>
        </p:nvGrpSpPr>
        <p:grpSpPr>
          <a:xfrm>
            <a:off x="2623237" y="2250047"/>
            <a:ext cx="355024" cy="332630"/>
            <a:chOff x="2623237" y="2431047"/>
            <a:chExt cx="355024" cy="332630"/>
          </a:xfrm>
        </p:grpSpPr>
        <p:sp>
          <p:nvSpPr>
            <p:cNvPr id="9797" name="Google Shape;9797;p81"/>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1"/>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1"/>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1"/>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1" name="Google Shape;9801;p81"/>
          <p:cNvGrpSpPr/>
          <p:nvPr/>
        </p:nvGrpSpPr>
        <p:grpSpPr>
          <a:xfrm>
            <a:off x="6657194" y="2253073"/>
            <a:ext cx="375507" cy="367925"/>
            <a:chOff x="6657194" y="2434073"/>
            <a:chExt cx="375507" cy="367925"/>
          </a:xfrm>
        </p:grpSpPr>
        <p:sp>
          <p:nvSpPr>
            <p:cNvPr id="9802" name="Google Shape;9802;p81"/>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1"/>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1"/>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5" name="Google Shape;9805;p81"/>
          <p:cNvGrpSpPr/>
          <p:nvPr/>
        </p:nvGrpSpPr>
        <p:grpSpPr>
          <a:xfrm>
            <a:off x="7101317" y="2260655"/>
            <a:ext cx="367925" cy="352380"/>
            <a:chOff x="7101317" y="2441655"/>
            <a:chExt cx="367925" cy="352380"/>
          </a:xfrm>
        </p:grpSpPr>
        <p:sp>
          <p:nvSpPr>
            <p:cNvPr id="9806" name="Google Shape;9806;p81"/>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1"/>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8" name="Google Shape;9808;p81"/>
          <p:cNvGrpSpPr/>
          <p:nvPr/>
        </p:nvGrpSpPr>
        <p:grpSpPr>
          <a:xfrm>
            <a:off x="5756399" y="2253456"/>
            <a:ext cx="367925" cy="367161"/>
            <a:chOff x="5756399" y="2434456"/>
            <a:chExt cx="367925" cy="367161"/>
          </a:xfrm>
        </p:grpSpPr>
        <p:sp>
          <p:nvSpPr>
            <p:cNvPr id="9809" name="Google Shape;9809;p81"/>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1"/>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1"/>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1"/>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1"/>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1"/>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1"/>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6" name="Google Shape;9816;p81"/>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1"/>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8" name="Google Shape;9818;p81"/>
          <p:cNvGrpSpPr/>
          <p:nvPr/>
        </p:nvGrpSpPr>
        <p:grpSpPr>
          <a:xfrm>
            <a:off x="7964906" y="2253073"/>
            <a:ext cx="373627" cy="367925"/>
            <a:chOff x="7964906" y="2434073"/>
            <a:chExt cx="373627" cy="367925"/>
          </a:xfrm>
        </p:grpSpPr>
        <p:sp>
          <p:nvSpPr>
            <p:cNvPr id="9819" name="Google Shape;9819;p81"/>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1"/>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1" name="Google Shape;9821;p81"/>
          <p:cNvGrpSpPr/>
          <p:nvPr/>
        </p:nvGrpSpPr>
        <p:grpSpPr>
          <a:xfrm>
            <a:off x="6194086" y="2256737"/>
            <a:ext cx="369837" cy="360471"/>
            <a:chOff x="6194086" y="2437737"/>
            <a:chExt cx="369837" cy="360471"/>
          </a:xfrm>
        </p:grpSpPr>
        <p:sp>
          <p:nvSpPr>
            <p:cNvPr id="9822" name="Google Shape;9822;p81"/>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1"/>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4" name="Google Shape;9824;p81"/>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825" name="Google Shape;9825;p81"/>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29"/>
        <p:cNvGrpSpPr/>
        <p:nvPr/>
      </p:nvGrpSpPr>
      <p:grpSpPr>
        <a:xfrm>
          <a:off x="0" y="0"/>
          <a:ext cx="0" cy="0"/>
          <a:chOff x="0" y="0"/>
          <a:chExt cx="0" cy="0"/>
        </a:xfrm>
      </p:grpSpPr>
      <p:grpSp>
        <p:nvGrpSpPr>
          <p:cNvPr id="9830" name="Google Shape;9830;p82"/>
          <p:cNvGrpSpPr/>
          <p:nvPr/>
        </p:nvGrpSpPr>
        <p:grpSpPr>
          <a:xfrm>
            <a:off x="3122257" y="1334344"/>
            <a:ext cx="294850" cy="349434"/>
            <a:chOff x="3122257" y="1508594"/>
            <a:chExt cx="294850" cy="349434"/>
          </a:xfrm>
        </p:grpSpPr>
        <p:sp>
          <p:nvSpPr>
            <p:cNvPr id="9831" name="Google Shape;9831;p82"/>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2"/>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2"/>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2"/>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2"/>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82"/>
          <p:cNvGrpSpPr/>
          <p:nvPr/>
        </p:nvGrpSpPr>
        <p:grpSpPr>
          <a:xfrm>
            <a:off x="910723" y="1333962"/>
            <a:ext cx="251660" cy="350166"/>
            <a:chOff x="910723" y="1508212"/>
            <a:chExt cx="251660" cy="350166"/>
          </a:xfrm>
        </p:grpSpPr>
        <p:sp>
          <p:nvSpPr>
            <p:cNvPr id="9837" name="Google Shape;9837;p82"/>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2"/>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2"/>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2"/>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2"/>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2"/>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2"/>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2"/>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2"/>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2"/>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2"/>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2"/>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2"/>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2"/>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2"/>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2"/>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2"/>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82"/>
          <p:cNvGrpSpPr/>
          <p:nvPr/>
        </p:nvGrpSpPr>
        <p:grpSpPr>
          <a:xfrm>
            <a:off x="1308631" y="1333580"/>
            <a:ext cx="350166" cy="350198"/>
            <a:chOff x="1308631" y="1507830"/>
            <a:chExt cx="350166" cy="350198"/>
          </a:xfrm>
        </p:grpSpPr>
        <p:sp>
          <p:nvSpPr>
            <p:cNvPr id="9855" name="Google Shape;9855;p82"/>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2"/>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2"/>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2"/>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9" name="Google Shape;9859;p82"/>
          <p:cNvGrpSpPr/>
          <p:nvPr/>
        </p:nvGrpSpPr>
        <p:grpSpPr>
          <a:xfrm>
            <a:off x="1756921" y="1335489"/>
            <a:ext cx="345997" cy="345997"/>
            <a:chOff x="1756921" y="1509739"/>
            <a:chExt cx="345997" cy="345997"/>
          </a:xfrm>
        </p:grpSpPr>
        <p:sp>
          <p:nvSpPr>
            <p:cNvPr id="9860" name="Google Shape;9860;p82"/>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2"/>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2"/>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2"/>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2"/>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2"/>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2"/>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2"/>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2"/>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2"/>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2"/>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2"/>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2"/>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2"/>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2"/>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2"/>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2"/>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82"/>
          <p:cNvGrpSpPr/>
          <p:nvPr/>
        </p:nvGrpSpPr>
        <p:grpSpPr>
          <a:xfrm>
            <a:off x="2216956" y="1336253"/>
            <a:ext cx="318721" cy="345615"/>
            <a:chOff x="2216956" y="1510503"/>
            <a:chExt cx="318721" cy="345615"/>
          </a:xfrm>
        </p:grpSpPr>
        <p:sp>
          <p:nvSpPr>
            <p:cNvPr id="9878" name="Google Shape;9878;p82"/>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2"/>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2"/>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2"/>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2"/>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82"/>
          <p:cNvGrpSpPr/>
          <p:nvPr/>
        </p:nvGrpSpPr>
        <p:grpSpPr>
          <a:xfrm>
            <a:off x="3988156" y="1394211"/>
            <a:ext cx="349052" cy="230049"/>
            <a:chOff x="3988156" y="1568461"/>
            <a:chExt cx="349052" cy="230049"/>
          </a:xfrm>
        </p:grpSpPr>
        <p:sp>
          <p:nvSpPr>
            <p:cNvPr id="9884" name="Google Shape;9884;p82"/>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2"/>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2"/>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2"/>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2"/>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2"/>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2"/>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1" name="Google Shape;9891;p82"/>
          <p:cNvGrpSpPr/>
          <p:nvPr/>
        </p:nvGrpSpPr>
        <p:grpSpPr>
          <a:xfrm>
            <a:off x="2633037" y="1325623"/>
            <a:ext cx="379002" cy="366112"/>
            <a:chOff x="2633037" y="1499873"/>
            <a:chExt cx="379002" cy="366112"/>
          </a:xfrm>
        </p:grpSpPr>
        <p:sp>
          <p:nvSpPr>
            <p:cNvPr id="9892" name="Google Shape;9892;p82"/>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2"/>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2"/>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2"/>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2"/>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2"/>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82"/>
          <p:cNvGrpSpPr/>
          <p:nvPr/>
        </p:nvGrpSpPr>
        <p:grpSpPr>
          <a:xfrm>
            <a:off x="6675256" y="1341919"/>
            <a:ext cx="327823" cy="357009"/>
            <a:chOff x="6675256" y="1516169"/>
            <a:chExt cx="327823" cy="357009"/>
          </a:xfrm>
        </p:grpSpPr>
        <p:sp>
          <p:nvSpPr>
            <p:cNvPr id="9899" name="Google Shape;9899;p82"/>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2"/>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2"/>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2"/>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2"/>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2"/>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2"/>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2"/>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2"/>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8" name="Google Shape;9908;p82"/>
          <p:cNvGrpSpPr/>
          <p:nvPr/>
        </p:nvGrpSpPr>
        <p:grpSpPr>
          <a:xfrm>
            <a:off x="8020159" y="1342301"/>
            <a:ext cx="300897" cy="356627"/>
            <a:chOff x="8020159" y="1516551"/>
            <a:chExt cx="300897" cy="356627"/>
          </a:xfrm>
        </p:grpSpPr>
        <p:sp>
          <p:nvSpPr>
            <p:cNvPr id="9909" name="Google Shape;9909;p82"/>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2"/>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2"/>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2"/>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2"/>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4" name="Google Shape;9914;p82"/>
          <p:cNvGrpSpPr/>
          <p:nvPr/>
        </p:nvGrpSpPr>
        <p:grpSpPr>
          <a:xfrm>
            <a:off x="5377363" y="1341919"/>
            <a:ext cx="257357" cy="356627"/>
            <a:chOff x="5377363" y="1516169"/>
            <a:chExt cx="257357" cy="356627"/>
          </a:xfrm>
        </p:grpSpPr>
        <p:sp>
          <p:nvSpPr>
            <p:cNvPr id="9915" name="Google Shape;9915;p82"/>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2"/>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2"/>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2"/>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2"/>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2"/>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2"/>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2"/>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2"/>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2"/>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2"/>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2"/>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2"/>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2"/>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2"/>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2"/>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2"/>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2" name="Google Shape;9932;p82"/>
          <p:cNvGrpSpPr/>
          <p:nvPr/>
        </p:nvGrpSpPr>
        <p:grpSpPr>
          <a:xfrm>
            <a:off x="4880567" y="1361620"/>
            <a:ext cx="356245" cy="317607"/>
            <a:chOff x="4880567" y="1535870"/>
            <a:chExt cx="356245" cy="317607"/>
          </a:xfrm>
        </p:grpSpPr>
        <p:sp>
          <p:nvSpPr>
            <p:cNvPr id="9933" name="Google Shape;9933;p82"/>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2"/>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2"/>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2"/>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2"/>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8" name="Google Shape;9938;p82"/>
          <p:cNvGrpSpPr/>
          <p:nvPr/>
        </p:nvGrpSpPr>
        <p:grpSpPr>
          <a:xfrm>
            <a:off x="5771483" y="1341537"/>
            <a:ext cx="357359" cy="357391"/>
            <a:chOff x="5771483" y="1515787"/>
            <a:chExt cx="357359" cy="357391"/>
          </a:xfrm>
        </p:grpSpPr>
        <p:sp>
          <p:nvSpPr>
            <p:cNvPr id="9939" name="Google Shape;9939;p82"/>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2"/>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2"/>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2"/>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82"/>
          <p:cNvGrpSpPr/>
          <p:nvPr/>
        </p:nvGrpSpPr>
        <p:grpSpPr>
          <a:xfrm>
            <a:off x="7121669" y="1359360"/>
            <a:ext cx="321362" cy="321362"/>
            <a:chOff x="7121669" y="1533610"/>
            <a:chExt cx="321362" cy="321362"/>
          </a:xfrm>
        </p:grpSpPr>
        <p:sp>
          <p:nvSpPr>
            <p:cNvPr id="9944" name="Google Shape;9944;p82"/>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2"/>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2"/>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2"/>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82"/>
          <p:cNvGrpSpPr/>
          <p:nvPr/>
        </p:nvGrpSpPr>
        <p:grpSpPr>
          <a:xfrm>
            <a:off x="7562766" y="1340614"/>
            <a:ext cx="327059" cy="360192"/>
            <a:chOff x="7562766" y="1514864"/>
            <a:chExt cx="327059" cy="360192"/>
          </a:xfrm>
        </p:grpSpPr>
        <p:sp>
          <p:nvSpPr>
            <p:cNvPr id="9949" name="Google Shape;9949;p82"/>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2"/>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2"/>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2"/>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3" name="Google Shape;9953;p82"/>
          <p:cNvGrpSpPr/>
          <p:nvPr/>
        </p:nvGrpSpPr>
        <p:grpSpPr>
          <a:xfrm>
            <a:off x="6221229" y="1324423"/>
            <a:ext cx="361636" cy="362183"/>
            <a:chOff x="6259175" y="1559008"/>
            <a:chExt cx="271743" cy="272093"/>
          </a:xfrm>
        </p:grpSpPr>
        <p:sp>
          <p:nvSpPr>
            <p:cNvPr id="9954" name="Google Shape;9954;p82"/>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2"/>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2"/>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2"/>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2"/>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2"/>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2"/>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2"/>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2"/>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2"/>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2"/>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2"/>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2"/>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2"/>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2"/>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2"/>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2"/>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82"/>
          <p:cNvGrpSpPr/>
          <p:nvPr/>
        </p:nvGrpSpPr>
        <p:grpSpPr>
          <a:xfrm>
            <a:off x="6671087" y="1835054"/>
            <a:ext cx="332757" cy="281833"/>
            <a:chOff x="6671087" y="2009304"/>
            <a:chExt cx="332757" cy="281833"/>
          </a:xfrm>
        </p:grpSpPr>
        <p:sp>
          <p:nvSpPr>
            <p:cNvPr id="9972" name="Google Shape;9972;p82"/>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2"/>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4" name="Google Shape;9974;p82"/>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75" name="Google Shape;9975;p82"/>
          <p:cNvGrpSpPr/>
          <p:nvPr/>
        </p:nvGrpSpPr>
        <p:grpSpPr>
          <a:xfrm>
            <a:off x="2201806" y="1802335"/>
            <a:ext cx="349784" cy="349434"/>
            <a:chOff x="2201806" y="1976585"/>
            <a:chExt cx="349784" cy="349434"/>
          </a:xfrm>
        </p:grpSpPr>
        <p:sp>
          <p:nvSpPr>
            <p:cNvPr id="9976" name="Google Shape;9976;p82"/>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2"/>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2"/>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2"/>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82"/>
          <p:cNvGrpSpPr/>
          <p:nvPr/>
        </p:nvGrpSpPr>
        <p:grpSpPr>
          <a:xfrm>
            <a:off x="3094217" y="1802335"/>
            <a:ext cx="350198" cy="350548"/>
            <a:chOff x="3094217" y="1976585"/>
            <a:chExt cx="350198" cy="350548"/>
          </a:xfrm>
        </p:grpSpPr>
        <p:sp>
          <p:nvSpPr>
            <p:cNvPr id="9981" name="Google Shape;9981;p82"/>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2"/>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2"/>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2"/>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2"/>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2"/>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2"/>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2"/>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2"/>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2"/>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2"/>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2"/>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2"/>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4" name="Google Shape;9994;p82"/>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95" name="Google Shape;9995;p82"/>
          <p:cNvGrpSpPr/>
          <p:nvPr/>
        </p:nvGrpSpPr>
        <p:grpSpPr>
          <a:xfrm>
            <a:off x="3979435" y="1802335"/>
            <a:ext cx="345265" cy="349848"/>
            <a:chOff x="3979435" y="1976585"/>
            <a:chExt cx="345265" cy="349848"/>
          </a:xfrm>
        </p:grpSpPr>
        <p:sp>
          <p:nvSpPr>
            <p:cNvPr id="9996" name="Google Shape;9996;p82"/>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2"/>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2"/>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2"/>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2"/>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2"/>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2"/>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2"/>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2"/>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2"/>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2"/>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2"/>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2"/>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2"/>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2"/>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2"/>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2"/>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82"/>
          <p:cNvGrpSpPr/>
          <p:nvPr/>
        </p:nvGrpSpPr>
        <p:grpSpPr>
          <a:xfrm>
            <a:off x="3541011" y="1334344"/>
            <a:ext cx="350166" cy="349434"/>
            <a:chOff x="3541011" y="1508594"/>
            <a:chExt cx="350166" cy="349434"/>
          </a:xfrm>
        </p:grpSpPr>
        <p:sp>
          <p:nvSpPr>
            <p:cNvPr id="10014" name="Google Shape;10014;p82"/>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2"/>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2"/>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2"/>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2"/>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2"/>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2"/>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2"/>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2"/>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2"/>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2"/>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2"/>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2"/>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7" name="Google Shape;10027;p82"/>
          <p:cNvGrpSpPr/>
          <p:nvPr/>
        </p:nvGrpSpPr>
        <p:grpSpPr>
          <a:xfrm>
            <a:off x="3576626" y="1801571"/>
            <a:ext cx="284251" cy="351694"/>
            <a:chOff x="3576626" y="1975821"/>
            <a:chExt cx="284251" cy="351694"/>
          </a:xfrm>
        </p:grpSpPr>
        <p:sp>
          <p:nvSpPr>
            <p:cNvPr id="10028" name="Google Shape;10028;p82"/>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2"/>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2"/>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82"/>
          <p:cNvGrpSpPr/>
          <p:nvPr/>
        </p:nvGrpSpPr>
        <p:grpSpPr>
          <a:xfrm>
            <a:off x="2722090" y="2715912"/>
            <a:ext cx="238770" cy="371841"/>
            <a:chOff x="2722090" y="2890162"/>
            <a:chExt cx="238770" cy="371841"/>
          </a:xfrm>
        </p:grpSpPr>
        <p:sp>
          <p:nvSpPr>
            <p:cNvPr id="10032" name="Google Shape;10032;p82"/>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2"/>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2"/>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5" name="Google Shape;10035;p82"/>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6" name="Google Shape;10036;p82"/>
          <p:cNvGrpSpPr/>
          <p:nvPr/>
        </p:nvGrpSpPr>
        <p:grpSpPr>
          <a:xfrm>
            <a:off x="6216367" y="1795906"/>
            <a:ext cx="361147" cy="361147"/>
            <a:chOff x="6216367" y="1970156"/>
            <a:chExt cx="361147" cy="361147"/>
          </a:xfrm>
        </p:grpSpPr>
        <p:sp>
          <p:nvSpPr>
            <p:cNvPr id="10037" name="Google Shape;10037;p82"/>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2"/>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2"/>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2"/>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82"/>
          <p:cNvGrpSpPr/>
          <p:nvPr/>
        </p:nvGrpSpPr>
        <p:grpSpPr>
          <a:xfrm>
            <a:off x="1289311" y="2751972"/>
            <a:ext cx="408156" cy="299783"/>
            <a:chOff x="1289311" y="2926222"/>
            <a:chExt cx="408156" cy="299783"/>
          </a:xfrm>
        </p:grpSpPr>
        <p:sp>
          <p:nvSpPr>
            <p:cNvPr id="10042" name="Google Shape;10042;p82"/>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2"/>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4" name="Google Shape;10044;p82"/>
          <p:cNvGrpSpPr/>
          <p:nvPr/>
        </p:nvGrpSpPr>
        <p:grpSpPr>
          <a:xfrm>
            <a:off x="7978465" y="1795142"/>
            <a:ext cx="361147" cy="360797"/>
            <a:chOff x="7978465" y="1969392"/>
            <a:chExt cx="361147" cy="360797"/>
          </a:xfrm>
        </p:grpSpPr>
        <p:sp>
          <p:nvSpPr>
            <p:cNvPr id="10045" name="Google Shape;10045;p82"/>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2"/>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2"/>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2"/>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2"/>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2"/>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2"/>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2"/>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2"/>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4" name="Google Shape;10054;p82"/>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5" name="Google Shape;10055;p82"/>
          <p:cNvGrpSpPr/>
          <p:nvPr/>
        </p:nvGrpSpPr>
        <p:grpSpPr>
          <a:xfrm>
            <a:off x="854261" y="2734563"/>
            <a:ext cx="377474" cy="335748"/>
            <a:chOff x="854261" y="2908813"/>
            <a:chExt cx="377474" cy="335748"/>
          </a:xfrm>
        </p:grpSpPr>
        <p:sp>
          <p:nvSpPr>
            <p:cNvPr id="10056" name="Google Shape;10056;p82"/>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2"/>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2"/>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2"/>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2"/>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1" name="Google Shape;10061;p82"/>
          <p:cNvGrpSpPr/>
          <p:nvPr/>
        </p:nvGrpSpPr>
        <p:grpSpPr>
          <a:xfrm>
            <a:off x="1749728" y="2720527"/>
            <a:ext cx="386927" cy="363438"/>
            <a:chOff x="1749728" y="2894777"/>
            <a:chExt cx="386927" cy="363438"/>
          </a:xfrm>
        </p:grpSpPr>
        <p:sp>
          <p:nvSpPr>
            <p:cNvPr id="10062" name="Google Shape;10062;p82"/>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2"/>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2"/>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2"/>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2"/>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2"/>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2"/>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82"/>
          <p:cNvGrpSpPr/>
          <p:nvPr/>
        </p:nvGrpSpPr>
        <p:grpSpPr>
          <a:xfrm>
            <a:off x="7098912" y="1795142"/>
            <a:ext cx="359651" cy="361560"/>
            <a:chOff x="7098912" y="1969392"/>
            <a:chExt cx="359651" cy="361560"/>
          </a:xfrm>
        </p:grpSpPr>
        <p:sp>
          <p:nvSpPr>
            <p:cNvPr id="10070" name="Google Shape;10070;p82"/>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2"/>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2"/>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2"/>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2"/>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2"/>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2"/>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2"/>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2"/>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2"/>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2"/>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2"/>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2"/>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3" name="Google Shape;10083;p82"/>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4" name="Google Shape;10084;p82"/>
          <p:cNvGrpSpPr/>
          <p:nvPr/>
        </p:nvGrpSpPr>
        <p:grpSpPr>
          <a:xfrm>
            <a:off x="5352728" y="1815989"/>
            <a:ext cx="327091" cy="322508"/>
            <a:chOff x="5352728" y="1990239"/>
            <a:chExt cx="327091" cy="322508"/>
          </a:xfrm>
        </p:grpSpPr>
        <p:sp>
          <p:nvSpPr>
            <p:cNvPr id="10085" name="Google Shape;10085;p82"/>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2"/>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2"/>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8" name="Google Shape;10088;p82"/>
          <p:cNvGrpSpPr/>
          <p:nvPr/>
        </p:nvGrpSpPr>
        <p:grpSpPr>
          <a:xfrm>
            <a:off x="7538896" y="1795906"/>
            <a:ext cx="361147" cy="361529"/>
            <a:chOff x="7538896" y="1970156"/>
            <a:chExt cx="361147" cy="361529"/>
          </a:xfrm>
        </p:grpSpPr>
        <p:sp>
          <p:nvSpPr>
            <p:cNvPr id="10089" name="Google Shape;10089;p82"/>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2"/>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2"/>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2"/>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2"/>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2"/>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82"/>
          <p:cNvGrpSpPr/>
          <p:nvPr/>
        </p:nvGrpSpPr>
        <p:grpSpPr>
          <a:xfrm>
            <a:off x="4896099" y="1796670"/>
            <a:ext cx="358155" cy="358123"/>
            <a:chOff x="4896099" y="1970920"/>
            <a:chExt cx="358155" cy="358123"/>
          </a:xfrm>
        </p:grpSpPr>
        <p:sp>
          <p:nvSpPr>
            <p:cNvPr id="10096" name="Google Shape;10096;p82"/>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2"/>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2"/>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9" name="Google Shape;10099;p82"/>
          <p:cNvGrpSpPr/>
          <p:nvPr/>
        </p:nvGrpSpPr>
        <p:grpSpPr>
          <a:xfrm>
            <a:off x="4048787" y="2802769"/>
            <a:ext cx="283488" cy="198604"/>
            <a:chOff x="4048787" y="2977019"/>
            <a:chExt cx="283488" cy="198604"/>
          </a:xfrm>
        </p:grpSpPr>
        <p:sp>
          <p:nvSpPr>
            <p:cNvPr id="10100" name="Google Shape;10100;p82"/>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2"/>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2"/>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2"/>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2"/>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2"/>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6" name="Google Shape;10106;p82"/>
          <p:cNvGrpSpPr/>
          <p:nvPr/>
        </p:nvGrpSpPr>
        <p:grpSpPr>
          <a:xfrm>
            <a:off x="4054103" y="2255941"/>
            <a:ext cx="218687" cy="349052"/>
            <a:chOff x="4054103" y="2430191"/>
            <a:chExt cx="218687" cy="349052"/>
          </a:xfrm>
        </p:grpSpPr>
        <p:sp>
          <p:nvSpPr>
            <p:cNvPr id="10107" name="Google Shape;10107;p82"/>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2"/>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82"/>
          <p:cNvGrpSpPr/>
          <p:nvPr/>
        </p:nvGrpSpPr>
        <p:grpSpPr>
          <a:xfrm>
            <a:off x="2185128" y="2253299"/>
            <a:ext cx="382758" cy="356595"/>
            <a:chOff x="2185128" y="2427549"/>
            <a:chExt cx="382758" cy="356595"/>
          </a:xfrm>
        </p:grpSpPr>
        <p:sp>
          <p:nvSpPr>
            <p:cNvPr id="10110" name="Google Shape;10110;p82"/>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2"/>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2"/>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2"/>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82"/>
          <p:cNvGrpSpPr/>
          <p:nvPr/>
        </p:nvGrpSpPr>
        <p:grpSpPr>
          <a:xfrm>
            <a:off x="2656907" y="2265043"/>
            <a:ext cx="332757" cy="332343"/>
            <a:chOff x="2656907" y="2439293"/>
            <a:chExt cx="332757" cy="332343"/>
          </a:xfrm>
        </p:grpSpPr>
        <p:sp>
          <p:nvSpPr>
            <p:cNvPr id="10115" name="Google Shape;10115;p82"/>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2"/>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2"/>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2"/>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2"/>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2"/>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2"/>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82"/>
          <p:cNvGrpSpPr/>
          <p:nvPr/>
        </p:nvGrpSpPr>
        <p:grpSpPr>
          <a:xfrm>
            <a:off x="1731523" y="2248366"/>
            <a:ext cx="399435" cy="365698"/>
            <a:chOff x="1731523" y="2422616"/>
            <a:chExt cx="399435" cy="365698"/>
          </a:xfrm>
        </p:grpSpPr>
        <p:sp>
          <p:nvSpPr>
            <p:cNvPr id="10123" name="Google Shape;10123;p82"/>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2"/>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2"/>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6" name="Google Shape;10126;p82"/>
          <p:cNvGrpSpPr/>
          <p:nvPr/>
        </p:nvGrpSpPr>
        <p:grpSpPr>
          <a:xfrm>
            <a:off x="3097241" y="2259314"/>
            <a:ext cx="344883" cy="343387"/>
            <a:chOff x="3097241" y="2433564"/>
            <a:chExt cx="344883" cy="343387"/>
          </a:xfrm>
        </p:grpSpPr>
        <p:sp>
          <p:nvSpPr>
            <p:cNvPr id="10127" name="Google Shape;10127;p82"/>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82"/>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2"/>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2"/>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2"/>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2"/>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2"/>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2"/>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2"/>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6" name="Google Shape;10136;p82"/>
          <p:cNvGrpSpPr/>
          <p:nvPr/>
        </p:nvGrpSpPr>
        <p:grpSpPr>
          <a:xfrm>
            <a:off x="1278299" y="2265043"/>
            <a:ext cx="410829" cy="332343"/>
            <a:chOff x="1278299" y="2439293"/>
            <a:chExt cx="410829" cy="332343"/>
          </a:xfrm>
        </p:grpSpPr>
        <p:sp>
          <p:nvSpPr>
            <p:cNvPr id="10137" name="Google Shape;10137;p82"/>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2"/>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2"/>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2"/>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2"/>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2"/>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2"/>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2"/>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5" name="Google Shape;10145;p82"/>
          <p:cNvGrpSpPr/>
          <p:nvPr/>
        </p:nvGrpSpPr>
        <p:grpSpPr>
          <a:xfrm>
            <a:off x="2661459" y="1840751"/>
            <a:ext cx="322508" cy="273494"/>
            <a:chOff x="2661459" y="2015001"/>
            <a:chExt cx="322508" cy="273494"/>
          </a:xfrm>
        </p:grpSpPr>
        <p:sp>
          <p:nvSpPr>
            <p:cNvPr id="10146" name="Google Shape;10146;p82"/>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2"/>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8" name="Google Shape;10148;p82"/>
          <p:cNvGrpSpPr/>
          <p:nvPr/>
        </p:nvGrpSpPr>
        <p:grpSpPr>
          <a:xfrm>
            <a:off x="870939" y="2265043"/>
            <a:ext cx="331993" cy="331993"/>
            <a:chOff x="870939" y="2439293"/>
            <a:chExt cx="331993" cy="331993"/>
          </a:xfrm>
        </p:grpSpPr>
        <p:sp>
          <p:nvSpPr>
            <p:cNvPr id="10149" name="Google Shape;10149;p82"/>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2"/>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2"/>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2"/>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2"/>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2"/>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2"/>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2"/>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2"/>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2"/>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2"/>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2"/>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2"/>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2"/>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2"/>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2"/>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5" name="Google Shape;10165;p82"/>
          <p:cNvGrpSpPr/>
          <p:nvPr/>
        </p:nvGrpSpPr>
        <p:grpSpPr>
          <a:xfrm>
            <a:off x="6644957" y="2282103"/>
            <a:ext cx="371395" cy="278904"/>
            <a:chOff x="6644957" y="2456353"/>
            <a:chExt cx="371395" cy="278904"/>
          </a:xfrm>
        </p:grpSpPr>
        <p:sp>
          <p:nvSpPr>
            <p:cNvPr id="10166" name="Google Shape;10166;p82"/>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2"/>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2"/>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2"/>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2"/>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1" name="Google Shape;10171;p82"/>
          <p:cNvGrpSpPr/>
          <p:nvPr/>
        </p:nvGrpSpPr>
        <p:grpSpPr>
          <a:xfrm>
            <a:off x="5388757" y="2240409"/>
            <a:ext cx="260349" cy="362292"/>
            <a:chOff x="5388757" y="2414659"/>
            <a:chExt cx="260349" cy="362292"/>
          </a:xfrm>
        </p:grpSpPr>
        <p:sp>
          <p:nvSpPr>
            <p:cNvPr id="10172" name="Google Shape;10172;p82"/>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2"/>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2"/>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2"/>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2"/>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2"/>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2"/>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2"/>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2"/>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2"/>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2"/>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2"/>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2"/>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2"/>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2"/>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2"/>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2"/>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2"/>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2"/>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2"/>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82"/>
          <p:cNvGrpSpPr/>
          <p:nvPr/>
        </p:nvGrpSpPr>
        <p:grpSpPr>
          <a:xfrm>
            <a:off x="3567142" y="2731507"/>
            <a:ext cx="348288" cy="340331"/>
            <a:chOff x="3567142" y="2905757"/>
            <a:chExt cx="348288" cy="340331"/>
          </a:xfrm>
        </p:grpSpPr>
        <p:sp>
          <p:nvSpPr>
            <p:cNvPr id="10193" name="Google Shape;10193;p82"/>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2"/>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2"/>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82"/>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2"/>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82"/>
          <p:cNvGrpSpPr/>
          <p:nvPr/>
        </p:nvGrpSpPr>
        <p:grpSpPr>
          <a:xfrm>
            <a:off x="870939" y="1801571"/>
            <a:ext cx="332375" cy="350071"/>
            <a:chOff x="870939" y="1975821"/>
            <a:chExt cx="332375" cy="350071"/>
          </a:xfrm>
        </p:grpSpPr>
        <p:sp>
          <p:nvSpPr>
            <p:cNvPr id="10199" name="Google Shape;10199;p82"/>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2"/>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2"/>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2"/>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3" name="Google Shape;10203;p82"/>
          <p:cNvGrpSpPr/>
          <p:nvPr/>
        </p:nvGrpSpPr>
        <p:grpSpPr>
          <a:xfrm>
            <a:off x="7967103" y="2240791"/>
            <a:ext cx="355863" cy="361911"/>
            <a:chOff x="7967103" y="2415041"/>
            <a:chExt cx="355863" cy="361911"/>
          </a:xfrm>
        </p:grpSpPr>
        <p:sp>
          <p:nvSpPr>
            <p:cNvPr id="10204" name="Google Shape;10204;p82"/>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2"/>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2"/>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2"/>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2"/>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2"/>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2"/>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2"/>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2"/>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2"/>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2"/>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5" name="Google Shape;10215;p82"/>
          <p:cNvGrpSpPr/>
          <p:nvPr/>
        </p:nvGrpSpPr>
        <p:grpSpPr>
          <a:xfrm>
            <a:off x="7529411" y="2240409"/>
            <a:ext cx="355863" cy="362292"/>
            <a:chOff x="7529411" y="2414659"/>
            <a:chExt cx="355863" cy="362292"/>
          </a:xfrm>
        </p:grpSpPr>
        <p:sp>
          <p:nvSpPr>
            <p:cNvPr id="10216" name="Google Shape;10216;p82"/>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2"/>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2"/>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2"/>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2"/>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2"/>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2"/>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2"/>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2"/>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2"/>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2"/>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2"/>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82"/>
          <p:cNvGrpSpPr/>
          <p:nvPr/>
        </p:nvGrpSpPr>
        <p:grpSpPr>
          <a:xfrm>
            <a:off x="5733194" y="2257468"/>
            <a:ext cx="446826" cy="327059"/>
            <a:chOff x="5733194" y="2431718"/>
            <a:chExt cx="446826" cy="327059"/>
          </a:xfrm>
        </p:grpSpPr>
        <p:sp>
          <p:nvSpPr>
            <p:cNvPr id="10229" name="Google Shape;10229;p82"/>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2"/>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2"/>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2" name="Google Shape;10232;p82"/>
          <p:cNvGrpSpPr/>
          <p:nvPr/>
        </p:nvGrpSpPr>
        <p:grpSpPr>
          <a:xfrm>
            <a:off x="4876780" y="2243814"/>
            <a:ext cx="407774" cy="356627"/>
            <a:chOff x="4876780" y="2418064"/>
            <a:chExt cx="407774" cy="356627"/>
          </a:xfrm>
        </p:grpSpPr>
        <p:sp>
          <p:nvSpPr>
            <p:cNvPr id="10233" name="Google Shape;10233;p82"/>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2"/>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2"/>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2"/>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2"/>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2"/>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2"/>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2"/>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1" name="Google Shape;10241;p82"/>
          <p:cNvGrpSpPr/>
          <p:nvPr/>
        </p:nvGrpSpPr>
        <p:grpSpPr>
          <a:xfrm>
            <a:off x="7070872" y="2236621"/>
            <a:ext cx="398321" cy="371013"/>
            <a:chOff x="7070872" y="2410871"/>
            <a:chExt cx="398321" cy="371013"/>
          </a:xfrm>
        </p:grpSpPr>
        <p:sp>
          <p:nvSpPr>
            <p:cNvPr id="10242" name="Google Shape;10242;p82"/>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2"/>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2"/>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2"/>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6" name="Google Shape;10246;p82"/>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7" name="Google Shape;10247;p82"/>
          <p:cNvGrpSpPr/>
          <p:nvPr/>
        </p:nvGrpSpPr>
        <p:grpSpPr>
          <a:xfrm>
            <a:off x="5318259" y="2807861"/>
            <a:ext cx="371013" cy="220787"/>
            <a:chOff x="5318259" y="2982111"/>
            <a:chExt cx="371013" cy="220787"/>
          </a:xfrm>
        </p:grpSpPr>
        <p:sp>
          <p:nvSpPr>
            <p:cNvPr id="10248" name="Google Shape;10248;p82"/>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2"/>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2"/>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2"/>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2"/>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2"/>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2"/>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2"/>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6" name="Google Shape;10256;p82"/>
          <p:cNvGrpSpPr/>
          <p:nvPr/>
        </p:nvGrpSpPr>
        <p:grpSpPr>
          <a:xfrm>
            <a:off x="7073928" y="2731507"/>
            <a:ext cx="371395" cy="371809"/>
            <a:chOff x="7073928" y="2905757"/>
            <a:chExt cx="371395" cy="371809"/>
          </a:xfrm>
        </p:grpSpPr>
        <p:sp>
          <p:nvSpPr>
            <p:cNvPr id="10257" name="Google Shape;10257;p82"/>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2"/>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2"/>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82"/>
          <p:cNvGrpSpPr/>
          <p:nvPr/>
        </p:nvGrpSpPr>
        <p:grpSpPr>
          <a:xfrm>
            <a:off x="6188327" y="2781158"/>
            <a:ext cx="371395" cy="272857"/>
            <a:chOff x="6188327" y="2955408"/>
            <a:chExt cx="371395" cy="272857"/>
          </a:xfrm>
        </p:grpSpPr>
        <p:sp>
          <p:nvSpPr>
            <p:cNvPr id="10261" name="Google Shape;10261;p82"/>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2"/>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82"/>
          <p:cNvGrpSpPr/>
          <p:nvPr/>
        </p:nvGrpSpPr>
        <p:grpSpPr>
          <a:xfrm>
            <a:off x="7521454" y="2731889"/>
            <a:ext cx="359651" cy="371013"/>
            <a:chOff x="7521454" y="2906139"/>
            <a:chExt cx="359651" cy="371013"/>
          </a:xfrm>
        </p:grpSpPr>
        <p:sp>
          <p:nvSpPr>
            <p:cNvPr id="10264" name="Google Shape;10264;p82"/>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2"/>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2"/>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2"/>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2"/>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82"/>
          <p:cNvGrpSpPr/>
          <p:nvPr/>
        </p:nvGrpSpPr>
        <p:grpSpPr>
          <a:xfrm>
            <a:off x="5782845" y="2732271"/>
            <a:ext cx="301661" cy="371013"/>
            <a:chOff x="5782845" y="2906521"/>
            <a:chExt cx="301661" cy="371013"/>
          </a:xfrm>
        </p:grpSpPr>
        <p:sp>
          <p:nvSpPr>
            <p:cNvPr id="10270" name="Google Shape;10270;p82"/>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2"/>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2"/>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82"/>
          <p:cNvGrpSpPr/>
          <p:nvPr/>
        </p:nvGrpSpPr>
        <p:grpSpPr>
          <a:xfrm>
            <a:off x="3539102" y="2253299"/>
            <a:ext cx="355099" cy="355481"/>
            <a:chOff x="3539102" y="2427549"/>
            <a:chExt cx="355099" cy="355481"/>
          </a:xfrm>
        </p:grpSpPr>
        <p:sp>
          <p:nvSpPr>
            <p:cNvPr id="10274" name="Google Shape;10274;p82"/>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2"/>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82"/>
          <p:cNvGrpSpPr/>
          <p:nvPr/>
        </p:nvGrpSpPr>
        <p:grpSpPr>
          <a:xfrm>
            <a:off x="6630539" y="2743252"/>
            <a:ext cx="371777" cy="349434"/>
            <a:chOff x="6630539" y="2917502"/>
            <a:chExt cx="371777" cy="349434"/>
          </a:xfrm>
        </p:grpSpPr>
        <p:sp>
          <p:nvSpPr>
            <p:cNvPr id="10277" name="Google Shape;10277;p82"/>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2"/>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2"/>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2"/>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2"/>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2"/>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2"/>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4" name="Google Shape;10284;p82"/>
          <p:cNvGrpSpPr/>
          <p:nvPr/>
        </p:nvGrpSpPr>
        <p:grpSpPr>
          <a:xfrm>
            <a:off x="2171474" y="3194979"/>
            <a:ext cx="408156" cy="343737"/>
            <a:chOff x="2171474" y="3369229"/>
            <a:chExt cx="408156" cy="343737"/>
          </a:xfrm>
        </p:grpSpPr>
        <p:sp>
          <p:nvSpPr>
            <p:cNvPr id="10285" name="Google Shape;10285;p82"/>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2"/>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2"/>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2"/>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82"/>
          <p:cNvGrpSpPr/>
          <p:nvPr/>
        </p:nvGrpSpPr>
        <p:grpSpPr>
          <a:xfrm>
            <a:off x="4891198" y="2750858"/>
            <a:ext cx="334634" cy="334634"/>
            <a:chOff x="4891198" y="2925108"/>
            <a:chExt cx="334634" cy="334634"/>
          </a:xfrm>
        </p:grpSpPr>
        <p:sp>
          <p:nvSpPr>
            <p:cNvPr id="10290" name="Google Shape;10290;p82"/>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2"/>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2"/>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2"/>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2"/>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2"/>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2"/>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2"/>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8" name="Google Shape;10298;p82"/>
          <p:cNvGrpSpPr/>
          <p:nvPr/>
        </p:nvGrpSpPr>
        <p:grpSpPr>
          <a:xfrm>
            <a:off x="7976174" y="2750858"/>
            <a:ext cx="334666" cy="334634"/>
            <a:chOff x="7976174" y="2925108"/>
            <a:chExt cx="334666" cy="334634"/>
          </a:xfrm>
        </p:grpSpPr>
        <p:sp>
          <p:nvSpPr>
            <p:cNvPr id="10299" name="Google Shape;10299;p82"/>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2"/>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2"/>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2"/>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2"/>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2"/>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2"/>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2"/>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2"/>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82"/>
          <p:cNvGrpSpPr/>
          <p:nvPr/>
        </p:nvGrpSpPr>
        <p:grpSpPr>
          <a:xfrm>
            <a:off x="3091957" y="3199881"/>
            <a:ext cx="354717" cy="332757"/>
            <a:chOff x="3091957" y="3374131"/>
            <a:chExt cx="354717" cy="332757"/>
          </a:xfrm>
        </p:grpSpPr>
        <p:sp>
          <p:nvSpPr>
            <p:cNvPr id="10309" name="Google Shape;10309;p82"/>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2"/>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2"/>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2"/>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2"/>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2"/>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5" name="Google Shape;10315;p82"/>
          <p:cNvGrpSpPr/>
          <p:nvPr/>
        </p:nvGrpSpPr>
        <p:grpSpPr>
          <a:xfrm>
            <a:off x="3988156" y="3205960"/>
            <a:ext cx="353954" cy="318880"/>
            <a:chOff x="3988156" y="3380210"/>
            <a:chExt cx="353954" cy="318880"/>
          </a:xfrm>
        </p:grpSpPr>
        <p:sp>
          <p:nvSpPr>
            <p:cNvPr id="10316" name="Google Shape;10316;p82"/>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2"/>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2"/>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2"/>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2"/>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1" name="Google Shape;10321;p82"/>
          <p:cNvGrpSpPr/>
          <p:nvPr/>
        </p:nvGrpSpPr>
        <p:grpSpPr>
          <a:xfrm>
            <a:off x="3541011" y="3193070"/>
            <a:ext cx="348257" cy="346188"/>
            <a:chOff x="3541011" y="3367320"/>
            <a:chExt cx="348257" cy="346188"/>
          </a:xfrm>
        </p:grpSpPr>
        <p:sp>
          <p:nvSpPr>
            <p:cNvPr id="10322" name="Google Shape;10322;p82"/>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2"/>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2"/>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2"/>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82"/>
          <p:cNvGrpSpPr/>
          <p:nvPr/>
        </p:nvGrpSpPr>
        <p:grpSpPr>
          <a:xfrm>
            <a:off x="1314678" y="3183967"/>
            <a:ext cx="334666" cy="365348"/>
            <a:chOff x="1314678" y="3358217"/>
            <a:chExt cx="334666" cy="365348"/>
          </a:xfrm>
        </p:grpSpPr>
        <p:sp>
          <p:nvSpPr>
            <p:cNvPr id="10327" name="Google Shape;10327;p82"/>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2"/>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2"/>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2"/>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2"/>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2" name="Google Shape;10332;p82"/>
          <p:cNvGrpSpPr/>
          <p:nvPr/>
        </p:nvGrpSpPr>
        <p:grpSpPr>
          <a:xfrm>
            <a:off x="1748582" y="3198385"/>
            <a:ext cx="359269" cy="335780"/>
            <a:chOff x="1748582" y="3372635"/>
            <a:chExt cx="359269" cy="335780"/>
          </a:xfrm>
        </p:grpSpPr>
        <p:sp>
          <p:nvSpPr>
            <p:cNvPr id="10333" name="Google Shape;10333;p82"/>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4" name="Google Shape;10334;p82"/>
            <p:cNvGrpSpPr/>
            <p:nvPr/>
          </p:nvGrpSpPr>
          <p:grpSpPr>
            <a:xfrm>
              <a:off x="1748582" y="3372635"/>
              <a:ext cx="333520" cy="335780"/>
              <a:chOff x="1748582" y="3372635"/>
              <a:chExt cx="333520" cy="335780"/>
            </a:xfrm>
          </p:grpSpPr>
          <p:sp>
            <p:nvSpPr>
              <p:cNvPr id="10335" name="Google Shape;10335;p82"/>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2"/>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82"/>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38" name="Google Shape;10338;p82"/>
          <p:cNvGrpSpPr/>
          <p:nvPr/>
        </p:nvGrpSpPr>
        <p:grpSpPr>
          <a:xfrm>
            <a:off x="2640993" y="3183585"/>
            <a:ext cx="365348" cy="364966"/>
            <a:chOff x="2640993" y="3357835"/>
            <a:chExt cx="365348" cy="364966"/>
          </a:xfrm>
        </p:grpSpPr>
        <p:sp>
          <p:nvSpPr>
            <p:cNvPr id="10339" name="Google Shape;10339;p82"/>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2"/>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2"/>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2"/>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2"/>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2"/>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2"/>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2"/>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2"/>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2"/>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82"/>
          <p:cNvGrpSpPr/>
          <p:nvPr/>
        </p:nvGrpSpPr>
        <p:grpSpPr>
          <a:xfrm>
            <a:off x="4886264" y="3191924"/>
            <a:ext cx="350548" cy="350198"/>
            <a:chOff x="4886264" y="3366174"/>
            <a:chExt cx="350548" cy="350198"/>
          </a:xfrm>
        </p:grpSpPr>
        <p:sp>
          <p:nvSpPr>
            <p:cNvPr id="10350" name="Google Shape;10350;p82"/>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2"/>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2"/>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2"/>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2"/>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2"/>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2"/>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2"/>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2"/>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2"/>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2"/>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2"/>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2"/>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3" name="Google Shape;10363;p82"/>
          <p:cNvGrpSpPr/>
          <p:nvPr/>
        </p:nvGrpSpPr>
        <p:grpSpPr>
          <a:xfrm>
            <a:off x="5331913" y="3239697"/>
            <a:ext cx="347143" cy="254684"/>
            <a:chOff x="5331913" y="3413947"/>
            <a:chExt cx="347143" cy="254684"/>
          </a:xfrm>
        </p:grpSpPr>
        <p:sp>
          <p:nvSpPr>
            <p:cNvPr id="10364" name="Google Shape;10364;p82"/>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2"/>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2"/>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2"/>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2"/>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2"/>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82"/>
          <p:cNvGrpSpPr/>
          <p:nvPr/>
        </p:nvGrpSpPr>
        <p:grpSpPr>
          <a:xfrm>
            <a:off x="5776798" y="3235528"/>
            <a:ext cx="346379" cy="264518"/>
            <a:chOff x="5776798" y="3409778"/>
            <a:chExt cx="346379" cy="264518"/>
          </a:xfrm>
        </p:grpSpPr>
        <p:sp>
          <p:nvSpPr>
            <p:cNvPr id="10371" name="Google Shape;10371;p82"/>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2"/>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2"/>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2"/>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2"/>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2"/>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82"/>
          <p:cNvGrpSpPr/>
          <p:nvPr/>
        </p:nvGrpSpPr>
        <p:grpSpPr>
          <a:xfrm>
            <a:off x="7108015" y="3222255"/>
            <a:ext cx="344883" cy="290299"/>
            <a:chOff x="7108015" y="3396505"/>
            <a:chExt cx="344883" cy="290299"/>
          </a:xfrm>
        </p:grpSpPr>
        <p:sp>
          <p:nvSpPr>
            <p:cNvPr id="10378" name="Google Shape;10378;p82"/>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2"/>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2"/>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2"/>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82"/>
          <p:cNvGrpSpPr/>
          <p:nvPr/>
        </p:nvGrpSpPr>
        <p:grpSpPr>
          <a:xfrm>
            <a:off x="7551754" y="3216558"/>
            <a:ext cx="344883" cy="301311"/>
            <a:chOff x="7551754" y="3390808"/>
            <a:chExt cx="344883" cy="301311"/>
          </a:xfrm>
        </p:grpSpPr>
        <p:sp>
          <p:nvSpPr>
            <p:cNvPr id="10383" name="Google Shape;10383;p82"/>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2"/>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2"/>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2"/>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2"/>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2"/>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2"/>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2"/>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2"/>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2"/>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2"/>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4" name="Google Shape;10394;p82"/>
          <p:cNvGrpSpPr/>
          <p:nvPr/>
        </p:nvGrpSpPr>
        <p:grpSpPr>
          <a:xfrm>
            <a:off x="6707084" y="3213153"/>
            <a:ext cx="261145" cy="308504"/>
            <a:chOff x="6707084" y="3387403"/>
            <a:chExt cx="261145" cy="308504"/>
          </a:xfrm>
        </p:grpSpPr>
        <p:sp>
          <p:nvSpPr>
            <p:cNvPr id="10395" name="Google Shape;10395;p82"/>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2"/>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2"/>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2"/>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9" name="Google Shape;10399;p82"/>
          <p:cNvGrpSpPr/>
          <p:nvPr/>
        </p:nvGrpSpPr>
        <p:grpSpPr>
          <a:xfrm>
            <a:off x="848978" y="4123387"/>
            <a:ext cx="377824" cy="324418"/>
            <a:chOff x="848978" y="4297637"/>
            <a:chExt cx="377824" cy="324418"/>
          </a:xfrm>
        </p:grpSpPr>
        <p:sp>
          <p:nvSpPr>
            <p:cNvPr id="10400" name="Google Shape;10400;p82"/>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2"/>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2" name="Google Shape;10402;p82"/>
          <p:cNvGrpSpPr/>
          <p:nvPr/>
        </p:nvGrpSpPr>
        <p:grpSpPr>
          <a:xfrm>
            <a:off x="1754279" y="4112343"/>
            <a:ext cx="351439" cy="345965"/>
            <a:chOff x="1754279" y="4286593"/>
            <a:chExt cx="351439" cy="345965"/>
          </a:xfrm>
        </p:grpSpPr>
        <p:sp>
          <p:nvSpPr>
            <p:cNvPr id="10403" name="Google Shape;10403;p82"/>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2"/>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2"/>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2"/>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2"/>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82"/>
          <p:cNvGrpSpPr/>
          <p:nvPr/>
        </p:nvGrpSpPr>
        <p:grpSpPr>
          <a:xfrm>
            <a:off x="3996113" y="4116926"/>
            <a:ext cx="336512" cy="335048"/>
            <a:chOff x="3996113" y="4291176"/>
            <a:chExt cx="336512" cy="335048"/>
          </a:xfrm>
        </p:grpSpPr>
        <p:sp>
          <p:nvSpPr>
            <p:cNvPr id="10409" name="Google Shape;10409;p82"/>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2"/>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2"/>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2" name="Google Shape;10412;p82"/>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13" name="Google Shape;10413;p82"/>
          <p:cNvGrpSpPr/>
          <p:nvPr/>
        </p:nvGrpSpPr>
        <p:grpSpPr>
          <a:xfrm>
            <a:off x="2179081" y="4111261"/>
            <a:ext cx="397525" cy="348670"/>
            <a:chOff x="2179081" y="4285511"/>
            <a:chExt cx="397525" cy="348670"/>
          </a:xfrm>
        </p:grpSpPr>
        <p:sp>
          <p:nvSpPr>
            <p:cNvPr id="10414" name="Google Shape;10414;p82"/>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2"/>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6" name="Google Shape;10416;p82"/>
          <p:cNvGrpSpPr/>
          <p:nvPr/>
        </p:nvGrpSpPr>
        <p:grpSpPr>
          <a:xfrm>
            <a:off x="3584201" y="4120746"/>
            <a:ext cx="267574" cy="329415"/>
            <a:chOff x="3584201" y="4294996"/>
            <a:chExt cx="267574" cy="329415"/>
          </a:xfrm>
        </p:grpSpPr>
        <p:sp>
          <p:nvSpPr>
            <p:cNvPr id="10417" name="Google Shape;10417;p82"/>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2"/>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2"/>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2"/>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1" name="Google Shape;10421;p82"/>
          <p:cNvGrpSpPr/>
          <p:nvPr/>
        </p:nvGrpSpPr>
        <p:grpSpPr>
          <a:xfrm>
            <a:off x="3082855" y="4121478"/>
            <a:ext cx="375946" cy="327823"/>
            <a:chOff x="3082855" y="4295728"/>
            <a:chExt cx="375946" cy="327823"/>
          </a:xfrm>
        </p:grpSpPr>
        <p:sp>
          <p:nvSpPr>
            <p:cNvPr id="10422" name="Google Shape;10422;p82"/>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2"/>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2"/>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2"/>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2"/>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2"/>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2"/>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2"/>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2"/>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2"/>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2"/>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3" name="Google Shape;10433;p82"/>
          <p:cNvGrpSpPr/>
          <p:nvPr/>
        </p:nvGrpSpPr>
        <p:grpSpPr>
          <a:xfrm>
            <a:off x="2749016" y="4116926"/>
            <a:ext cx="150831" cy="336926"/>
            <a:chOff x="2749016" y="4291176"/>
            <a:chExt cx="150831" cy="336926"/>
          </a:xfrm>
        </p:grpSpPr>
        <p:sp>
          <p:nvSpPr>
            <p:cNvPr id="10434" name="Google Shape;10434;p82"/>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2"/>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2"/>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2"/>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8" name="Google Shape;10438;p82"/>
          <p:cNvGrpSpPr/>
          <p:nvPr/>
        </p:nvGrpSpPr>
        <p:grpSpPr>
          <a:xfrm>
            <a:off x="7127716" y="4105182"/>
            <a:ext cx="248254" cy="361942"/>
            <a:chOff x="7127716" y="4279432"/>
            <a:chExt cx="248254" cy="361942"/>
          </a:xfrm>
        </p:grpSpPr>
        <p:sp>
          <p:nvSpPr>
            <p:cNvPr id="10439" name="Google Shape;10439;p82"/>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2"/>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2"/>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2"/>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2"/>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2"/>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2"/>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2"/>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2"/>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82"/>
          <p:cNvGrpSpPr/>
          <p:nvPr/>
        </p:nvGrpSpPr>
        <p:grpSpPr>
          <a:xfrm>
            <a:off x="7565408" y="4105182"/>
            <a:ext cx="248255" cy="361942"/>
            <a:chOff x="7565408" y="4279432"/>
            <a:chExt cx="248255" cy="361942"/>
          </a:xfrm>
        </p:grpSpPr>
        <p:sp>
          <p:nvSpPr>
            <p:cNvPr id="10449" name="Google Shape;10449;p82"/>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2"/>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2"/>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2"/>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2"/>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2"/>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2"/>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2"/>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82"/>
          <p:cNvGrpSpPr/>
          <p:nvPr/>
        </p:nvGrpSpPr>
        <p:grpSpPr>
          <a:xfrm>
            <a:off x="6264109" y="4105182"/>
            <a:ext cx="225498" cy="361560"/>
            <a:chOff x="6264109" y="4279432"/>
            <a:chExt cx="225498" cy="361560"/>
          </a:xfrm>
        </p:grpSpPr>
        <p:sp>
          <p:nvSpPr>
            <p:cNvPr id="10458" name="Google Shape;10458;p82"/>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2"/>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82"/>
          <p:cNvGrpSpPr/>
          <p:nvPr/>
        </p:nvGrpSpPr>
        <p:grpSpPr>
          <a:xfrm>
            <a:off x="7929578" y="4110115"/>
            <a:ext cx="395266" cy="351312"/>
            <a:chOff x="7929578" y="4284365"/>
            <a:chExt cx="395266" cy="351312"/>
          </a:xfrm>
        </p:grpSpPr>
        <p:sp>
          <p:nvSpPr>
            <p:cNvPr id="10461" name="Google Shape;10461;p82"/>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2"/>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2"/>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2"/>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5" name="Google Shape;10465;p82"/>
          <p:cNvGrpSpPr/>
          <p:nvPr/>
        </p:nvGrpSpPr>
        <p:grpSpPr>
          <a:xfrm>
            <a:off x="6595502" y="4149527"/>
            <a:ext cx="426315" cy="332826"/>
            <a:chOff x="6639652" y="4323777"/>
            <a:chExt cx="426315" cy="332826"/>
          </a:xfrm>
        </p:grpSpPr>
        <p:sp>
          <p:nvSpPr>
            <p:cNvPr id="10466" name="Google Shape;10466;p82"/>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2"/>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2"/>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2"/>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2"/>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2"/>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2"/>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2"/>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2"/>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2"/>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6" name="Google Shape;10476;p82"/>
          <p:cNvGrpSpPr/>
          <p:nvPr/>
        </p:nvGrpSpPr>
        <p:grpSpPr>
          <a:xfrm>
            <a:off x="5357662" y="4123387"/>
            <a:ext cx="287275" cy="326296"/>
            <a:chOff x="5357662" y="4297637"/>
            <a:chExt cx="287275" cy="326296"/>
          </a:xfrm>
        </p:grpSpPr>
        <p:sp>
          <p:nvSpPr>
            <p:cNvPr id="10477" name="Google Shape;10477;p82"/>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2"/>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2"/>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82"/>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2"/>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2" name="Google Shape;10482;p82"/>
          <p:cNvGrpSpPr/>
          <p:nvPr/>
        </p:nvGrpSpPr>
        <p:grpSpPr>
          <a:xfrm>
            <a:off x="5774124" y="4120300"/>
            <a:ext cx="331611" cy="331674"/>
            <a:chOff x="5774124" y="4294550"/>
            <a:chExt cx="331611" cy="331674"/>
          </a:xfrm>
        </p:grpSpPr>
        <p:sp>
          <p:nvSpPr>
            <p:cNvPr id="10483" name="Google Shape;10483;p82"/>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2"/>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82"/>
          <p:cNvGrpSpPr/>
          <p:nvPr/>
        </p:nvGrpSpPr>
        <p:grpSpPr>
          <a:xfrm>
            <a:off x="4890434" y="4113139"/>
            <a:ext cx="345997" cy="346029"/>
            <a:chOff x="4890434" y="4287389"/>
            <a:chExt cx="345997" cy="346029"/>
          </a:xfrm>
        </p:grpSpPr>
        <p:sp>
          <p:nvSpPr>
            <p:cNvPr id="10486" name="Google Shape;10486;p82"/>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2"/>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2"/>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2"/>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2"/>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2"/>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82"/>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82"/>
          <p:cNvGrpSpPr/>
          <p:nvPr/>
        </p:nvGrpSpPr>
        <p:grpSpPr>
          <a:xfrm>
            <a:off x="2165809" y="3636809"/>
            <a:ext cx="422542" cy="342973"/>
            <a:chOff x="2165809" y="3811059"/>
            <a:chExt cx="422542" cy="342973"/>
          </a:xfrm>
        </p:grpSpPr>
        <p:sp>
          <p:nvSpPr>
            <p:cNvPr id="10494" name="Google Shape;10494;p82"/>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2"/>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2"/>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2"/>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2"/>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2"/>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2"/>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2"/>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2"/>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2"/>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2"/>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2"/>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2"/>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2"/>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2"/>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2"/>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2"/>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2"/>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2" name="Google Shape;10512;p82"/>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3" name="Google Shape;10513;p82"/>
          <p:cNvGrpSpPr/>
          <p:nvPr/>
        </p:nvGrpSpPr>
        <p:grpSpPr>
          <a:xfrm>
            <a:off x="903530" y="3631875"/>
            <a:ext cx="264550" cy="353222"/>
            <a:chOff x="903530" y="3806125"/>
            <a:chExt cx="264550" cy="353222"/>
          </a:xfrm>
        </p:grpSpPr>
        <p:sp>
          <p:nvSpPr>
            <p:cNvPr id="10514" name="Google Shape;10514;p82"/>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2"/>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2"/>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2"/>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8" name="Google Shape;10518;p82"/>
          <p:cNvGrpSpPr/>
          <p:nvPr/>
        </p:nvGrpSpPr>
        <p:grpSpPr>
          <a:xfrm>
            <a:off x="850092" y="3178684"/>
            <a:ext cx="369517" cy="375660"/>
            <a:chOff x="850092" y="3352934"/>
            <a:chExt cx="369517" cy="375660"/>
          </a:xfrm>
        </p:grpSpPr>
        <p:sp>
          <p:nvSpPr>
            <p:cNvPr id="10519" name="Google Shape;10519;p82"/>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2"/>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2"/>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2"/>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2"/>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4" name="Google Shape;10524;p82"/>
          <p:cNvGrpSpPr/>
          <p:nvPr/>
        </p:nvGrpSpPr>
        <p:grpSpPr>
          <a:xfrm>
            <a:off x="2611458" y="3642124"/>
            <a:ext cx="426329" cy="332375"/>
            <a:chOff x="2611458" y="3816374"/>
            <a:chExt cx="426329" cy="332375"/>
          </a:xfrm>
        </p:grpSpPr>
        <p:sp>
          <p:nvSpPr>
            <p:cNvPr id="10525" name="Google Shape;10525;p82"/>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2"/>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2"/>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2"/>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2"/>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2"/>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2"/>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2"/>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2"/>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2"/>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5" name="Google Shape;10535;p82"/>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6" name="Google Shape;10536;p82"/>
          <p:cNvGrpSpPr/>
          <p:nvPr/>
        </p:nvGrpSpPr>
        <p:grpSpPr>
          <a:xfrm>
            <a:off x="4019984" y="3631143"/>
            <a:ext cx="293704" cy="353954"/>
            <a:chOff x="4019984" y="3805393"/>
            <a:chExt cx="293704" cy="353954"/>
          </a:xfrm>
        </p:grpSpPr>
        <p:sp>
          <p:nvSpPr>
            <p:cNvPr id="10537" name="Google Shape;10537;p82"/>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2"/>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9" name="Google Shape;10539;p82"/>
          <p:cNvGrpSpPr/>
          <p:nvPr/>
        </p:nvGrpSpPr>
        <p:grpSpPr>
          <a:xfrm>
            <a:off x="8006505" y="3215794"/>
            <a:ext cx="323654" cy="303189"/>
            <a:chOff x="8006505" y="3390044"/>
            <a:chExt cx="323654" cy="303189"/>
          </a:xfrm>
        </p:grpSpPr>
        <p:sp>
          <p:nvSpPr>
            <p:cNvPr id="10540" name="Google Shape;10540;p82"/>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2"/>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2"/>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2"/>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2"/>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2"/>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82"/>
          <p:cNvGrpSpPr/>
          <p:nvPr/>
        </p:nvGrpSpPr>
        <p:grpSpPr>
          <a:xfrm>
            <a:off x="1299146" y="3632257"/>
            <a:ext cx="367990" cy="351312"/>
            <a:chOff x="1299146" y="3806507"/>
            <a:chExt cx="367990" cy="351312"/>
          </a:xfrm>
        </p:grpSpPr>
        <p:sp>
          <p:nvSpPr>
            <p:cNvPr id="10547" name="Google Shape;10547;p82"/>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2"/>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9" name="Google Shape;10549;p82"/>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0" name="Google Shape;10550;p82"/>
          <p:cNvGrpSpPr/>
          <p:nvPr/>
        </p:nvGrpSpPr>
        <p:grpSpPr>
          <a:xfrm>
            <a:off x="7550258" y="3658420"/>
            <a:ext cx="371395" cy="301279"/>
            <a:chOff x="7550258" y="3832670"/>
            <a:chExt cx="371395" cy="301279"/>
          </a:xfrm>
        </p:grpSpPr>
        <p:sp>
          <p:nvSpPr>
            <p:cNvPr id="10551" name="Google Shape;10551;p82"/>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2"/>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2"/>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2"/>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2"/>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2"/>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2"/>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82"/>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2"/>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2"/>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2"/>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82"/>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82"/>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2"/>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2"/>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2"/>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2"/>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82"/>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9" name="Google Shape;10569;p82"/>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0" name="Google Shape;10570;p82"/>
          <p:cNvGrpSpPr/>
          <p:nvPr/>
        </p:nvGrpSpPr>
        <p:grpSpPr>
          <a:xfrm>
            <a:off x="6659725" y="3633785"/>
            <a:ext cx="367608" cy="350548"/>
            <a:chOff x="6659725" y="3808035"/>
            <a:chExt cx="367608" cy="350548"/>
          </a:xfrm>
        </p:grpSpPr>
        <p:sp>
          <p:nvSpPr>
            <p:cNvPr id="10571" name="Google Shape;10571;p82"/>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2"/>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82"/>
          <p:cNvGrpSpPr/>
          <p:nvPr/>
        </p:nvGrpSpPr>
        <p:grpSpPr>
          <a:xfrm>
            <a:off x="6219391" y="3642506"/>
            <a:ext cx="356627" cy="334252"/>
            <a:chOff x="6219391" y="3816756"/>
            <a:chExt cx="356627" cy="334252"/>
          </a:xfrm>
        </p:grpSpPr>
        <p:sp>
          <p:nvSpPr>
            <p:cNvPr id="10574" name="Google Shape;10574;p82"/>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2"/>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2"/>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2"/>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82"/>
          <p:cNvGrpSpPr/>
          <p:nvPr/>
        </p:nvGrpSpPr>
        <p:grpSpPr>
          <a:xfrm>
            <a:off x="5778676" y="3652722"/>
            <a:ext cx="349052" cy="313055"/>
            <a:chOff x="5778676" y="3826972"/>
            <a:chExt cx="349052" cy="313055"/>
          </a:xfrm>
        </p:grpSpPr>
        <p:sp>
          <p:nvSpPr>
            <p:cNvPr id="10579" name="Google Shape;10579;p82"/>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2"/>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2"/>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2"/>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2"/>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82"/>
          <p:cNvGrpSpPr/>
          <p:nvPr/>
        </p:nvGrpSpPr>
        <p:grpSpPr>
          <a:xfrm>
            <a:off x="5355784" y="3660297"/>
            <a:ext cx="299019" cy="297905"/>
            <a:chOff x="5355784" y="3834547"/>
            <a:chExt cx="299019" cy="297905"/>
          </a:xfrm>
        </p:grpSpPr>
        <p:sp>
          <p:nvSpPr>
            <p:cNvPr id="10585" name="Google Shape;10585;p82"/>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2"/>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2"/>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2"/>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9" name="Google Shape;10589;p82"/>
          <p:cNvGrpSpPr/>
          <p:nvPr/>
        </p:nvGrpSpPr>
        <p:grpSpPr>
          <a:xfrm>
            <a:off x="8036455" y="3633021"/>
            <a:ext cx="292176" cy="353985"/>
            <a:chOff x="8036455" y="3807271"/>
            <a:chExt cx="292176" cy="353985"/>
          </a:xfrm>
        </p:grpSpPr>
        <p:sp>
          <p:nvSpPr>
            <p:cNvPr id="10590" name="Google Shape;10590;p82"/>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2"/>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2" name="Google Shape;10592;p82"/>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593" name="Google Shape;10593;p82"/>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594" name="Google Shape;10594;p82"/>
          <p:cNvGrpSpPr/>
          <p:nvPr/>
        </p:nvGrpSpPr>
        <p:grpSpPr>
          <a:xfrm>
            <a:off x="4874902" y="3634549"/>
            <a:ext cx="345615" cy="350835"/>
            <a:chOff x="4874902" y="3808799"/>
            <a:chExt cx="345615" cy="350835"/>
          </a:xfrm>
        </p:grpSpPr>
        <p:sp>
          <p:nvSpPr>
            <p:cNvPr id="10595" name="Google Shape;10595;p82"/>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2"/>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2"/>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2"/>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2"/>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2"/>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2"/>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2"/>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2"/>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2"/>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2"/>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2"/>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2"/>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2"/>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2"/>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2"/>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2"/>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82"/>
          <p:cNvGrpSpPr/>
          <p:nvPr/>
        </p:nvGrpSpPr>
        <p:grpSpPr>
          <a:xfrm>
            <a:off x="3095745" y="3631143"/>
            <a:ext cx="352840" cy="354717"/>
            <a:chOff x="3095745" y="3805393"/>
            <a:chExt cx="352840" cy="354717"/>
          </a:xfrm>
        </p:grpSpPr>
        <p:sp>
          <p:nvSpPr>
            <p:cNvPr id="10613" name="Google Shape;10613;p82"/>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2"/>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2"/>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2"/>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2"/>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2"/>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22"/>
        <p:cNvGrpSpPr/>
        <p:nvPr/>
      </p:nvGrpSpPr>
      <p:grpSpPr>
        <a:xfrm>
          <a:off x="0" y="0"/>
          <a:ext cx="0" cy="0"/>
          <a:chOff x="0" y="0"/>
          <a:chExt cx="0" cy="0"/>
        </a:xfrm>
      </p:grpSpPr>
      <p:grpSp>
        <p:nvGrpSpPr>
          <p:cNvPr id="10623" name="Google Shape;10623;p83"/>
          <p:cNvGrpSpPr/>
          <p:nvPr/>
        </p:nvGrpSpPr>
        <p:grpSpPr>
          <a:xfrm>
            <a:off x="2733780" y="4039081"/>
            <a:ext cx="342144" cy="362704"/>
            <a:chOff x="2704005" y="4258781"/>
            <a:chExt cx="342144" cy="362704"/>
          </a:xfrm>
        </p:grpSpPr>
        <p:sp>
          <p:nvSpPr>
            <p:cNvPr id="10624" name="Google Shape;10624;p83"/>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3"/>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3"/>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3"/>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3"/>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3"/>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3"/>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1" name="Google Shape;10631;p83"/>
          <p:cNvGrpSpPr/>
          <p:nvPr/>
        </p:nvGrpSpPr>
        <p:grpSpPr>
          <a:xfrm>
            <a:off x="2157462" y="4083096"/>
            <a:ext cx="347435" cy="363370"/>
            <a:chOff x="2157462" y="4258496"/>
            <a:chExt cx="347435" cy="363370"/>
          </a:xfrm>
        </p:grpSpPr>
        <p:sp>
          <p:nvSpPr>
            <p:cNvPr id="10632" name="Google Shape;10632;p83"/>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3"/>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3"/>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83"/>
          <p:cNvGrpSpPr/>
          <p:nvPr/>
        </p:nvGrpSpPr>
        <p:grpSpPr>
          <a:xfrm>
            <a:off x="4010963" y="3588381"/>
            <a:ext cx="343665" cy="363211"/>
            <a:chOff x="4010963" y="3763781"/>
            <a:chExt cx="343665" cy="363211"/>
          </a:xfrm>
        </p:grpSpPr>
        <p:sp>
          <p:nvSpPr>
            <p:cNvPr id="10636" name="Google Shape;10636;p83"/>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3"/>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3"/>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3"/>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3"/>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83"/>
          <p:cNvGrpSpPr/>
          <p:nvPr/>
        </p:nvGrpSpPr>
        <p:grpSpPr>
          <a:xfrm>
            <a:off x="2214042" y="3635109"/>
            <a:ext cx="368153" cy="311193"/>
            <a:chOff x="2214042" y="3810509"/>
            <a:chExt cx="368153" cy="311193"/>
          </a:xfrm>
        </p:grpSpPr>
        <p:sp>
          <p:nvSpPr>
            <p:cNvPr id="10642" name="Google Shape;10642;p83"/>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3"/>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83"/>
          <p:cNvGrpSpPr/>
          <p:nvPr/>
        </p:nvGrpSpPr>
        <p:grpSpPr>
          <a:xfrm>
            <a:off x="1797413" y="3606819"/>
            <a:ext cx="367805" cy="367773"/>
            <a:chOff x="1768938" y="3782219"/>
            <a:chExt cx="367805" cy="367773"/>
          </a:xfrm>
        </p:grpSpPr>
        <p:sp>
          <p:nvSpPr>
            <p:cNvPr id="10645" name="Google Shape;10645;p83"/>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3"/>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3"/>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3"/>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3"/>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83"/>
          <p:cNvGrpSpPr/>
          <p:nvPr/>
        </p:nvGrpSpPr>
        <p:grpSpPr>
          <a:xfrm>
            <a:off x="2681385" y="3623039"/>
            <a:ext cx="325544" cy="327413"/>
            <a:chOff x="2681385" y="3798439"/>
            <a:chExt cx="325544" cy="327413"/>
          </a:xfrm>
        </p:grpSpPr>
        <p:sp>
          <p:nvSpPr>
            <p:cNvPr id="10651" name="Google Shape;10651;p83"/>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3"/>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3"/>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3"/>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3"/>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3"/>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3"/>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8" name="Google Shape;10658;p83"/>
          <p:cNvGrpSpPr/>
          <p:nvPr/>
        </p:nvGrpSpPr>
        <p:grpSpPr>
          <a:xfrm>
            <a:off x="6243928" y="4088102"/>
            <a:ext cx="274254" cy="350824"/>
            <a:chOff x="6243928" y="4263502"/>
            <a:chExt cx="274254" cy="350824"/>
          </a:xfrm>
        </p:grpSpPr>
        <p:sp>
          <p:nvSpPr>
            <p:cNvPr id="10659" name="Google Shape;10659;p83"/>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3"/>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3"/>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3"/>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3"/>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3"/>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3"/>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3"/>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7" name="Google Shape;10667;p83"/>
          <p:cNvGrpSpPr/>
          <p:nvPr/>
        </p:nvGrpSpPr>
        <p:grpSpPr>
          <a:xfrm>
            <a:off x="3560600" y="3587938"/>
            <a:ext cx="352345" cy="363655"/>
            <a:chOff x="3560600" y="3763338"/>
            <a:chExt cx="352345" cy="363655"/>
          </a:xfrm>
        </p:grpSpPr>
        <p:sp>
          <p:nvSpPr>
            <p:cNvPr id="10668" name="Google Shape;10668;p83"/>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3"/>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3"/>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1" name="Google Shape;10671;p83"/>
          <p:cNvGrpSpPr/>
          <p:nvPr/>
        </p:nvGrpSpPr>
        <p:grpSpPr>
          <a:xfrm>
            <a:off x="5790556" y="4085852"/>
            <a:ext cx="279513" cy="356083"/>
            <a:chOff x="5790556" y="4261252"/>
            <a:chExt cx="279513" cy="356083"/>
          </a:xfrm>
        </p:grpSpPr>
        <p:sp>
          <p:nvSpPr>
            <p:cNvPr id="10672" name="Google Shape;10672;p83"/>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3"/>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3"/>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3"/>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3"/>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3"/>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3"/>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9" name="Google Shape;10679;p83"/>
          <p:cNvGrpSpPr/>
          <p:nvPr/>
        </p:nvGrpSpPr>
        <p:grpSpPr>
          <a:xfrm>
            <a:off x="5341333" y="4085852"/>
            <a:ext cx="278752" cy="356463"/>
            <a:chOff x="5341333" y="4261252"/>
            <a:chExt cx="278752" cy="356463"/>
          </a:xfrm>
        </p:grpSpPr>
        <p:sp>
          <p:nvSpPr>
            <p:cNvPr id="10680" name="Google Shape;10680;p83"/>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3"/>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3"/>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3"/>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3"/>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3"/>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3"/>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87" name="Google Shape;10687;p83"/>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8" name="Google Shape;10688;p83"/>
          <p:cNvGrpSpPr/>
          <p:nvPr/>
        </p:nvGrpSpPr>
        <p:grpSpPr>
          <a:xfrm>
            <a:off x="3103646" y="3590676"/>
            <a:ext cx="360233" cy="362451"/>
            <a:chOff x="3107608" y="3763401"/>
            <a:chExt cx="360233" cy="362451"/>
          </a:xfrm>
        </p:grpSpPr>
        <p:sp>
          <p:nvSpPr>
            <p:cNvPr id="10689" name="Google Shape;10689;p83"/>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83"/>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83"/>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2" name="Google Shape;10692;p83"/>
          <p:cNvGrpSpPr/>
          <p:nvPr/>
        </p:nvGrpSpPr>
        <p:grpSpPr>
          <a:xfrm>
            <a:off x="889343" y="3625827"/>
            <a:ext cx="351585" cy="339705"/>
            <a:chOff x="889343" y="3801227"/>
            <a:chExt cx="351585" cy="339705"/>
          </a:xfrm>
        </p:grpSpPr>
        <p:sp>
          <p:nvSpPr>
            <p:cNvPr id="10693" name="Google Shape;10693;p83"/>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3"/>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3"/>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3"/>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3"/>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8" name="Google Shape;10698;p83"/>
          <p:cNvGrpSpPr/>
          <p:nvPr/>
        </p:nvGrpSpPr>
        <p:grpSpPr>
          <a:xfrm>
            <a:off x="4896609" y="4085472"/>
            <a:ext cx="278784" cy="355323"/>
            <a:chOff x="4896609" y="4260872"/>
            <a:chExt cx="278784" cy="355323"/>
          </a:xfrm>
        </p:grpSpPr>
        <p:sp>
          <p:nvSpPr>
            <p:cNvPr id="10699" name="Google Shape;10699;p83"/>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3"/>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3"/>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83"/>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83"/>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3"/>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5" name="Google Shape;10705;p83"/>
          <p:cNvGrpSpPr/>
          <p:nvPr/>
        </p:nvGrpSpPr>
        <p:grpSpPr>
          <a:xfrm>
            <a:off x="7598438" y="4090731"/>
            <a:ext cx="260283" cy="345914"/>
            <a:chOff x="7598438" y="4266131"/>
            <a:chExt cx="260283" cy="345914"/>
          </a:xfrm>
        </p:grpSpPr>
        <p:sp>
          <p:nvSpPr>
            <p:cNvPr id="10706" name="Google Shape;10706;p83"/>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3"/>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3"/>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3"/>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3"/>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3"/>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3"/>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3" name="Google Shape;10713;p83"/>
          <p:cNvGrpSpPr/>
          <p:nvPr/>
        </p:nvGrpSpPr>
        <p:grpSpPr>
          <a:xfrm>
            <a:off x="1767069" y="3184746"/>
            <a:ext cx="286324" cy="348163"/>
            <a:chOff x="1767069" y="3360146"/>
            <a:chExt cx="286324" cy="348163"/>
          </a:xfrm>
        </p:grpSpPr>
        <p:sp>
          <p:nvSpPr>
            <p:cNvPr id="10714" name="Google Shape;10714;p83"/>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3"/>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3"/>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3"/>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83"/>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3"/>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3"/>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83"/>
          <p:cNvGrpSpPr/>
          <p:nvPr/>
        </p:nvGrpSpPr>
        <p:grpSpPr>
          <a:xfrm>
            <a:off x="7149944" y="4090731"/>
            <a:ext cx="260283" cy="345914"/>
            <a:chOff x="7149944" y="4266131"/>
            <a:chExt cx="260283" cy="345914"/>
          </a:xfrm>
        </p:grpSpPr>
        <p:sp>
          <p:nvSpPr>
            <p:cNvPr id="10722" name="Google Shape;10722;p83"/>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3"/>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3"/>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3"/>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3"/>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3"/>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8" name="Google Shape;10728;p83"/>
          <p:cNvGrpSpPr/>
          <p:nvPr/>
        </p:nvGrpSpPr>
        <p:grpSpPr>
          <a:xfrm>
            <a:off x="6695051" y="4083951"/>
            <a:ext cx="270104" cy="360233"/>
            <a:chOff x="6695051" y="4259351"/>
            <a:chExt cx="270104" cy="360233"/>
          </a:xfrm>
        </p:grpSpPr>
        <p:sp>
          <p:nvSpPr>
            <p:cNvPr id="10729" name="Google Shape;10729;p83"/>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3"/>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3"/>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3"/>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3" name="Google Shape;10733;p83"/>
          <p:cNvGrpSpPr/>
          <p:nvPr/>
        </p:nvGrpSpPr>
        <p:grpSpPr>
          <a:xfrm>
            <a:off x="8047661" y="4082051"/>
            <a:ext cx="277263" cy="362514"/>
            <a:chOff x="8047661" y="4257451"/>
            <a:chExt cx="277263" cy="362514"/>
          </a:xfrm>
        </p:grpSpPr>
        <p:sp>
          <p:nvSpPr>
            <p:cNvPr id="10734" name="Google Shape;10734;p83"/>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3"/>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3"/>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3"/>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8" name="Google Shape;10738;p83"/>
          <p:cNvGrpSpPr/>
          <p:nvPr/>
        </p:nvGrpSpPr>
        <p:grpSpPr>
          <a:xfrm>
            <a:off x="6248078" y="3609068"/>
            <a:ext cx="277263" cy="356115"/>
            <a:chOff x="6248078" y="3784468"/>
            <a:chExt cx="277263" cy="356115"/>
          </a:xfrm>
        </p:grpSpPr>
        <p:sp>
          <p:nvSpPr>
            <p:cNvPr id="10739" name="Google Shape;10739;p83"/>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3"/>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3"/>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3"/>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3"/>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4" name="Google Shape;10744;p83"/>
          <p:cNvGrpSpPr/>
          <p:nvPr/>
        </p:nvGrpSpPr>
        <p:grpSpPr>
          <a:xfrm>
            <a:off x="5800725" y="3610589"/>
            <a:ext cx="277644" cy="354594"/>
            <a:chOff x="5800725" y="3785989"/>
            <a:chExt cx="277644" cy="354594"/>
          </a:xfrm>
        </p:grpSpPr>
        <p:sp>
          <p:nvSpPr>
            <p:cNvPr id="10745" name="Google Shape;10745;p83"/>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3"/>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3"/>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3"/>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3"/>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3"/>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3"/>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83"/>
          <p:cNvGrpSpPr/>
          <p:nvPr/>
        </p:nvGrpSpPr>
        <p:grpSpPr>
          <a:xfrm>
            <a:off x="2206122" y="3185348"/>
            <a:ext cx="308183" cy="347561"/>
            <a:chOff x="2206122" y="3360748"/>
            <a:chExt cx="308183" cy="347561"/>
          </a:xfrm>
        </p:grpSpPr>
        <p:sp>
          <p:nvSpPr>
            <p:cNvPr id="10753" name="Google Shape;10753;p83"/>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3"/>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3"/>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3"/>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83"/>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8" name="Google Shape;10758;p83"/>
          <p:cNvGrpSpPr/>
          <p:nvPr/>
        </p:nvGrpSpPr>
        <p:grpSpPr>
          <a:xfrm>
            <a:off x="5353403" y="3610209"/>
            <a:ext cx="277992" cy="354974"/>
            <a:chOff x="5353403" y="3785609"/>
            <a:chExt cx="277992" cy="354974"/>
          </a:xfrm>
        </p:grpSpPr>
        <p:sp>
          <p:nvSpPr>
            <p:cNvPr id="10759" name="Google Shape;10759;p83"/>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83"/>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3"/>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3"/>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3"/>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3"/>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5" name="Google Shape;10765;p83"/>
          <p:cNvGrpSpPr/>
          <p:nvPr/>
        </p:nvGrpSpPr>
        <p:grpSpPr>
          <a:xfrm>
            <a:off x="4896229" y="3610589"/>
            <a:ext cx="278784" cy="354594"/>
            <a:chOff x="4896229" y="3785989"/>
            <a:chExt cx="278784" cy="354594"/>
          </a:xfrm>
        </p:grpSpPr>
        <p:sp>
          <p:nvSpPr>
            <p:cNvPr id="10766" name="Google Shape;10766;p83"/>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3"/>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3"/>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3"/>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3"/>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3"/>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2" name="Google Shape;10772;p83"/>
          <p:cNvGrpSpPr/>
          <p:nvPr/>
        </p:nvGrpSpPr>
        <p:grpSpPr>
          <a:xfrm>
            <a:off x="7592387" y="3612458"/>
            <a:ext cx="273874" cy="351204"/>
            <a:chOff x="7592387" y="3787858"/>
            <a:chExt cx="273874" cy="351204"/>
          </a:xfrm>
        </p:grpSpPr>
        <p:sp>
          <p:nvSpPr>
            <p:cNvPr id="10773" name="Google Shape;10773;p83"/>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83"/>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83"/>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3"/>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7" name="Google Shape;10777;p83"/>
          <p:cNvGrpSpPr/>
          <p:nvPr/>
        </p:nvGrpSpPr>
        <p:grpSpPr>
          <a:xfrm>
            <a:off x="7145794" y="3612458"/>
            <a:ext cx="274254" cy="350444"/>
            <a:chOff x="7145794" y="3787858"/>
            <a:chExt cx="274254" cy="350444"/>
          </a:xfrm>
        </p:grpSpPr>
        <p:sp>
          <p:nvSpPr>
            <p:cNvPr id="10778" name="Google Shape;10778;p83"/>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3"/>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3"/>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3"/>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3"/>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3"/>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83"/>
          <p:cNvGrpSpPr/>
          <p:nvPr/>
        </p:nvGrpSpPr>
        <p:grpSpPr>
          <a:xfrm>
            <a:off x="8054060" y="3611698"/>
            <a:ext cx="266334" cy="353834"/>
            <a:chOff x="8054060" y="3787098"/>
            <a:chExt cx="266334" cy="353834"/>
          </a:xfrm>
        </p:grpSpPr>
        <p:sp>
          <p:nvSpPr>
            <p:cNvPr id="10785" name="Google Shape;10785;p83"/>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3"/>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3"/>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3"/>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9" name="Google Shape;10789;p83"/>
          <p:cNvGrpSpPr/>
          <p:nvPr/>
        </p:nvGrpSpPr>
        <p:grpSpPr>
          <a:xfrm>
            <a:off x="6702211" y="3607199"/>
            <a:ext cx="270104" cy="361754"/>
            <a:chOff x="6702211" y="3782599"/>
            <a:chExt cx="270104" cy="361754"/>
          </a:xfrm>
        </p:grpSpPr>
        <p:sp>
          <p:nvSpPr>
            <p:cNvPr id="10790" name="Google Shape;10790;p83"/>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3"/>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3"/>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3"/>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3"/>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5" name="Google Shape;10795;p83"/>
          <p:cNvGrpSpPr/>
          <p:nvPr/>
        </p:nvGrpSpPr>
        <p:grpSpPr>
          <a:xfrm>
            <a:off x="3516886" y="3263327"/>
            <a:ext cx="391854" cy="269922"/>
            <a:chOff x="3516850" y="3406526"/>
            <a:chExt cx="369674" cy="254644"/>
          </a:xfrm>
        </p:grpSpPr>
        <p:sp>
          <p:nvSpPr>
            <p:cNvPr id="10796" name="Google Shape;10796;p83"/>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83"/>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83"/>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3"/>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83"/>
          <p:cNvGrpSpPr/>
          <p:nvPr/>
        </p:nvGrpSpPr>
        <p:grpSpPr>
          <a:xfrm>
            <a:off x="1310655" y="3185127"/>
            <a:ext cx="306314" cy="347403"/>
            <a:chOff x="1310655" y="3360527"/>
            <a:chExt cx="306314" cy="347403"/>
          </a:xfrm>
        </p:grpSpPr>
        <p:sp>
          <p:nvSpPr>
            <p:cNvPr id="10801" name="Google Shape;10801;p83"/>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3"/>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3"/>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3"/>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83"/>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83"/>
          <p:cNvGrpSpPr/>
          <p:nvPr/>
        </p:nvGrpSpPr>
        <p:grpSpPr>
          <a:xfrm>
            <a:off x="3119678" y="3184746"/>
            <a:ext cx="269343" cy="348543"/>
            <a:chOff x="3119678" y="3360146"/>
            <a:chExt cx="269343" cy="348543"/>
          </a:xfrm>
        </p:grpSpPr>
        <p:sp>
          <p:nvSpPr>
            <p:cNvPr id="10807" name="Google Shape;10807;p83"/>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83"/>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3"/>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3"/>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3"/>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3"/>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3"/>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4" name="Google Shape;10814;p83"/>
          <p:cNvGrpSpPr/>
          <p:nvPr/>
        </p:nvGrpSpPr>
        <p:grpSpPr>
          <a:xfrm>
            <a:off x="3967213" y="3181547"/>
            <a:ext cx="368185" cy="354753"/>
            <a:chOff x="3967213" y="3356947"/>
            <a:chExt cx="368185" cy="354753"/>
          </a:xfrm>
        </p:grpSpPr>
        <p:sp>
          <p:nvSpPr>
            <p:cNvPr id="10815" name="Google Shape;10815;p83"/>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3"/>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3"/>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3"/>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3"/>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0" name="Google Shape;10820;p83"/>
          <p:cNvGrpSpPr/>
          <p:nvPr/>
        </p:nvGrpSpPr>
        <p:grpSpPr>
          <a:xfrm>
            <a:off x="871254" y="3184746"/>
            <a:ext cx="285183" cy="347023"/>
            <a:chOff x="871254" y="3360146"/>
            <a:chExt cx="285183" cy="347023"/>
          </a:xfrm>
        </p:grpSpPr>
        <p:sp>
          <p:nvSpPr>
            <p:cNvPr id="10821" name="Google Shape;10821;p83"/>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3"/>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3"/>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3"/>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5" name="Google Shape;10825;p83"/>
          <p:cNvGrpSpPr/>
          <p:nvPr/>
        </p:nvGrpSpPr>
        <p:grpSpPr>
          <a:xfrm>
            <a:off x="2665165" y="3184746"/>
            <a:ext cx="281794" cy="349684"/>
            <a:chOff x="2665165" y="3360146"/>
            <a:chExt cx="281794" cy="349684"/>
          </a:xfrm>
        </p:grpSpPr>
        <p:sp>
          <p:nvSpPr>
            <p:cNvPr id="10826" name="Google Shape;10826;p83"/>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3"/>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3"/>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3"/>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3"/>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83"/>
          <p:cNvGrpSpPr/>
          <p:nvPr/>
        </p:nvGrpSpPr>
        <p:grpSpPr>
          <a:xfrm>
            <a:off x="7156344" y="3172296"/>
            <a:ext cx="264465" cy="353074"/>
            <a:chOff x="7156344" y="3347696"/>
            <a:chExt cx="264465" cy="353074"/>
          </a:xfrm>
        </p:grpSpPr>
        <p:sp>
          <p:nvSpPr>
            <p:cNvPr id="10832" name="Google Shape;10832;p83"/>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3"/>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3"/>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3"/>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3"/>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7" name="Google Shape;10837;p83"/>
          <p:cNvGrpSpPr/>
          <p:nvPr/>
        </p:nvGrpSpPr>
        <p:grpSpPr>
          <a:xfrm>
            <a:off x="6703732" y="3171536"/>
            <a:ext cx="264813" cy="352693"/>
            <a:chOff x="6703732" y="3346936"/>
            <a:chExt cx="264813" cy="352693"/>
          </a:xfrm>
        </p:grpSpPr>
        <p:sp>
          <p:nvSpPr>
            <p:cNvPr id="10838" name="Google Shape;10838;p83"/>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3"/>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3"/>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3"/>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83"/>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3" name="Google Shape;10843;p83"/>
          <p:cNvGrpSpPr/>
          <p:nvPr/>
        </p:nvGrpSpPr>
        <p:grpSpPr>
          <a:xfrm>
            <a:off x="6252228" y="3171536"/>
            <a:ext cx="265193" cy="352693"/>
            <a:chOff x="6252228" y="3346936"/>
            <a:chExt cx="265193" cy="352693"/>
          </a:xfrm>
        </p:grpSpPr>
        <p:sp>
          <p:nvSpPr>
            <p:cNvPr id="10844" name="Google Shape;10844;p83"/>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3"/>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3"/>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83"/>
          <p:cNvGrpSpPr/>
          <p:nvPr/>
        </p:nvGrpSpPr>
        <p:grpSpPr>
          <a:xfrm>
            <a:off x="5801105" y="3172296"/>
            <a:ext cx="264813" cy="351933"/>
            <a:chOff x="5801105" y="3347696"/>
            <a:chExt cx="264813" cy="351933"/>
          </a:xfrm>
        </p:grpSpPr>
        <p:sp>
          <p:nvSpPr>
            <p:cNvPr id="10848" name="Google Shape;10848;p83"/>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3"/>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3"/>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3"/>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83"/>
          <p:cNvGrpSpPr/>
          <p:nvPr/>
        </p:nvGrpSpPr>
        <p:grpSpPr>
          <a:xfrm>
            <a:off x="5349253" y="3171536"/>
            <a:ext cx="265922" cy="352693"/>
            <a:chOff x="5349253" y="3346936"/>
            <a:chExt cx="265922" cy="352693"/>
          </a:xfrm>
        </p:grpSpPr>
        <p:sp>
          <p:nvSpPr>
            <p:cNvPr id="10853" name="Google Shape;10853;p83"/>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3"/>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3"/>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83"/>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3"/>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3"/>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9" name="Google Shape;10859;p83"/>
          <p:cNvGrpSpPr/>
          <p:nvPr/>
        </p:nvGrpSpPr>
        <p:grpSpPr>
          <a:xfrm>
            <a:off x="4907159" y="3171536"/>
            <a:ext cx="264845" cy="354214"/>
            <a:chOff x="4907159" y="3346936"/>
            <a:chExt cx="264845" cy="354214"/>
          </a:xfrm>
        </p:grpSpPr>
        <p:sp>
          <p:nvSpPr>
            <p:cNvPr id="10860" name="Google Shape;10860;p83"/>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3"/>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2" name="Google Shape;10862;p83"/>
          <p:cNvGrpSpPr/>
          <p:nvPr/>
        </p:nvGrpSpPr>
        <p:grpSpPr>
          <a:xfrm>
            <a:off x="8048421" y="3159086"/>
            <a:ext cx="276503" cy="369674"/>
            <a:chOff x="8048421" y="3334486"/>
            <a:chExt cx="276503" cy="369674"/>
          </a:xfrm>
        </p:grpSpPr>
        <p:sp>
          <p:nvSpPr>
            <p:cNvPr id="10863" name="Google Shape;10863;p83"/>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3"/>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83"/>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3"/>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83"/>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83"/>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83"/>
          <p:cNvGrpSpPr/>
          <p:nvPr/>
        </p:nvGrpSpPr>
        <p:grpSpPr>
          <a:xfrm>
            <a:off x="7575787" y="3154555"/>
            <a:ext cx="295384" cy="376834"/>
            <a:chOff x="7575787" y="3329955"/>
            <a:chExt cx="295384" cy="376834"/>
          </a:xfrm>
        </p:grpSpPr>
        <p:sp>
          <p:nvSpPr>
            <p:cNvPr id="10870" name="Google Shape;10870;p83"/>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3"/>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83"/>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83"/>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3"/>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3"/>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6" name="Google Shape;10876;p83"/>
          <p:cNvGrpSpPr/>
          <p:nvPr/>
        </p:nvGrpSpPr>
        <p:grpSpPr>
          <a:xfrm>
            <a:off x="864062" y="2709103"/>
            <a:ext cx="264084" cy="347783"/>
            <a:chOff x="864062" y="2884503"/>
            <a:chExt cx="264084" cy="347783"/>
          </a:xfrm>
        </p:grpSpPr>
        <p:sp>
          <p:nvSpPr>
            <p:cNvPr id="10877" name="Google Shape;10877;p83"/>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3"/>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3"/>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3"/>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3"/>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3"/>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3"/>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3"/>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3"/>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3"/>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7" name="Google Shape;10887;p83"/>
          <p:cNvGrpSpPr/>
          <p:nvPr/>
        </p:nvGrpSpPr>
        <p:grpSpPr>
          <a:xfrm>
            <a:off x="3978523" y="2709261"/>
            <a:ext cx="348955" cy="346516"/>
            <a:chOff x="3978523" y="2884661"/>
            <a:chExt cx="348955" cy="346516"/>
          </a:xfrm>
        </p:grpSpPr>
        <p:sp>
          <p:nvSpPr>
            <p:cNvPr id="10888" name="Google Shape;10888;p83"/>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83"/>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3"/>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3"/>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3"/>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3"/>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83"/>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83"/>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6" name="Google Shape;10896;p83"/>
          <p:cNvGrpSpPr/>
          <p:nvPr/>
        </p:nvGrpSpPr>
        <p:grpSpPr>
          <a:xfrm>
            <a:off x="3556255" y="2709863"/>
            <a:ext cx="347435" cy="345534"/>
            <a:chOff x="3527780" y="2885263"/>
            <a:chExt cx="347435" cy="345534"/>
          </a:xfrm>
        </p:grpSpPr>
        <p:sp>
          <p:nvSpPr>
            <p:cNvPr id="10897" name="Google Shape;10897;p83"/>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3"/>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3"/>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3"/>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83"/>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3"/>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3"/>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3"/>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3"/>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3"/>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3"/>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3"/>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83"/>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83"/>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3"/>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3"/>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3"/>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3"/>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3"/>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3"/>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3"/>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3"/>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3"/>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0" name="Google Shape;10920;p83"/>
          <p:cNvGrpSpPr/>
          <p:nvPr/>
        </p:nvGrpSpPr>
        <p:grpSpPr>
          <a:xfrm>
            <a:off x="2239671" y="2709103"/>
            <a:ext cx="218053" cy="348543"/>
            <a:chOff x="2239671" y="2884503"/>
            <a:chExt cx="218053" cy="348543"/>
          </a:xfrm>
        </p:grpSpPr>
        <p:sp>
          <p:nvSpPr>
            <p:cNvPr id="10921" name="Google Shape;10921;p83"/>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3"/>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3"/>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3"/>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3"/>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83"/>
          <p:cNvGrpSpPr/>
          <p:nvPr/>
        </p:nvGrpSpPr>
        <p:grpSpPr>
          <a:xfrm>
            <a:off x="2691555" y="2709103"/>
            <a:ext cx="215044" cy="348924"/>
            <a:chOff x="2691555" y="2884503"/>
            <a:chExt cx="215044" cy="348924"/>
          </a:xfrm>
        </p:grpSpPr>
        <p:sp>
          <p:nvSpPr>
            <p:cNvPr id="10927" name="Google Shape;10927;p83"/>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3"/>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83"/>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0" name="Google Shape;10930;p83"/>
          <p:cNvGrpSpPr/>
          <p:nvPr/>
        </p:nvGrpSpPr>
        <p:grpSpPr>
          <a:xfrm>
            <a:off x="1770459" y="2709103"/>
            <a:ext cx="254644" cy="348828"/>
            <a:chOff x="1770459" y="2884503"/>
            <a:chExt cx="254644" cy="348828"/>
          </a:xfrm>
        </p:grpSpPr>
        <p:sp>
          <p:nvSpPr>
            <p:cNvPr id="10931" name="Google Shape;10931;p83"/>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3"/>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3"/>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3"/>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83"/>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3"/>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3"/>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3"/>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9" name="Google Shape;10939;p83"/>
          <p:cNvGrpSpPr/>
          <p:nvPr/>
        </p:nvGrpSpPr>
        <p:grpSpPr>
          <a:xfrm>
            <a:off x="1317466" y="2709483"/>
            <a:ext cx="258382" cy="348543"/>
            <a:chOff x="1317466" y="2884883"/>
            <a:chExt cx="258382" cy="348543"/>
          </a:xfrm>
        </p:grpSpPr>
        <p:sp>
          <p:nvSpPr>
            <p:cNvPr id="10940" name="Google Shape;10940;p83"/>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3"/>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3"/>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3"/>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3"/>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3"/>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83"/>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83"/>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83"/>
          <p:cNvGrpSpPr/>
          <p:nvPr/>
        </p:nvGrpSpPr>
        <p:grpSpPr>
          <a:xfrm>
            <a:off x="3121167" y="2709483"/>
            <a:ext cx="258414" cy="348543"/>
            <a:chOff x="3121167" y="2884883"/>
            <a:chExt cx="258414" cy="348543"/>
          </a:xfrm>
        </p:grpSpPr>
        <p:sp>
          <p:nvSpPr>
            <p:cNvPr id="10949" name="Google Shape;10949;p83"/>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3"/>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3"/>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3"/>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83"/>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83"/>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3"/>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3"/>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83"/>
          <p:cNvGrpSpPr/>
          <p:nvPr/>
        </p:nvGrpSpPr>
        <p:grpSpPr>
          <a:xfrm>
            <a:off x="4899999" y="2706695"/>
            <a:ext cx="271244" cy="346801"/>
            <a:chOff x="4899999" y="2882095"/>
            <a:chExt cx="271244" cy="346801"/>
          </a:xfrm>
        </p:grpSpPr>
        <p:sp>
          <p:nvSpPr>
            <p:cNvPr id="10958" name="Google Shape;10958;p83"/>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3"/>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3"/>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83"/>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3"/>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3"/>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83"/>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83"/>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83"/>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83"/>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83"/>
          <p:cNvGrpSpPr/>
          <p:nvPr/>
        </p:nvGrpSpPr>
        <p:grpSpPr>
          <a:xfrm>
            <a:off x="7162775" y="2705713"/>
            <a:ext cx="259523" cy="346294"/>
            <a:chOff x="7162775" y="2881113"/>
            <a:chExt cx="259523" cy="346294"/>
          </a:xfrm>
        </p:grpSpPr>
        <p:sp>
          <p:nvSpPr>
            <p:cNvPr id="10969" name="Google Shape;10969;p83"/>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83"/>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3"/>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3"/>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83"/>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83"/>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83"/>
          <p:cNvGrpSpPr/>
          <p:nvPr/>
        </p:nvGrpSpPr>
        <p:grpSpPr>
          <a:xfrm>
            <a:off x="6709751" y="2706442"/>
            <a:ext cx="261075" cy="347815"/>
            <a:chOff x="6709751" y="2881842"/>
            <a:chExt cx="261075" cy="347815"/>
          </a:xfrm>
        </p:grpSpPr>
        <p:sp>
          <p:nvSpPr>
            <p:cNvPr id="10976" name="Google Shape;10976;p83"/>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83"/>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83"/>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3"/>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83"/>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3"/>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83"/>
          <p:cNvGrpSpPr/>
          <p:nvPr/>
        </p:nvGrpSpPr>
        <p:grpSpPr>
          <a:xfrm>
            <a:off x="5807156" y="2705713"/>
            <a:ext cx="261043" cy="348163"/>
            <a:chOff x="5807156" y="2881113"/>
            <a:chExt cx="261043" cy="348163"/>
          </a:xfrm>
        </p:grpSpPr>
        <p:sp>
          <p:nvSpPr>
            <p:cNvPr id="10983" name="Google Shape;10983;p83"/>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83"/>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3"/>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3"/>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3"/>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8" name="Google Shape;10988;p83"/>
          <p:cNvGrpSpPr/>
          <p:nvPr/>
        </p:nvGrpSpPr>
        <p:grpSpPr>
          <a:xfrm>
            <a:off x="5355653" y="2706093"/>
            <a:ext cx="262184" cy="346643"/>
            <a:chOff x="5355653" y="2881493"/>
            <a:chExt cx="262184" cy="346643"/>
          </a:xfrm>
        </p:grpSpPr>
        <p:sp>
          <p:nvSpPr>
            <p:cNvPr id="10989" name="Google Shape;10989;p83"/>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3"/>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3"/>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3"/>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3"/>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4" name="Google Shape;10994;p83"/>
          <p:cNvGrpSpPr/>
          <p:nvPr/>
        </p:nvGrpSpPr>
        <p:grpSpPr>
          <a:xfrm>
            <a:off x="8055961" y="2706442"/>
            <a:ext cx="260283" cy="345914"/>
            <a:chOff x="8055961" y="2881842"/>
            <a:chExt cx="260283" cy="345914"/>
          </a:xfrm>
        </p:grpSpPr>
        <p:sp>
          <p:nvSpPr>
            <p:cNvPr id="10995" name="Google Shape;10995;p83"/>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3"/>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83"/>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83"/>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9" name="Google Shape;10999;p83"/>
          <p:cNvGrpSpPr/>
          <p:nvPr/>
        </p:nvGrpSpPr>
        <p:grpSpPr>
          <a:xfrm>
            <a:off x="7609368" y="2718512"/>
            <a:ext cx="264813" cy="353105"/>
            <a:chOff x="7609368" y="2893912"/>
            <a:chExt cx="264813" cy="353105"/>
          </a:xfrm>
        </p:grpSpPr>
        <p:sp>
          <p:nvSpPr>
            <p:cNvPr id="11000" name="Google Shape;11000;p83"/>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3"/>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83"/>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83"/>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83"/>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83"/>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6" name="Google Shape;11006;p83"/>
          <p:cNvGrpSpPr/>
          <p:nvPr/>
        </p:nvGrpSpPr>
        <p:grpSpPr>
          <a:xfrm>
            <a:off x="6248458" y="2694372"/>
            <a:ext cx="270864" cy="360645"/>
            <a:chOff x="6248458" y="2869772"/>
            <a:chExt cx="270864" cy="360645"/>
          </a:xfrm>
        </p:grpSpPr>
        <p:sp>
          <p:nvSpPr>
            <p:cNvPr id="11007" name="Google Shape;11007;p83"/>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83"/>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83"/>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83"/>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3"/>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2" name="Google Shape;11012;p83"/>
          <p:cNvGrpSpPr/>
          <p:nvPr/>
        </p:nvGrpSpPr>
        <p:grpSpPr>
          <a:xfrm>
            <a:off x="3075928" y="2270398"/>
            <a:ext cx="363243" cy="300675"/>
            <a:chOff x="3075928" y="2445798"/>
            <a:chExt cx="363243" cy="300675"/>
          </a:xfrm>
        </p:grpSpPr>
        <p:sp>
          <p:nvSpPr>
            <p:cNvPr id="11013" name="Google Shape;11013;p83"/>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83"/>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3"/>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83"/>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83"/>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83"/>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3"/>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3"/>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83"/>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83"/>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3"/>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4" name="Google Shape;11024;p83"/>
          <p:cNvGrpSpPr/>
          <p:nvPr/>
        </p:nvGrpSpPr>
        <p:grpSpPr>
          <a:xfrm>
            <a:off x="2633105" y="2256459"/>
            <a:ext cx="363243" cy="328585"/>
            <a:chOff x="2633105" y="2431859"/>
            <a:chExt cx="363243" cy="328585"/>
          </a:xfrm>
        </p:grpSpPr>
        <p:sp>
          <p:nvSpPr>
            <p:cNvPr id="11025" name="Google Shape;11025;p83"/>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83"/>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83"/>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83"/>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83"/>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3"/>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3"/>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3"/>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83"/>
          <p:cNvGrpSpPr/>
          <p:nvPr/>
        </p:nvGrpSpPr>
        <p:grpSpPr>
          <a:xfrm>
            <a:off x="2189142" y="2245910"/>
            <a:ext cx="365904" cy="350064"/>
            <a:chOff x="2189142" y="2421310"/>
            <a:chExt cx="365904" cy="350064"/>
          </a:xfrm>
        </p:grpSpPr>
        <p:sp>
          <p:nvSpPr>
            <p:cNvPr id="11034" name="Google Shape;11034;p83"/>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83"/>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3"/>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3"/>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3"/>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83"/>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83"/>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83"/>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3"/>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3" name="Google Shape;11043;p83"/>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4" name="Google Shape;11044;p83"/>
          <p:cNvGrpSpPr/>
          <p:nvPr/>
        </p:nvGrpSpPr>
        <p:grpSpPr>
          <a:xfrm>
            <a:off x="3961923" y="2310917"/>
            <a:ext cx="364415" cy="220936"/>
            <a:chOff x="3961923" y="2486317"/>
            <a:chExt cx="364415" cy="220936"/>
          </a:xfrm>
        </p:grpSpPr>
        <p:sp>
          <p:nvSpPr>
            <p:cNvPr id="11045" name="Google Shape;11045;p83"/>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3"/>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83"/>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83"/>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83"/>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83"/>
          <p:cNvGrpSpPr/>
          <p:nvPr/>
        </p:nvGrpSpPr>
        <p:grpSpPr>
          <a:xfrm>
            <a:off x="1303876" y="2243977"/>
            <a:ext cx="363275" cy="354626"/>
            <a:chOff x="1303876" y="2419377"/>
            <a:chExt cx="363275" cy="354626"/>
          </a:xfrm>
        </p:grpSpPr>
        <p:sp>
          <p:nvSpPr>
            <p:cNvPr id="11051" name="Google Shape;11051;p83"/>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3"/>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3"/>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83"/>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83"/>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83"/>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83"/>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83"/>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83"/>
          <p:cNvGrpSpPr/>
          <p:nvPr/>
        </p:nvGrpSpPr>
        <p:grpSpPr>
          <a:xfrm>
            <a:off x="861053" y="2239510"/>
            <a:ext cx="362134" cy="363623"/>
            <a:chOff x="861053" y="2414910"/>
            <a:chExt cx="362134" cy="363623"/>
          </a:xfrm>
        </p:grpSpPr>
        <p:sp>
          <p:nvSpPr>
            <p:cNvPr id="11060" name="Google Shape;11060;p83"/>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83"/>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83"/>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3"/>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3"/>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83"/>
          <p:cNvGrpSpPr/>
          <p:nvPr/>
        </p:nvGrpSpPr>
        <p:grpSpPr>
          <a:xfrm>
            <a:off x="7594288" y="2239859"/>
            <a:ext cx="279513" cy="355735"/>
            <a:chOff x="7594288" y="2415259"/>
            <a:chExt cx="279513" cy="355735"/>
          </a:xfrm>
        </p:grpSpPr>
        <p:sp>
          <p:nvSpPr>
            <p:cNvPr id="11066" name="Google Shape;11066;p83"/>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83"/>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3"/>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3"/>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83"/>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83"/>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83"/>
          <p:cNvGrpSpPr/>
          <p:nvPr/>
        </p:nvGrpSpPr>
        <p:grpSpPr>
          <a:xfrm>
            <a:off x="7145794" y="2240239"/>
            <a:ext cx="278784" cy="355735"/>
            <a:chOff x="7145794" y="2415639"/>
            <a:chExt cx="278784" cy="355735"/>
          </a:xfrm>
        </p:grpSpPr>
        <p:sp>
          <p:nvSpPr>
            <p:cNvPr id="11073" name="Google Shape;11073;p83"/>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83"/>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83"/>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3"/>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83"/>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83"/>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83"/>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83"/>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3"/>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3"/>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3" name="Google Shape;11083;p83"/>
          <p:cNvGrpSpPr/>
          <p:nvPr/>
        </p:nvGrpSpPr>
        <p:grpSpPr>
          <a:xfrm>
            <a:off x="6698441" y="2239130"/>
            <a:ext cx="277644" cy="357984"/>
            <a:chOff x="6698441" y="2414530"/>
            <a:chExt cx="277644" cy="357984"/>
          </a:xfrm>
        </p:grpSpPr>
        <p:sp>
          <p:nvSpPr>
            <p:cNvPr id="11084" name="Google Shape;11084;p83"/>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3"/>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83"/>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3"/>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83"/>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83"/>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0" name="Google Shape;11090;p83"/>
          <p:cNvGrpSpPr/>
          <p:nvPr/>
        </p:nvGrpSpPr>
        <p:grpSpPr>
          <a:xfrm>
            <a:off x="4897750" y="2240239"/>
            <a:ext cx="279513" cy="357255"/>
            <a:chOff x="4897750" y="2415639"/>
            <a:chExt cx="279513" cy="357255"/>
          </a:xfrm>
        </p:grpSpPr>
        <p:sp>
          <p:nvSpPr>
            <p:cNvPr id="11091" name="Google Shape;11091;p83"/>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3"/>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3"/>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3"/>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3"/>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3"/>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3"/>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3"/>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9" name="Google Shape;11099;p83"/>
          <p:cNvGrpSpPr/>
          <p:nvPr/>
        </p:nvGrpSpPr>
        <p:grpSpPr>
          <a:xfrm>
            <a:off x="5812066" y="2240619"/>
            <a:ext cx="264813" cy="353454"/>
            <a:chOff x="5812066" y="2416019"/>
            <a:chExt cx="264813" cy="353454"/>
          </a:xfrm>
        </p:grpSpPr>
        <p:sp>
          <p:nvSpPr>
            <p:cNvPr id="11100" name="Google Shape;11100;p83"/>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3"/>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3"/>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3"/>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3"/>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3"/>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3"/>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83"/>
          <p:cNvGrpSpPr/>
          <p:nvPr/>
        </p:nvGrpSpPr>
        <p:grpSpPr>
          <a:xfrm>
            <a:off x="8054820" y="2240999"/>
            <a:ext cx="264433" cy="353454"/>
            <a:chOff x="8054820" y="2416399"/>
            <a:chExt cx="264433" cy="353454"/>
          </a:xfrm>
        </p:grpSpPr>
        <p:sp>
          <p:nvSpPr>
            <p:cNvPr id="11108" name="Google Shape;11108;p83"/>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3"/>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83"/>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83"/>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83"/>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83"/>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83"/>
          <p:cNvGrpSpPr/>
          <p:nvPr/>
        </p:nvGrpSpPr>
        <p:grpSpPr>
          <a:xfrm>
            <a:off x="5356413" y="2237990"/>
            <a:ext cx="271212" cy="361374"/>
            <a:chOff x="5356413" y="2413390"/>
            <a:chExt cx="271212" cy="361374"/>
          </a:xfrm>
        </p:grpSpPr>
        <p:sp>
          <p:nvSpPr>
            <p:cNvPr id="11115" name="Google Shape;11115;p83"/>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83"/>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3"/>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3"/>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3"/>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0" name="Google Shape;11120;p83"/>
          <p:cNvGrpSpPr/>
          <p:nvPr/>
        </p:nvGrpSpPr>
        <p:grpSpPr>
          <a:xfrm>
            <a:off x="6255238" y="2236849"/>
            <a:ext cx="271244" cy="360994"/>
            <a:chOff x="6255238" y="2412249"/>
            <a:chExt cx="271244" cy="360994"/>
          </a:xfrm>
        </p:grpSpPr>
        <p:sp>
          <p:nvSpPr>
            <p:cNvPr id="11121" name="Google Shape;11121;p83"/>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3"/>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3"/>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83"/>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83"/>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3"/>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83"/>
          <p:cNvGrpSpPr/>
          <p:nvPr/>
        </p:nvGrpSpPr>
        <p:grpSpPr>
          <a:xfrm>
            <a:off x="2185372" y="1782399"/>
            <a:ext cx="366664" cy="366981"/>
            <a:chOff x="2185372" y="1957799"/>
            <a:chExt cx="366664" cy="366981"/>
          </a:xfrm>
        </p:grpSpPr>
        <p:sp>
          <p:nvSpPr>
            <p:cNvPr id="11128" name="Google Shape;11128;p83"/>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83"/>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83"/>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83"/>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3"/>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3"/>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83"/>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3"/>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83"/>
          <p:cNvGrpSpPr/>
          <p:nvPr/>
        </p:nvGrpSpPr>
        <p:grpSpPr>
          <a:xfrm>
            <a:off x="1737258" y="1812971"/>
            <a:ext cx="370814" cy="307359"/>
            <a:chOff x="1737258" y="1988371"/>
            <a:chExt cx="370814" cy="307359"/>
          </a:xfrm>
        </p:grpSpPr>
        <p:sp>
          <p:nvSpPr>
            <p:cNvPr id="11137" name="Google Shape;11137;p83"/>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83"/>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3"/>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83"/>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1" name="Google Shape;11141;p83"/>
          <p:cNvGrpSpPr/>
          <p:nvPr/>
        </p:nvGrpSpPr>
        <p:grpSpPr>
          <a:xfrm>
            <a:off x="848983" y="1814111"/>
            <a:ext cx="369294" cy="304350"/>
            <a:chOff x="848983" y="1989511"/>
            <a:chExt cx="369294" cy="304350"/>
          </a:xfrm>
        </p:grpSpPr>
        <p:sp>
          <p:nvSpPr>
            <p:cNvPr id="11142" name="Google Shape;11142;p83"/>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83"/>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3"/>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3"/>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83"/>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7" name="Google Shape;11147;p83"/>
          <p:cNvGrpSpPr/>
          <p:nvPr/>
        </p:nvGrpSpPr>
        <p:grpSpPr>
          <a:xfrm>
            <a:off x="3074027" y="1808377"/>
            <a:ext cx="380604" cy="313854"/>
            <a:chOff x="3074027" y="1983777"/>
            <a:chExt cx="380604" cy="313854"/>
          </a:xfrm>
        </p:grpSpPr>
        <p:sp>
          <p:nvSpPr>
            <p:cNvPr id="11148" name="Google Shape;11148;p83"/>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83"/>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83"/>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83"/>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83"/>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3" name="Google Shape;11153;p83"/>
          <p:cNvGrpSpPr/>
          <p:nvPr/>
        </p:nvGrpSpPr>
        <p:grpSpPr>
          <a:xfrm>
            <a:off x="3522521" y="1800457"/>
            <a:ext cx="367013" cy="331278"/>
            <a:chOff x="3522521" y="1975857"/>
            <a:chExt cx="367013" cy="331278"/>
          </a:xfrm>
        </p:grpSpPr>
        <p:sp>
          <p:nvSpPr>
            <p:cNvPr id="11154" name="Google Shape;11154;p83"/>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83"/>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83"/>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83"/>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83"/>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3"/>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83"/>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1" name="Google Shape;11161;p83"/>
          <p:cNvGrpSpPr/>
          <p:nvPr/>
        </p:nvGrpSpPr>
        <p:grpSpPr>
          <a:xfrm>
            <a:off x="2630824" y="1801566"/>
            <a:ext cx="368185" cy="330454"/>
            <a:chOff x="2630824" y="1976966"/>
            <a:chExt cx="368185" cy="330454"/>
          </a:xfrm>
        </p:grpSpPr>
        <p:sp>
          <p:nvSpPr>
            <p:cNvPr id="11162" name="Google Shape;11162;p83"/>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3"/>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3"/>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83"/>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3"/>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3"/>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83"/>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3"/>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83"/>
          <p:cNvGrpSpPr/>
          <p:nvPr/>
        </p:nvGrpSpPr>
        <p:grpSpPr>
          <a:xfrm>
            <a:off x="1293706" y="1791016"/>
            <a:ext cx="369294" cy="350444"/>
            <a:chOff x="1293706" y="1966416"/>
            <a:chExt cx="369294" cy="350444"/>
          </a:xfrm>
        </p:grpSpPr>
        <p:sp>
          <p:nvSpPr>
            <p:cNvPr id="11171" name="Google Shape;11171;p83"/>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3"/>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3"/>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83"/>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3"/>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83"/>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83"/>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3"/>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9" name="Google Shape;11179;p83"/>
          <p:cNvGrpSpPr/>
          <p:nvPr/>
        </p:nvGrpSpPr>
        <p:grpSpPr>
          <a:xfrm>
            <a:off x="3967213" y="1800077"/>
            <a:ext cx="368185" cy="331816"/>
            <a:chOff x="3967213" y="1975477"/>
            <a:chExt cx="368185" cy="331816"/>
          </a:xfrm>
        </p:grpSpPr>
        <p:sp>
          <p:nvSpPr>
            <p:cNvPr id="11180" name="Google Shape;11180;p83"/>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3"/>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83"/>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83"/>
          <p:cNvGrpSpPr/>
          <p:nvPr/>
        </p:nvGrpSpPr>
        <p:grpSpPr>
          <a:xfrm>
            <a:off x="8047661" y="1793646"/>
            <a:ext cx="279132" cy="356875"/>
            <a:chOff x="8047661" y="1969046"/>
            <a:chExt cx="279132" cy="356875"/>
          </a:xfrm>
        </p:grpSpPr>
        <p:sp>
          <p:nvSpPr>
            <p:cNvPr id="11184" name="Google Shape;11184;p83"/>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83"/>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3"/>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3"/>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8" name="Google Shape;11188;p83"/>
          <p:cNvGrpSpPr/>
          <p:nvPr/>
        </p:nvGrpSpPr>
        <p:grpSpPr>
          <a:xfrm>
            <a:off x="7596157" y="1792759"/>
            <a:ext cx="279544" cy="358142"/>
            <a:chOff x="7596157" y="1968159"/>
            <a:chExt cx="279544" cy="358142"/>
          </a:xfrm>
        </p:grpSpPr>
        <p:sp>
          <p:nvSpPr>
            <p:cNvPr id="11189" name="Google Shape;11189;p83"/>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3"/>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83"/>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83"/>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3"/>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83"/>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5" name="Google Shape;11195;p83"/>
          <p:cNvGrpSpPr/>
          <p:nvPr/>
        </p:nvGrpSpPr>
        <p:grpSpPr>
          <a:xfrm>
            <a:off x="7147315" y="1793646"/>
            <a:ext cx="279513" cy="357636"/>
            <a:chOff x="7147315" y="1969046"/>
            <a:chExt cx="279513" cy="357636"/>
          </a:xfrm>
        </p:grpSpPr>
        <p:sp>
          <p:nvSpPr>
            <p:cNvPr id="11196" name="Google Shape;11196;p83"/>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3"/>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83"/>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83"/>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83"/>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3"/>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3"/>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83"/>
          <p:cNvGrpSpPr/>
          <p:nvPr/>
        </p:nvGrpSpPr>
        <p:grpSpPr>
          <a:xfrm>
            <a:off x="6697681" y="1792917"/>
            <a:ext cx="280305" cy="359093"/>
            <a:chOff x="6697681" y="1968317"/>
            <a:chExt cx="280305" cy="359093"/>
          </a:xfrm>
        </p:grpSpPr>
        <p:sp>
          <p:nvSpPr>
            <p:cNvPr id="11204" name="Google Shape;11204;p83"/>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3"/>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83"/>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83"/>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3"/>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83"/>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83"/>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1" name="Google Shape;11211;p83"/>
          <p:cNvGrpSpPr/>
          <p:nvPr/>
        </p:nvGrpSpPr>
        <p:grpSpPr>
          <a:xfrm>
            <a:off x="6248839" y="1792537"/>
            <a:ext cx="280273" cy="358744"/>
            <a:chOff x="6248839" y="1967937"/>
            <a:chExt cx="280273" cy="358744"/>
          </a:xfrm>
        </p:grpSpPr>
        <p:sp>
          <p:nvSpPr>
            <p:cNvPr id="11212" name="Google Shape;11212;p83"/>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83"/>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3"/>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3"/>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3"/>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83"/>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83"/>
          <p:cNvGrpSpPr/>
          <p:nvPr/>
        </p:nvGrpSpPr>
        <p:grpSpPr>
          <a:xfrm>
            <a:off x="5801485" y="1793646"/>
            <a:ext cx="279164" cy="357794"/>
            <a:chOff x="5801485" y="1969046"/>
            <a:chExt cx="279164" cy="357794"/>
          </a:xfrm>
        </p:grpSpPr>
        <p:sp>
          <p:nvSpPr>
            <p:cNvPr id="11219" name="Google Shape;11219;p83"/>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83"/>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83"/>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3"/>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3"/>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83"/>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83"/>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3"/>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3"/>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83"/>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83"/>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83"/>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3"/>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2" name="Google Shape;11232;p83"/>
          <p:cNvGrpSpPr/>
          <p:nvPr/>
        </p:nvGrpSpPr>
        <p:grpSpPr>
          <a:xfrm>
            <a:off x="5352643" y="1793646"/>
            <a:ext cx="278404" cy="358364"/>
            <a:chOff x="5352643" y="1969046"/>
            <a:chExt cx="278404" cy="358364"/>
          </a:xfrm>
        </p:grpSpPr>
        <p:sp>
          <p:nvSpPr>
            <p:cNvPr id="11233" name="Google Shape;11233;p83"/>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83"/>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83"/>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3"/>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7" name="Google Shape;11237;p83"/>
          <p:cNvGrpSpPr/>
          <p:nvPr/>
        </p:nvGrpSpPr>
        <p:grpSpPr>
          <a:xfrm>
            <a:off x="4897750" y="1792917"/>
            <a:ext cx="279132" cy="358364"/>
            <a:chOff x="4897750" y="1968317"/>
            <a:chExt cx="279132" cy="358364"/>
          </a:xfrm>
        </p:grpSpPr>
        <p:sp>
          <p:nvSpPr>
            <p:cNvPr id="11238" name="Google Shape;11238;p83"/>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83"/>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83"/>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83"/>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3"/>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3"/>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3"/>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83"/>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83"/>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3"/>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83"/>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83"/>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3"/>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1" name="Google Shape;11251;p83"/>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2" name="Google Shape;11252;p83"/>
          <p:cNvGrpSpPr/>
          <p:nvPr/>
        </p:nvGrpSpPr>
        <p:grpSpPr>
          <a:xfrm>
            <a:off x="1767449" y="1337644"/>
            <a:ext cx="324403" cy="347783"/>
            <a:chOff x="1767449" y="1513044"/>
            <a:chExt cx="324403" cy="347783"/>
          </a:xfrm>
        </p:grpSpPr>
        <p:sp>
          <p:nvSpPr>
            <p:cNvPr id="11253" name="Google Shape;11253;p83"/>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3"/>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83"/>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3"/>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83"/>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3"/>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83"/>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83"/>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83"/>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83"/>
          <p:cNvGrpSpPr/>
          <p:nvPr/>
        </p:nvGrpSpPr>
        <p:grpSpPr>
          <a:xfrm>
            <a:off x="4007193" y="1337327"/>
            <a:ext cx="320633" cy="348100"/>
            <a:chOff x="4007193" y="1512727"/>
            <a:chExt cx="320633" cy="348100"/>
          </a:xfrm>
        </p:grpSpPr>
        <p:sp>
          <p:nvSpPr>
            <p:cNvPr id="11263" name="Google Shape;11263;p83"/>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3"/>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83"/>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83"/>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83"/>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83"/>
          <p:cNvGrpSpPr/>
          <p:nvPr/>
        </p:nvGrpSpPr>
        <p:grpSpPr>
          <a:xfrm>
            <a:off x="3530425" y="1333347"/>
            <a:ext cx="368175" cy="344594"/>
            <a:chOff x="3530425" y="1508747"/>
            <a:chExt cx="368175" cy="344594"/>
          </a:xfrm>
        </p:grpSpPr>
        <p:sp>
          <p:nvSpPr>
            <p:cNvPr id="11269" name="Google Shape;11269;p83"/>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83"/>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83"/>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83"/>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83"/>
          <p:cNvGrpSpPr/>
          <p:nvPr/>
        </p:nvGrpSpPr>
        <p:grpSpPr>
          <a:xfrm>
            <a:off x="3127598" y="1337834"/>
            <a:ext cx="289714" cy="347593"/>
            <a:chOff x="3127598" y="1513234"/>
            <a:chExt cx="289714" cy="347593"/>
          </a:xfrm>
        </p:grpSpPr>
        <p:sp>
          <p:nvSpPr>
            <p:cNvPr id="11274" name="Google Shape;11274;p83"/>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83"/>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83"/>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83"/>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83"/>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83"/>
          <p:cNvGrpSpPr/>
          <p:nvPr/>
        </p:nvGrpSpPr>
        <p:grpSpPr>
          <a:xfrm>
            <a:off x="2662884" y="1337644"/>
            <a:ext cx="322914" cy="348543"/>
            <a:chOff x="2662884" y="1513044"/>
            <a:chExt cx="322914" cy="348543"/>
          </a:xfrm>
        </p:grpSpPr>
        <p:sp>
          <p:nvSpPr>
            <p:cNvPr id="11280" name="Google Shape;11280;p83"/>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83"/>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83"/>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83"/>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83"/>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83"/>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3"/>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3"/>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3"/>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3"/>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83"/>
          <p:cNvGrpSpPr/>
          <p:nvPr/>
        </p:nvGrpSpPr>
        <p:grpSpPr>
          <a:xfrm>
            <a:off x="2232511" y="1337359"/>
            <a:ext cx="299534" cy="348068"/>
            <a:chOff x="2232511" y="1512759"/>
            <a:chExt cx="299534" cy="348068"/>
          </a:xfrm>
        </p:grpSpPr>
        <p:sp>
          <p:nvSpPr>
            <p:cNvPr id="11291" name="Google Shape;11291;p83"/>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83"/>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83"/>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3"/>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83"/>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83"/>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83"/>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3"/>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3"/>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3"/>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83"/>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2" name="Google Shape;11302;p83"/>
          <p:cNvGrpSpPr/>
          <p:nvPr/>
        </p:nvGrpSpPr>
        <p:grpSpPr>
          <a:xfrm>
            <a:off x="1331406" y="1337961"/>
            <a:ext cx="301784" cy="348607"/>
            <a:chOff x="1331406" y="1513361"/>
            <a:chExt cx="301784" cy="348607"/>
          </a:xfrm>
        </p:grpSpPr>
        <p:sp>
          <p:nvSpPr>
            <p:cNvPr id="11303" name="Google Shape;11303;p83"/>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3"/>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83"/>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83"/>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7" name="Google Shape;11307;p83"/>
          <p:cNvGrpSpPr/>
          <p:nvPr/>
        </p:nvGrpSpPr>
        <p:grpSpPr>
          <a:xfrm>
            <a:off x="7144274" y="1324814"/>
            <a:ext cx="282174" cy="355735"/>
            <a:chOff x="7144274" y="1500214"/>
            <a:chExt cx="282174" cy="355735"/>
          </a:xfrm>
        </p:grpSpPr>
        <p:sp>
          <p:nvSpPr>
            <p:cNvPr id="11308" name="Google Shape;11308;p83"/>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83"/>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83"/>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83"/>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83"/>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3"/>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4" name="Google Shape;11314;p83"/>
          <p:cNvGrpSpPr/>
          <p:nvPr/>
        </p:nvGrpSpPr>
        <p:grpSpPr>
          <a:xfrm>
            <a:off x="6685262" y="1324814"/>
            <a:ext cx="289682" cy="354594"/>
            <a:chOff x="6685262" y="1500214"/>
            <a:chExt cx="289682" cy="354594"/>
          </a:xfrm>
        </p:grpSpPr>
        <p:sp>
          <p:nvSpPr>
            <p:cNvPr id="11315" name="Google Shape;11315;p83"/>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83"/>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3"/>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83"/>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9" name="Google Shape;11319;p83"/>
          <p:cNvGrpSpPr/>
          <p:nvPr/>
        </p:nvGrpSpPr>
        <p:grpSpPr>
          <a:xfrm>
            <a:off x="6200938" y="1325194"/>
            <a:ext cx="322154" cy="355355"/>
            <a:chOff x="6200938" y="1500594"/>
            <a:chExt cx="322154" cy="355355"/>
          </a:xfrm>
        </p:grpSpPr>
        <p:sp>
          <p:nvSpPr>
            <p:cNvPr id="11320" name="Google Shape;11320;p83"/>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3"/>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3"/>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83"/>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83"/>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5" name="Google Shape;11325;p83"/>
          <p:cNvGrpSpPr/>
          <p:nvPr/>
        </p:nvGrpSpPr>
        <p:grpSpPr>
          <a:xfrm>
            <a:off x="5289631" y="1324814"/>
            <a:ext cx="332355" cy="354974"/>
            <a:chOff x="5289631" y="1500214"/>
            <a:chExt cx="332355" cy="354974"/>
          </a:xfrm>
        </p:grpSpPr>
        <p:sp>
          <p:nvSpPr>
            <p:cNvPr id="11326" name="Google Shape;11326;p83"/>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83"/>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83"/>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3"/>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83"/>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83"/>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83"/>
          <p:cNvGrpSpPr/>
          <p:nvPr/>
        </p:nvGrpSpPr>
        <p:grpSpPr>
          <a:xfrm>
            <a:off x="5748295" y="1324433"/>
            <a:ext cx="323294" cy="356115"/>
            <a:chOff x="5748295" y="1499833"/>
            <a:chExt cx="323294" cy="356115"/>
          </a:xfrm>
        </p:grpSpPr>
        <p:sp>
          <p:nvSpPr>
            <p:cNvPr id="11333" name="Google Shape;11333;p83"/>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3"/>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83"/>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83"/>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3"/>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3"/>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83"/>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0" name="Google Shape;11340;p83"/>
          <p:cNvGrpSpPr/>
          <p:nvPr/>
        </p:nvGrpSpPr>
        <p:grpSpPr>
          <a:xfrm>
            <a:off x="8047661" y="1325637"/>
            <a:ext cx="278404" cy="355260"/>
            <a:chOff x="8047661" y="1501037"/>
            <a:chExt cx="278404" cy="355260"/>
          </a:xfrm>
        </p:grpSpPr>
        <p:sp>
          <p:nvSpPr>
            <p:cNvPr id="11341" name="Google Shape;11341;p83"/>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83"/>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83"/>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83"/>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83"/>
          <p:cNvGrpSpPr/>
          <p:nvPr/>
        </p:nvGrpSpPr>
        <p:grpSpPr>
          <a:xfrm>
            <a:off x="4903389" y="1324814"/>
            <a:ext cx="267854" cy="355735"/>
            <a:chOff x="4903389" y="1500214"/>
            <a:chExt cx="267854" cy="355735"/>
          </a:xfrm>
        </p:grpSpPr>
        <p:sp>
          <p:nvSpPr>
            <p:cNvPr id="11346" name="Google Shape;11346;p83"/>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3"/>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83"/>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83"/>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83"/>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1" name="Google Shape;11351;p83"/>
          <p:cNvGrpSpPr/>
          <p:nvPr/>
        </p:nvGrpSpPr>
        <p:grpSpPr>
          <a:xfrm>
            <a:off x="7613518" y="1325954"/>
            <a:ext cx="264433" cy="353074"/>
            <a:chOff x="7613518" y="1501354"/>
            <a:chExt cx="264433" cy="353074"/>
          </a:xfrm>
        </p:grpSpPr>
        <p:sp>
          <p:nvSpPr>
            <p:cNvPr id="11352" name="Google Shape;11352;p83"/>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3"/>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83"/>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83"/>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83"/>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83"/>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58" name="Google Shape;11358;p83"/>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359" name="Google Shape;11359;p83"/>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363"/>
        <p:cNvGrpSpPr/>
        <p:nvPr/>
      </p:nvGrpSpPr>
      <p:grpSpPr>
        <a:xfrm>
          <a:off x="0" y="0"/>
          <a:ext cx="0" cy="0"/>
          <a:chOff x="0" y="0"/>
          <a:chExt cx="0" cy="0"/>
        </a:xfrm>
      </p:grpSpPr>
      <p:grpSp>
        <p:nvGrpSpPr>
          <p:cNvPr id="11364" name="Google Shape;11364;p84"/>
          <p:cNvGrpSpPr/>
          <p:nvPr/>
        </p:nvGrpSpPr>
        <p:grpSpPr>
          <a:xfrm>
            <a:off x="1757085" y="1325225"/>
            <a:ext cx="371069" cy="359396"/>
            <a:chOff x="1757085" y="1500675"/>
            <a:chExt cx="371069" cy="359396"/>
          </a:xfrm>
        </p:grpSpPr>
        <p:sp>
          <p:nvSpPr>
            <p:cNvPr id="11365" name="Google Shape;11365;p84"/>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84"/>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84"/>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84"/>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8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84"/>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84"/>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84"/>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84"/>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84"/>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8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8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4"/>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84"/>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8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4"/>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8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8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8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8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8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84"/>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84"/>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84"/>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84"/>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84"/>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4"/>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4"/>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4" name="Google Shape;11394;p84"/>
          <p:cNvGrpSpPr/>
          <p:nvPr/>
        </p:nvGrpSpPr>
        <p:grpSpPr>
          <a:xfrm>
            <a:off x="2774209" y="1779241"/>
            <a:ext cx="116693" cy="374186"/>
            <a:chOff x="2774209" y="1954691"/>
            <a:chExt cx="116693" cy="374186"/>
          </a:xfrm>
        </p:grpSpPr>
        <p:sp>
          <p:nvSpPr>
            <p:cNvPr id="11395" name="Google Shape;11395;p84"/>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84"/>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7" name="Google Shape;11397;p84"/>
          <p:cNvGrpSpPr/>
          <p:nvPr/>
        </p:nvGrpSpPr>
        <p:grpSpPr>
          <a:xfrm>
            <a:off x="4017435" y="1324462"/>
            <a:ext cx="315092" cy="359397"/>
            <a:chOff x="4017435" y="1499912"/>
            <a:chExt cx="315092" cy="359397"/>
          </a:xfrm>
        </p:grpSpPr>
        <p:sp>
          <p:nvSpPr>
            <p:cNvPr id="11398" name="Google Shape;11398;p84"/>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84"/>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0" name="Google Shape;11400;p84"/>
          <p:cNvGrpSpPr/>
          <p:nvPr/>
        </p:nvGrpSpPr>
        <p:grpSpPr>
          <a:xfrm>
            <a:off x="3963652" y="1824309"/>
            <a:ext cx="374154" cy="284050"/>
            <a:chOff x="3963652" y="1999759"/>
            <a:chExt cx="374154" cy="284050"/>
          </a:xfrm>
        </p:grpSpPr>
        <p:sp>
          <p:nvSpPr>
            <p:cNvPr id="11401" name="Google Shape;11401;p84"/>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84"/>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84"/>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4" name="Google Shape;11404;p84"/>
          <p:cNvGrpSpPr/>
          <p:nvPr/>
        </p:nvGrpSpPr>
        <p:grpSpPr>
          <a:xfrm>
            <a:off x="1777536" y="1839416"/>
            <a:ext cx="376444" cy="253772"/>
            <a:chOff x="1777536" y="2014866"/>
            <a:chExt cx="376444" cy="253772"/>
          </a:xfrm>
        </p:grpSpPr>
        <p:sp>
          <p:nvSpPr>
            <p:cNvPr id="11405" name="Google Shape;11405;p84"/>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84"/>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4"/>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4"/>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84"/>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84"/>
          <p:cNvGrpSpPr/>
          <p:nvPr/>
        </p:nvGrpSpPr>
        <p:grpSpPr>
          <a:xfrm>
            <a:off x="1309875" y="1881876"/>
            <a:ext cx="374154" cy="169680"/>
            <a:chOff x="1309875" y="2057326"/>
            <a:chExt cx="374154" cy="169680"/>
          </a:xfrm>
        </p:grpSpPr>
        <p:sp>
          <p:nvSpPr>
            <p:cNvPr id="11411" name="Google Shape;11411;p8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8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8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84"/>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4"/>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84"/>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84"/>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84"/>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84"/>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84"/>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84"/>
          <p:cNvGrpSpPr/>
          <p:nvPr/>
        </p:nvGrpSpPr>
        <p:grpSpPr>
          <a:xfrm>
            <a:off x="2347450" y="1779114"/>
            <a:ext cx="113639" cy="373168"/>
            <a:chOff x="2347450" y="1954564"/>
            <a:chExt cx="113639" cy="373168"/>
          </a:xfrm>
        </p:grpSpPr>
        <p:sp>
          <p:nvSpPr>
            <p:cNvPr id="11424" name="Google Shape;11424;p84"/>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4"/>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6" name="Google Shape;11426;p84"/>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7" name="Google Shape;11427;p84"/>
          <p:cNvGrpSpPr/>
          <p:nvPr/>
        </p:nvGrpSpPr>
        <p:grpSpPr>
          <a:xfrm>
            <a:off x="3110102" y="1324430"/>
            <a:ext cx="330613" cy="358379"/>
            <a:chOff x="3110102" y="1499880"/>
            <a:chExt cx="330613" cy="358379"/>
          </a:xfrm>
        </p:grpSpPr>
        <p:sp>
          <p:nvSpPr>
            <p:cNvPr id="11428" name="Google Shape;11428;p84"/>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84"/>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84"/>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4"/>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4"/>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84"/>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84"/>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5" name="Google Shape;11435;p84"/>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6" name="Google Shape;11436;p84"/>
          <p:cNvGrpSpPr/>
          <p:nvPr/>
        </p:nvGrpSpPr>
        <p:grpSpPr>
          <a:xfrm>
            <a:off x="3485575" y="1824309"/>
            <a:ext cx="373772" cy="284050"/>
            <a:chOff x="3531200" y="1999759"/>
            <a:chExt cx="373772" cy="284050"/>
          </a:xfrm>
        </p:grpSpPr>
        <p:sp>
          <p:nvSpPr>
            <p:cNvPr id="11437" name="Google Shape;11437;p84"/>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84"/>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4"/>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4"/>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1" name="Google Shape;11441;p84"/>
          <p:cNvGrpSpPr/>
          <p:nvPr/>
        </p:nvGrpSpPr>
        <p:grpSpPr>
          <a:xfrm>
            <a:off x="2667058" y="1324843"/>
            <a:ext cx="330231" cy="359015"/>
            <a:chOff x="2667058" y="1500293"/>
            <a:chExt cx="330231" cy="359015"/>
          </a:xfrm>
        </p:grpSpPr>
        <p:sp>
          <p:nvSpPr>
            <p:cNvPr id="11442" name="Google Shape;11442;p84"/>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84"/>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84"/>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4"/>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84"/>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84"/>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4"/>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8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8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84"/>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84"/>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8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84"/>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84"/>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84"/>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84"/>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84"/>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0" name="Google Shape;11460;p84"/>
          <p:cNvGrpSpPr/>
          <p:nvPr/>
        </p:nvGrpSpPr>
        <p:grpSpPr>
          <a:xfrm>
            <a:off x="3567553" y="1324462"/>
            <a:ext cx="320022" cy="359778"/>
            <a:chOff x="3567553" y="1499912"/>
            <a:chExt cx="320022" cy="359778"/>
          </a:xfrm>
        </p:grpSpPr>
        <p:sp>
          <p:nvSpPr>
            <p:cNvPr id="11461" name="Google Shape;11461;p84"/>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84"/>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84"/>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84"/>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84"/>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84"/>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84"/>
          <p:cNvGrpSpPr/>
          <p:nvPr/>
        </p:nvGrpSpPr>
        <p:grpSpPr>
          <a:xfrm>
            <a:off x="1309875" y="1324462"/>
            <a:ext cx="359015" cy="358633"/>
            <a:chOff x="1309875" y="1499912"/>
            <a:chExt cx="359015" cy="358633"/>
          </a:xfrm>
        </p:grpSpPr>
        <p:sp>
          <p:nvSpPr>
            <p:cNvPr id="11468" name="Google Shape;11468;p84"/>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84"/>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84"/>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84"/>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84"/>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84"/>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84"/>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84"/>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84"/>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84"/>
          <p:cNvGrpSpPr/>
          <p:nvPr/>
        </p:nvGrpSpPr>
        <p:grpSpPr>
          <a:xfrm>
            <a:off x="2219466" y="1324843"/>
            <a:ext cx="330613" cy="359015"/>
            <a:chOff x="2219466" y="1500293"/>
            <a:chExt cx="330613" cy="359015"/>
          </a:xfrm>
        </p:grpSpPr>
        <p:sp>
          <p:nvSpPr>
            <p:cNvPr id="11478" name="Google Shape;11478;p84"/>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84"/>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84"/>
          <p:cNvGrpSpPr/>
          <p:nvPr/>
        </p:nvGrpSpPr>
        <p:grpSpPr>
          <a:xfrm>
            <a:off x="5343544" y="1333908"/>
            <a:ext cx="244676" cy="351095"/>
            <a:chOff x="5343544" y="1509358"/>
            <a:chExt cx="244676" cy="351095"/>
          </a:xfrm>
        </p:grpSpPr>
        <p:sp>
          <p:nvSpPr>
            <p:cNvPr id="11481" name="Google Shape;11481;p84"/>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4"/>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4"/>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4" name="Google Shape;11484;p84"/>
          <p:cNvGrpSpPr/>
          <p:nvPr/>
        </p:nvGrpSpPr>
        <p:grpSpPr>
          <a:xfrm>
            <a:off x="4882340" y="1333908"/>
            <a:ext cx="246171" cy="351095"/>
            <a:chOff x="4882340" y="1509358"/>
            <a:chExt cx="246171" cy="351095"/>
          </a:xfrm>
        </p:grpSpPr>
        <p:sp>
          <p:nvSpPr>
            <p:cNvPr id="11485" name="Google Shape;11485;p84"/>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84"/>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84"/>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84"/>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84"/>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0" name="Google Shape;11490;p84"/>
          <p:cNvGrpSpPr/>
          <p:nvPr/>
        </p:nvGrpSpPr>
        <p:grpSpPr>
          <a:xfrm>
            <a:off x="6273204" y="1333558"/>
            <a:ext cx="236343" cy="351445"/>
            <a:chOff x="6273204" y="1509008"/>
            <a:chExt cx="236343" cy="351445"/>
          </a:xfrm>
        </p:grpSpPr>
        <p:sp>
          <p:nvSpPr>
            <p:cNvPr id="11491" name="Google Shape;11491;p84"/>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84"/>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3" name="Google Shape;11493;p84"/>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4" name="Google Shape;11494;p84"/>
          <p:cNvGrpSpPr/>
          <p:nvPr/>
        </p:nvGrpSpPr>
        <p:grpSpPr>
          <a:xfrm>
            <a:off x="7219530" y="1332794"/>
            <a:ext cx="191625" cy="352209"/>
            <a:chOff x="7219530" y="1508244"/>
            <a:chExt cx="191625" cy="352209"/>
          </a:xfrm>
        </p:grpSpPr>
        <p:sp>
          <p:nvSpPr>
            <p:cNvPr id="11495" name="Google Shape;11495;p84"/>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84"/>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7" name="Google Shape;11497;p84"/>
          <p:cNvGrpSpPr/>
          <p:nvPr/>
        </p:nvGrpSpPr>
        <p:grpSpPr>
          <a:xfrm>
            <a:off x="7699309" y="1333176"/>
            <a:ext cx="154922" cy="351827"/>
            <a:chOff x="7699309" y="1508626"/>
            <a:chExt cx="154922" cy="351827"/>
          </a:xfrm>
        </p:grpSpPr>
        <p:sp>
          <p:nvSpPr>
            <p:cNvPr id="11498" name="Google Shape;11498;p84"/>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84"/>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84"/>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4"/>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84"/>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84"/>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84"/>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5" name="Google Shape;11505;p84"/>
          <p:cNvGrpSpPr/>
          <p:nvPr/>
        </p:nvGrpSpPr>
        <p:grpSpPr>
          <a:xfrm>
            <a:off x="8161690" y="1333558"/>
            <a:ext cx="153396" cy="351064"/>
            <a:chOff x="8161690" y="1509008"/>
            <a:chExt cx="153396" cy="351064"/>
          </a:xfrm>
        </p:grpSpPr>
        <p:sp>
          <p:nvSpPr>
            <p:cNvPr id="11506" name="Google Shape;11506;p84"/>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4"/>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84"/>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4"/>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0" name="Google Shape;11510;p84"/>
          <p:cNvGrpSpPr/>
          <p:nvPr/>
        </p:nvGrpSpPr>
        <p:grpSpPr>
          <a:xfrm>
            <a:off x="6746940" y="1333431"/>
            <a:ext cx="213221" cy="352304"/>
            <a:chOff x="6746940" y="1508881"/>
            <a:chExt cx="213221" cy="352304"/>
          </a:xfrm>
        </p:grpSpPr>
        <p:sp>
          <p:nvSpPr>
            <p:cNvPr id="11511" name="Google Shape;11511;p84"/>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84"/>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84"/>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84"/>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5" name="Google Shape;11515;p84"/>
          <p:cNvGrpSpPr/>
          <p:nvPr/>
        </p:nvGrpSpPr>
        <p:grpSpPr>
          <a:xfrm>
            <a:off x="5770336" y="1832165"/>
            <a:ext cx="350682" cy="292097"/>
            <a:chOff x="5770336" y="2007615"/>
            <a:chExt cx="350682" cy="292097"/>
          </a:xfrm>
        </p:grpSpPr>
        <p:sp>
          <p:nvSpPr>
            <p:cNvPr id="11516" name="Google Shape;11516;p84"/>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84"/>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84"/>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84"/>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84"/>
          <p:cNvGrpSpPr/>
          <p:nvPr/>
        </p:nvGrpSpPr>
        <p:grpSpPr>
          <a:xfrm>
            <a:off x="5326878" y="1804908"/>
            <a:ext cx="350332" cy="346229"/>
            <a:chOff x="5326878" y="1980358"/>
            <a:chExt cx="350332" cy="346229"/>
          </a:xfrm>
        </p:grpSpPr>
        <p:sp>
          <p:nvSpPr>
            <p:cNvPr id="11521" name="Google Shape;11521;p84"/>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84"/>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84"/>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84"/>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5" name="Google Shape;11525;p84"/>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6" name="Google Shape;11526;p84"/>
          <p:cNvGrpSpPr/>
          <p:nvPr/>
        </p:nvGrpSpPr>
        <p:grpSpPr>
          <a:xfrm>
            <a:off x="4883835" y="1817121"/>
            <a:ext cx="350300" cy="323043"/>
            <a:chOff x="4883835" y="1992571"/>
            <a:chExt cx="350300" cy="323043"/>
          </a:xfrm>
        </p:grpSpPr>
        <p:sp>
          <p:nvSpPr>
            <p:cNvPr id="11527" name="Google Shape;11527;p84"/>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84"/>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84"/>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84"/>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84"/>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84"/>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84"/>
          <p:cNvGrpSpPr/>
          <p:nvPr/>
        </p:nvGrpSpPr>
        <p:grpSpPr>
          <a:xfrm>
            <a:off x="7548967" y="1803477"/>
            <a:ext cx="333285" cy="349950"/>
            <a:chOff x="7548967" y="1978927"/>
            <a:chExt cx="333285" cy="349950"/>
          </a:xfrm>
        </p:grpSpPr>
        <p:sp>
          <p:nvSpPr>
            <p:cNvPr id="11534" name="Google Shape;11534;p84"/>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84"/>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84"/>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4"/>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84"/>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84"/>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4"/>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84"/>
          <p:cNvGrpSpPr/>
          <p:nvPr/>
        </p:nvGrpSpPr>
        <p:grpSpPr>
          <a:xfrm>
            <a:off x="6214142" y="1803477"/>
            <a:ext cx="346515" cy="350300"/>
            <a:chOff x="6214142" y="1978927"/>
            <a:chExt cx="346515" cy="350300"/>
          </a:xfrm>
        </p:grpSpPr>
        <p:sp>
          <p:nvSpPr>
            <p:cNvPr id="11542" name="Google Shape;11542;p84"/>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84"/>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4" name="Google Shape;11544;p84"/>
          <p:cNvGrpSpPr/>
          <p:nvPr/>
        </p:nvGrpSpPr>
        <p:grpSpPr>
          <a:xfrm>
            <a:off x="7105923" y="1803095"/>
            <a:ext cx="333285" cy="350682"/>
            <a:chOff x="7105923" y="1978545"/>
            <a:chExt cx="333285" cy="350682"/>
          </a:xfrm>
        </p:grpSpPr>
        <p:sp>
          <p:nvSpPr>
            <p:cNvPr id="11545" name="Google Shape;11545;p84"/>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84"/>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84"/>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84"/>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84"/>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84"/>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84"/>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2" name="Google Shape;11552;p84"/>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84"/>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4" name="Google Shape;11554;p84"/>
          <p:cNvGrpSpPr/>
          <p:nvPr/>
        </p:nvGrpSpPr>
        <p:grpSpPr>
          <a:xfrm>
            <a:off x="3616406" y="2246902"/>
            <a:ext cx="203393" cy="351827"/>
            <a:chOff x="3616406" y="2422352"/>
            <a:chExt cx="203393" cy="351827"/>
          </a:xfrm>
        </p:grpSpPr>
        <p:sp>
          <p:nvSpPr>
            <p:cNvPr id="11555" name="Google Shape;11555;p84"/>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84"/>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84"/>
          <p:cNvGrpSpPr/>
          <p:nvPr/>
        </p:nvGrpSpPr>
        <p:grpSpPr>
          <a:xfrm>
            <a:off x="878187" y="2246520"/>
            <a:ext cx="272696" cy="351827"/>
            <a:chOff x="913012" y="2421970"/>
            <a:chExt cx="272696" cy="351827"/>
          </a:xfrm>
        </p:grpSpPr>
        <p:sp>
          <p:nvSpPr>
            <p:cNvPr id="11558" name="Google Shape;11558;p84"/>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84"/>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84"/>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84"/>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2" name="Google Shape;11562;p84"/>
          <p:cNvGrpSpPr/>
          <p:nvPr/>
        </p:nvGrpSpPr>
        <p:grpSpPr>
          <a:xfrm>
            <a:off x="2274743" y="2246902"/>
            <a:ext cx="255649" cy="351445"/>
            <a:chOff x="2274743" y="2422352"/>
            <a:chExt cx="255649" cy="351445"/>
          </a:xfrm>
        </p:grpSpPr>
        <p:sp>
          <p:nvSpPr>
            <p:cNvPr id="11563" name="Google Shape;11563;p84"/>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84"/>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84"/>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6" name="Google Shape;11566;p84"/>
          <p:cNvGrpSpPr/>
          <p:nvPr/>
        </p:nvGrpSpPr>
        <p:grpSpPr>
          <a:xfrm>
            <a:off x="2708723" y="2245789"/>
            <a:ext cx="246552" cy="352558"/>
            <a:chOff x="2708723" y="2421239"/>
            <a:chExt cx="246552" cy="352558"/>
          </a:xfrm>
        </p:grpSpPr>
        <p:sp>
          <p:nvSpPr>
            <p:cNvPr id="11567" name="Google Shape;11567;p84"/>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4"/>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9" name="Google Shape;11569;p84"/>
          <p:cNvGrpSpPr/>
          <p:nvPr/>
        </p:nvGrpSpPr>
        <p:grpSpPr>
          <a:xfrm>
            <a:off x="1835485" y="2246902"/>
            <a:ext cx="259433" cy="350714"/>
            <a:chOff x="1835485" y="2422352"/>
            <a:chExt cx="259433" cy="350714"/>
          </a:xfrm>
        </p:grpSpPr>
        <p:sp>
          <p:nvSpPr>
            <p:cNvPr id="11570" name="Google Shape;11570;p84"/>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84"/>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84"/>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84"/>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84"/>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84"/>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84"/>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7" name="Google Shape;11577;p84"/>
          <p:cNvGrpSpPr/>
          <p:nvPr/>
        </p:nvGrpSpPr>
        <p:grpSpPr>
          <a:xfrm>
            <a:off x="3150240" y="2246902"/>
            <a:ext cx="212489" cy="351445"/>
            <a:chOff x="3150240" y="2422352"/>
            <a:chExt cx="212489" cy="351445"/>
          </a:xfrm>
        </p:grpSpPr>
        <p:sp>
          <p:nvSpPr>
            <p:cNvPr id="11578" name="Google Shape;11578;p84"/>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84"/>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0" name="Google Shape;11580;p84"/>
          <p:cNvGrpSpPr/>
          <p:nvPr/>
        </p:nvGrpSpPr>
        <p:grpSpPr>
          <a:xfrm>
            <a:off x="1367060" y="2246679"/>
            <a:ext cx="269261" cy="352050"/>
            <a:chOff x="1367060" y="2422129"/>
            <a:chExt cx="269261" cy="352050"/>
          </a:xfrm>
        </p:grpSpPr>
        <p:sp>
          <p:nvSpPr>
            <p:cNvPr id="11581" name="Google Shape;11581;p84"/>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4"/>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84"/>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84"/>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84"/>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84"/>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84"/>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84"/>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84"/>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84"/>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84"/>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84"/>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84"/>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84"/>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95" name="Google Shape;11595;p84"/>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6" name="Google Shape;11596;p84"/>
          <p:cNvGrpSpPr/>
          <p:nvPr/>
        </p:nvGrpSpPr>
        <p:grpSpPr>
          <a:xfrm>
            <a:off x="4882690" y="2249955"/>
            <a:ext cx="274573" cy="350682"/>
            <a:chOff x="4882690" y="2425405"/>
            <a:chExt cx="274573" cy="350682"/>
          </a:xfrm>
        </p:grpSpPr>
        <p:sp>
          <p:nvSpPr>
            <p:cNvPr id="11597" name="Google Shape;11597;p84"/>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84"/>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84"/>
          <p:cNvGrpSpPr/>
          <p:nvPr/>
        </p:nvGrpSpPr>
        <p:grpSpPr>
          <a:xfrm>
            <a:off x="6627639" y="2268434"/>
            <a:ext cx="355993" cy="313247"/>
            <a:chOff x="6627639" y="2443884"/>
            <a:chExt cx="355993" cy="313247"/>
          </a:xfrm>
        </p:grpSpPr>
        <p:sp>
          <p:nvSpPr>
            <p:cNvPr id="11600" name="Google Shape;11600;p84"/>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84"/>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84"/>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3" name="Google Shape;11603;p84"/>
          <p:cNvGrpSpPr/>
          <p:nvPr/>
        </p:nvGrpSpPr>
        <p:grpSpPr>
          <a:xfrm>
            <a:off x="6183451" y="2286690"/>
            <a:ext cx="351445" cy="277976"/>
            <a:chOff x="6183451" y="2462140"/>
            <a:chExt cx="351445" cy="277976"/>
          </a:xfrm>
        </p:grpSpPr>
        <p:sp>
          <p:nvSpPr>
            <p:cNvPr id="11604" name="Google Shape;11604;p84"/>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4"/>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84"/>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84"/>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84"/>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84"/>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84"/>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1" name="Google Shape;11611;p84"/>
          <p:cNvGrpSpPr/>
          <p:nvPr/>
        </p:nvGrpSpPr>
        <p:grpSpPr>
          <a:xfrm>
            <a:off x="5735477" y="2254408"/>
            <a:ext cx="353354" cy="341299"/>
            <a:chOff x="5735477" y="2429858"/>
            <a:chExt cx="353354" cy="341299"/>
          </a:xfrm>
        </p:grpSpPr>
        <p:sp>
          <p:nvSpPr>
            <p:cNvPr id="11612" name="Google Shape;11612;p84"/>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84"/>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84"/>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4"/>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84"/>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84"/>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8" name="Google Shape;11618;p84"/>
          <p:cNvGrpSpPr/>
          <p:nvPr/>
        </p:nvGrpSpPr>
        <p:grpSpPr>
          <a:xfrm>
            <a:off x="5243735" y="2271523"/>
            <a:ext cx="405255" cy="275499"/>
            <a:chOff x="5283337" y="2478774"/>
            <a:chExt cx="358633" cy="243913"/>
          </a:xfrm>
        </p:grpSpPr>
        <p:sp>
          <p:nvSpPr>
            <p:cNvPr id="11619" name="Google Shape;11619;p84"/>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84"/>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4"/>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84"/>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84"/>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84"/>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84"/>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84"/>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84"/>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84"/>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84"/>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84"/>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84"/>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84"/>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84"/>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84"/>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84"/>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6" name="Google Shape;11636;p84"/>
          <p:cNvGrpSpPr/>
          <p:nvPr/>
        </p:nvGrpSpPr>
        <p:grpSpPr>
          <a:xfrm>
            <a:off x="7964753" y="2295373"/>
            <a:ext cx="362068" cy="258670"/>
            <a:chOff x="7964753" y="2470823"/>
            <a:chExt cx="362068" cy="258670"/>
          </a:xfrm>
        </p:grpSpPr>
        <p:sp>
          <p:nvSpPr>
            <p:cNvPr id="11637" name="Google Shape;11637;p84"/>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84"/>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84"/>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84"/>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84"/>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84"/>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84"/>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84"/>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84"/>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84"/>
          <p:cNvGrpSpPr/>
          <p:nvPr/>
        </p:nvGrpSpPr>
        <p:grpSpPr>
          <a:xfrm>
            <a:off x="7524349" y="2280997"/>
            <a:ext cx="350332" cy="288948"/>
            <a:chOff x="7524349" y="2456447"/>
            <a:chExt cx="350332" cy="288948"/>
          </a:xfrm>
        </p:grpSpPr>
        <p:sp>
          <p:nvSpPr>
            <p:cNvPr id="11647" name="Google Shape;11647;p84"/>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84"/>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84"/>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84"/>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84"/>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2" name="Google Shape;11652;p84"/>
          <p:cNvGrpSpPr/>
          <p:nvPr/>
        </p:nvGrpSpPr>
        <p:grpSpPr>
          <a:xfrm>
            <a:off x="3972749" y="2719143"/>
            <a:ext cx="355230" cy="356725"/>
            <a:chOff x="3972749" y="2894211"/>
            <a:chExt cx="355230" cy="356725"/>
          </a:xfrm>
        </p:grpSpPr>
        <p:sp>
          <p:nvSpPr>
            <p:cNvPr id="11653" name="Google Shape;11653;p84"/>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84"/>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84"/>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84"/>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84"/>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8" name="Google Shape;11658;p84"/>
          <p:cNvGrpSpPr/>
          <p:nvPr/>
        </p:nvGrpSpPr>
        <p:grpSpPr>
          <a:xfrm>
            <a:off x="3527797" y="2743553"/>
            <a:ext cx="355993" cy="307904"/>
            <a:chOff x="3527797" y="2918796"/>
            <a:chExt cx="355993" cy="307904"/>
          </a:xfrm>
        </p:grpSpPr>
        <p:sp>
          <p:nvSpPr>
            <p:cNvPr id="11659" name="Google Shape;11659;p84"/>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84"/>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84"/>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84"/>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84"/>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84"/>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84"/>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84"/>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84"/>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84"/>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84"/>
          <p:cNvGrpSpPr/>
          <p:nvPr/>
        </p:nvGrpSpPr>
        <p:grpSpPr>
          <a:xfrm>
            <a:off x="3082845" y="2746336"/>
            <a:ext cx="356375" cy="302338"/>
            <a:chOff x="3082845" y="2920959"/>
            <a:chExt cx="356375" cy="302338"/>
          </a:xfrm>
        </p:grpSpPr>
        <p:sp>
          <p:nvSpPr>
            <p:cNvPr id="11670" name="Google Shape;11670;p84"/>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84"/>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2" name="Google Shape;11672;p84"/>
          <p:cNvGrpSpPr/>
          <p:nvPr/>
        </p:nvGrpSpPr>
        <p:grpSpPr>
          <a:xfrm>
            <a:off x="2639038" y="2719699"/>
            <a:ext cx="355612" cy="355612"/>
            <a:chOff x="2639038" y="2894942"/>
            <a:chExt cx="355612" cy="355612"/>
          </a:xfrm>
        </p:grpSpPr>
        <p:sp>
          <p:nvSpPr>
            <p:cNvPr id="11673" name="Google Shape;11673;p84"/>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84"/>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84"/>
          <p:cNvGrpSpPr/>
          <p:nvPr/>
        </p:nvGrpSpPr>
        <p:grpSpPr>
          <a:xfrm>
            <a:off x="2194468" y="2763622"/>
            <a:ext cx="355993" cy="267766"/>
            <a:chOff x="2194468" y="2938865"/>
            <a:chExt cx="355993" cy="267766"/>
          </a:xfrm>
        </p:grpSpPr>
        <p:sp>
          <p:nvSpPr>
            <p:cNvPr id="11676" name="Google Shape;11676;p84"/>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84"/>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84"/>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84"/>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84"/>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84"/>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4"/>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84"/>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84"/>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84"/>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84"/>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84"/>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4"/>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4"/>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84"/>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84"/>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84"/>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84"/>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4"/>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4"/>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6" name="Google Shape;11696;p84"/>
          <p:cNvGrpSpPr/>
          <p:nvPr/>
        </p:nvGrpSpPr>
        <p:grpSpPr>
          <a:xfrm>
            <a:off x="1749897" y="2719699"/>
            <a:ext cx="355993" cy="355612"/>
            <a:chOff x="1749897" y="2894561"/>
            <a:chExt cx="355993" cy="355612"/>
          </a:xfrm>
        </p:grpSpPr>
        <p:sp>
          <p:nvSpPr>
            <p:cNvPr id="11697" name="Google Shape;11697;p84"/>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4"/>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84"/>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84"/>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84"/>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84"/>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84"/>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4"/>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84"/>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84"/>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84"/>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8" name="Google Shape;11708;p84"/>
          <p:cNvGrpSpPr/>
          <p:nvPr/>
        </p:nvGrpSpPr>
        <p:grpSpPr>
          <a:xfrm>
            <a:off x="1305327" y="2718761"/>
            <a:ext cx="357520" cy="357488"/>
            <a:chOff x="1305327" y="2894211"/>
            <a:chExt cx="357520" cy="357488"/>
          </a:xfrm>
        </p:grpSpPr>
        <p:sp>
          <p:nvSpPr>
            <p:cNvPr id="11709" name="Google Shape;11709;p84"/>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84"/>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84"/>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84"/>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84"/>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84"/>
          <p:cNvGrpSpPr/>
          <p:nvPr/>
        </p:nvGrpSpPr>
        <p:grpSpPr>
          <a:xfrm>
            <a:off x="853950" y="2720860"/>
            <a:ext cx="364104" cy="353290"/>
            <a:chOff x="853950" y="2894720"/>
            <a:chExt cx="364104" cy="353290"/>
          </a:xfrm>
        </p:grpSpPr>
        <p:sp>
          <p:nvSpPr>
            <p:cNvPr id="11715" name="Google Shape;11715;p84"/>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84"/>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4"/>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4"/>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4"/>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4"/>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84"/>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2" name="Google Shape;11722;p84"/>
          <p:cNvGrpSpPr/>
          <p:nvPr/>
        </p:nvGrpSpPr>
        <p:grpSpPr>
          <a:xfrm>
            <a:off x="7066548" y="2737144"/>
            <a:ext cx="352209" cy="334938"/>
            <a:chOff x="7066548" y="2912594"/>
            <a:chExt cx="352209" cy="334938"/>
          </a:xfrm>
        </p:grpSpPr>
        <p:sp>
          <p:nvSpPr>
            <p:cNvPr id="11723" name="Google Shape;11723;p84"/>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84"/>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84"/>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84"/>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84"/>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4"/>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9" name="Google Shape;11729;p84"/>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84"/>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1" name="Google Shape;11731;p84"/>
          <p:cNvGrpSpPr/>
          <p:nvPr/>
        </p:nvGrpSpPr>
        <p:grpSpPr>
          <a:xfrm>
            <a:off x="7541397" y="2729352"/>
            <a:ext cx="318495" cy="352209"/>
            <a:chOff x="7541397" y="2904802"/>
            <a:chExt cx="318495" cy="352209"/>
          </a:xfrm>
        </p:grpSpPr>
        <p:sp>
          <p:nvSpPr>
            <p:cNvPr id="11732" name="Google Shape;11732;p84"/>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4"/>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4" name="Google Shape;11734;p84"/>
          <p:cNvGrpSpPr/>
          <p:nvPr/>
        </p:nvGrpSpPr>
        <p:grpSpPr>
          <a:xfrm>
            <a:off x="8003015" y="2728589"/>
            <a:ext cx="306759" cy="351445"/>
            <a:chOff x="8003015" y="2904039"/>
            <a:chExt cx="306759" cy="351445"/>
          </a:xfrm>
        </p:grpSpPr>
        <p:sp>
          <p:nvSpPr>
            <p:cNvPr id="11735" name="Google Shape;11735;p84"/>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84"/>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4"/>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84"/>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4"/>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84"/>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84"/>
          <p:cNvGrpSpPr/>
          <p:nvPr/>
        </p:nvGrpSpPr>
        <p:grpSpPr>
          <a:xfrm>
            <a:off x="5687770" y="2710046"/>
            <a:ext cx="369638" cy="369606"/>
            <a:chOff x="5687770" y="2885496"/>
            <a:chExt cx="369638" cy="369606"/>
          </a:xfrm>
        </p:grpSpPr>
        <p:sp>
          <p:nvSpPr>
            <p:cNvPr id="11742" name="Google Shape;11742;p84"/>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84"/>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84"/>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84"/>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4"/>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4"/>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4"/>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4"/>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84"/>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84"/>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84"/>
          <p:cNvGrpSpPr/>
          <p:nvPr/>
        </p:nvGrpSpPr>
        <p:grpSpPr>
          <a:xfrm>
            <a:off x="4881958" y="2729352"/>
            <a:ext cx="156417" cy="349537"/>
            <a:chOff x="4881958" y="2904802"/>
            <a:chExt cx="156417" cy="349537"/>
          </a:xfrm>
        </p:grpSpPr>
        <p:sp>
          <p:nvSpPr>
            <p:cNvPr id="11753" name="Google Shape;11753;p84"/>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84"/>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4"/>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84"/>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84"/>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84"/>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84"/>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84"/>
          <p:cNvGrpSpPr/>
          <p:nvPr/>
        </p:nvGrpSpPr>
        <p:grpSpPr>
          <a:xfrm>
            <a:off x="5230318" y="2711064"/>
            <a:ext cx="371133" cy="367443"/>
            <a:chOff x="5230318" y="2886514"/>
            <a:chExt cx="371133" cy="367443"/>
          </a:xfrm>
        </p:grpSpPr>
        <p:sp>
          <p:nvSpPr>
            <p:cNvPr id="11761" name="Google Shape;11761;p84"/>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84"/>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84"/>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84"/>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84"/>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84"/>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84"/>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84"/>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84"/>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0" name="Google Shape;11770;p84"/>
          <p:cNvGrpSpPr/>
          <p:nvPr/>
        </p:nvGrpSpPr>
        <p:grpSpPr>
          <a:xfrm>
            <a:off x="5748358" y="3259128"/>
            <a:ext cx="352590" cy="182561"/>
            <a:chOff x="5748358" y="3434578"/>
            <a:chExt cx="352590" cy="182561"/>
          </a:xfrm>
        </p:grpSpPr>
        <p:sp>
          <p:nvSpPr>
            <p:cNvPr id="11771" name="Google Shape;11771;p84"/>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84"/>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84"/>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84"/>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84"/>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4"/>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84"/>
          <p:cNvGrpSpPr/>
          <p:nvPr/>
        </p:nvGrpSpPr>
        <p:grpSpPr>
          <a:xfrm>
            <a:off x="862283" y="4099321"/>
            <a:ext cx="341204" cy="359301"/>
            <a:chOff x="862283" y="4274771"/>
            <a:chExt cx="341204" cy="359301"/>
          </a:xfrm>
        </p:grpSpPr>
        <p:sp>
          <p:nvSpPr>
            <p:cNvPr id="11778" name="Google Shape;11778;p84"/>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84"/>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84"/>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84"/>
          <p:cNvGrpSpPr/>
          <p:nvPr/>
        </p:nvGrpSpPr>
        <p:grpSpPr>
          <a:xfrm>
            <a:off x="1396957" y="4111915"/>
            <a:ext cx="301861" cy="332871"/>
            <a:chOff x="1396957" y="4287365"/>
            <a:chExt cx="301861" cy="332871"/>
          </a:xfrm>
        </p:grpSpPr>
        <p:sp>
          <p:nvSpPr>
            <p:cNvPr id="11782" name="Google Shape;11782;p84"/>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84"/>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84"/>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84"/>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84"/>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84"/>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84"/>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84"/>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84"/>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84"/>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84"/>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84"/>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84"/>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84"/>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84"/>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84"/>
          <p:cNvGrpSpPr/>
          <p:nvPr/>
        </p:nvGrpSpPr>
        <p:grpSpPr>
          <a:xfrm>
            <a:off x="1865381" y="4102056"/>
            <a:ext cx="396131" cy="355612"/>
            <a:chOff x="1865381" y="4277506"/>
            <a:chExt cx="396131" cy="355612"/>
          </a:xfrm>
        </p:grpSpPr>
        <p:sp>
          <p:nvSpPr>
            <p:cNvPr id="11798" name="Google Shape;11798;p84"/>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4"/>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4"/>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84"/>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84"/>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84"/>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4" name="Google Shape;11804;p84"/>
          <p:cNvGrpSpPr/>
          <p:nvPr/>
        </p:nvGrpSpPr>
        <p:grpSpPr>
          <a:xfrm>
            <a:off x="2411823" y="4128549"/>
            <a:ext cx="334398" cy="299953"/>
            <a:chOff x="2411823" y="4303999"/>
            <a:chExt cx="334398" cy="299953"/>
          </a:xfrm>
        </p:grpSpPr>
        <p:sp>
          <p:nvSpPr>
            <p:cNvPr id="11805" name="Google Shape;11805;p84"/>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84"/>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84"/>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84"/>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84"/>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84"/>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4"/>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2" name="Google Shape;11812;p84"/>
          <p:cNvGrpSpPr/>
          <p:nvPr/>
        </p:nvGrpSpPr>
        <p:grpSpPr>
          <a:xfrm>
            <a:off x="2903337" y="4103582"/>
            <a:ext cx="382519" cy="350682"/>
            <a:chOff x="2903337" y="4279032"/>
            <a:chExt cx="382519" cy="350682"/>
          </a:xfrm>
        </p:grpSpPr>
        <p:sp>
          <p:nvSpPr>
            <p:cNvPr id="11813" name="Google Shape;11813;p84"/>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84"/>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84"/>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84"/>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4"/>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84"/>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84"/>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84"/>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84"/>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84"/>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84"/>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84"/>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84"/>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84"/>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84"/>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8" name="Google Shape;11828;p84"/>
          <p:cNvGrpSpPr/>
          <p:nvPr/>
        </p:nvGrpSpPr>
        <p:grpSpPr>
          <a:xfrm>
            <a:off x="3933342" y="4140317"/>
            <a:ext cx="383632" cy="276449"/>
            <a:chOff x="3933342" y="4315767"/>
            <a:chExt cx="383632" cy="276449"/>
          </a:xfrm>
        </p:grpSpPr>
        <p:sp>
          <p:nvSpPr>
            <p:cNvPr id="11829" name="Google Shape;11829;p84"/>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4"/>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84"/>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84"/>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84"/>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84"/>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5" name="Google Shape;11835;p84"/>
          <p:cNvGrpSpPr/>
          <p:nvPr/>
        </p:nvGrpSpPr>
        <p:grpSpPr>
          <a:xfrm>
            <a:off x="3441065" y="4127055"/>
            <a:ext cx="337069" cy="302593"/>
            <a:chOff x="3441065" y="4302505"/>
            <a:chExt cx="337069" cy="302593"/>
          </a:xfrm>
        </p:grpSpPr>
        <p:sp>
          <p:nvSpPr>
            <p:cNvPr id="11836" name="Google Shape;11836;p84"/>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4"/>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84"/>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84"/>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4"/>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84"/>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84"/>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4"/>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4"/>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84"/>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4"/>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84"/>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84"/>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9" name="Google Shape;11849;p84"/>
          <p:cNvGrpSpPr/>
          <p:nvPr/>
        </p:nvGrpSpPr>
        <p:grpSpPr>
          <a:xfrm>
            <a:off x="3532345" y="3187185"/>
            <a:ext cx="339328" cy="336274"/>
            <a:chOff x="3532345" y="3362635"/>
            <a:chExt cx="339328" cy="336274"/>
          </a:xfrm>
        </p:grpSpPr>
        <p:sp>
          <p:nvSpPr>
            <p:cNvPr id="11850" name="Google Shape;11850;p84"/>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4"/>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4"/>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4"/>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84"/>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55" name="Google Shape;11855;p84"/>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56" name="Google Shape;11856;p84"/>
          <p:cNvGrpSpPr/>
          <p:nvPr/>
        </p:nvGrpSpPr>
        <p:grpSpPr>
          <a:xfrm>
            <a:off x="1883955" y="3633250"/>
            <a:ext cx="162873" cy="351445"/>
            <a:chOff x="1883955" y="3808700"/>
            <a:chExt cx="162873" cy="351445"/>
          </a:xfrm>
        </p:grpSpPr>
        <p:sp>
          <p:nvSpPr>
            <p:cNvPr id="11857" name="Google Shape;11857;p84"/>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84"/>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9" name="Google Shape;11859;p84"/>
          <p:cNvGrpSpPr/>
          <p:nvPr/>
        </p:nvGrpSpPr>
        <p:grpSpPr>
          <a:xfrm>
            <a:off x="939156" y="3633759"/>
            <a:ext cx="192007" cy="351318"/>
            <a:chOff x="939156" y="3809209"/>
            <a:chExt cx="192007" cy="351318"/>
          </a:xfrm>
        </p:grpSpPr>
        <p:sp>
          <p:nvSpPr>
            <p:cNvPr id="11860" name="Google Shape;11860;p84"/>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84"/>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2" name="Google Shape;11862;p84"/>
          <p:cNvGrpSpPr/>
          <p:nvPr/>
        </p:nvGrpSpPr>
        <p:grpSpPr>
          <a:xfrm>
            <a:off x="2306167" y="3634395"/>
            <a:ext cx="193915" cy="349155"/>
            <a:chOff x="2306167" y="3809845"/>
            <a:chExt cx="193915" cy="349155"/>
          </a:xfrm>
        </p:grpSpPr>
        <p:sp>
          <p:nvSpPr>
            <p:cNvPr id="11863" name="Google Shape;11863;p84"/>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4"/>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84"/>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84"/>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4"/>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84"/>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84"/>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0" name="Google Shape;11870;p84"/>
          <p:cNvGrpSpPr/>
          <p:nvPr/>
        </p:nvGrpSpPr>
        <p:grpSpPr>
          <a:xfrm>
            <a:off x="1323901" y="3631723"/>
            <a:ext cx="356343" cy="356757"/>
            <a:chOff x="1323901" y="3807173"/>
            <a:chExt cx="356343" cy="356757"/>
          </a:xfrm>
        </p:grpSpPr>
        <p:sp>
          <p:nvSpPr>
            <p:cNvPr id="11871" name="Google Shape;11871;p84"/>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4"/>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4"/>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4"/>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4"/>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4"/>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4"/>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84"/>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84"/>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4"/>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84"/>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84"/>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84"/>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4"/>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4"/>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84"/>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84"/>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4"/>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4"/>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4"/>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84"/>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4"/>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84"/>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84"/>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5" name="Google Shape;11895;p84"/>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6" name="Google Shape;11896;p84"/>
          <p:cNvGrpSpPr/>
          <p:nvPr/>
        </p:nvGrpSpPr>
        <p:grpSpPr>
          <a:xfrm>
            <a:off x="859262" y="3178470"/>
            <a:ext cx="306759" cy="351445"/>
            <a:chOff x="859262" y="3353920"/>
            <a:chExt cx="306759" cy="351445"/>
          </a:xfrm>
        </p:grpSpPr>
        <p:sp>
          <p:nvSpPr>
            <p:cNvPr id="11897" name="Google Shape;11897;p84"/>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4"/>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4"/>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84"/>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4"/>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2" name="Google Shape;11902;p84"/>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3" name="Google Shape;11903;p84"/>
          <p:cNvGrpSpPr/>
          <p:nvPr/>
        </p:nvGrpSpPr>
        <p:grpSpPr>
          <a:xfrm>
            <a:off x="3967437" y="3661652"/>
            <a:ext cx="364708" cy="295405"/>
            <a:chOff x="3967437" y="3837102"/>
            <a:chExt cx="364708" cy="295405"/>
          </a:xfrm>
        </p:grpSpPr>
        <p:sp>
          <p:nvSpPr>
            <p:cNvPr id="11904" name="Google Shape;11904;p84"/>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84"/>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4"/>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84"/>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84"/>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9" name="Google Shape;11909;p84"/>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84"/>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84"/>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2" name="Google Shape;11912;p84"/>
          <p:cNvGrpSpPr/>
          <p:nvPr/>
        </p:nvGrpSpPr>
        <p:grpSpPr>
          <a:xfrm>
            <a:off x="5811827" y="3631001"/>
            <a:ext cx="283743" cy="308444"/>
            <a:chOff x="5964227" y="3858701"/>
            <a:chExt cx="283743" cy="308444"/>
          </a:xfrm>
        </p:grpSpPr>
        <p:sp>
          <p:nvSpPr>
            <p:cNvPr id="11913" name="Google Shape;11913;p84"/>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84"/>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84"/>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84"/>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7" name="Google Shape;11917;p84"/>
          <p:cNvGrpSpPr/>
          <p:nvPr/>
        </p:nvGrpSpPr>
        <p:grpSpPr>
          <a:xfrm>
            <a:off x="6243508" y="3697623"/>
            <a:ext cx="320372" cy="213602"/>
            <a:chOff x="6395908" y="3873073"/>
            <a:chExt cx="320372" cy="213602"/>
          </a:xfrm>
        </p:grpSpPr>
        <p:sp>
          <p:nvSpPr>
            <p:cNvPr id="11918" name="Google Shape;11918;p84"/>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4"/>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84"/>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84"/>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4"/>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4"/>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4"/>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4"/>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84"/>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84"/>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84"/>
          <p:cNvGrpSpPr/>
          <p:nvPr/>
        </p:nvGrpSpPr>
        <p:grpSpPr>
          <a:xfrm>
            <a:off x="7262890" y="3627366"/>
            <a:ext cx="357138" cy="352018"/>
            <a:chOff x="7415290" y="3802816"/>
            <a:chExt cx="357138" cy="352018"/>
          </a:xfrm>
        </p:grpSpPr>
        <p:sp>
          <p:nvSpPr>
            <p:cNvPr id="11929" name="Google Shape;11929;p84"/>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84"/>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4"/>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4"/>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84"/>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84"/>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4"/>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4"/>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7" name="Google Shape;11937;p84"/>
          <p:cNvGrpSpPr/>
          <p:nvPr/>
        </p:nvGrpSpPr>
        <p:grpSpPr>
          <a:xfrm>
            <a:off x="6737312" y="3657963"/>
            <a:ext cx="355230" cy="293401"/>
            <a:chOff x="6889712" y="3833413"/>
            <a:chExt cx="355230" cy="293401"/>
          </a:xfrm>
        </p:grpSpPr>
        <p:sp>
          <p:nvSpPr>
            <p:cNvPr id="11938" name="Google Shape;11938;p84"/>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4"/>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84"/>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4"/>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4"/>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84"/>
          <p:cNvGrpSpPr/>
          <p:nvPr/>
        </p:nvGrpSpPr>
        <p:grpSpPr>
          <a:xfrm>
            <a:off x="7707152" y="3660420"/>
            <a:ext cx="282318" cy="337168"/>
            <a:chOff x="1635875" y="237775"/>
            <a:chExt cx="4370250" cy="5219325"/>
          </a:xfrm>
        </p:grpSpPr>
        <p:sp>
          <p:nvSpPr>
            <p:cNvPr id="11944" name="Google Shape;11944;p84"/>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84"/>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6" name="Google Shape;11946;p84"/>
          <p:cNvGrpSpPr/>
          <p:nvPr/>
        </p:nvGrpSpPr>
        <p:grpSpPr>
          <a:xfrm>
            <a:off x="3103963" y="3185690"/>
            <a:ext cx="297886" cy="337578"/>
            <a:chOff x="3103963" y="3361140"/>
            <a:chExt cx="297886" cy="337578"/>
          </a:xfrm>
        </p:grpSpPr>
        <p:sp>
          <p:nvSpPr>
            <p:cNvPr id="11947" name="Google Shape;11947;p84"/>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4"/>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84"/>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84"/>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84"/>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8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8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84"/>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84"/>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84"/>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84"/>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84"/>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84"/>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4"/>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4"/>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84"/>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4"/>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4"/>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8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8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4"/>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4"/>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84"/>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84"/>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1" name="Google Shape;11971;p84"/>
          <p:cNvGrpSpPr/>
          <p:nvPr/>
        </p:nvGrpSpPr>
        <p:grpSpPr>
          <a:xfrm>
            <a:off x="2667821" y="3185658"/>
            <a:ext cx="273046" cy="337801"/>
            <a:chOff x="2667821" y="3361108"/>
            <a:chExt cx="273046" cy="337801"/>
          </a:xfrm>
        </p:grpSpPr>
        <p:sp>
          <p:nvSpPr>
            <p:cNvPr id="11972" name="Google Shape;11972;p84"/>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84"/>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84"/>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4"/>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4"/>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4"/>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84"/>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84"/>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4"/>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4"/>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84"/>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84"/>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84"/>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84"/>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84"/>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4"/>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4"/>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4"/>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4"/>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1" name="Google Shape;11991;p84"/>
          <p:cNvGrpSpPr/>
          <p:nvPr/>
        </p:nvGrpSpPr>
        <p:grpSpPr>
          <a:xfrm>
            <a:off x="2212469" y="3184863"/>
            <a:ext cx="282715" cy="338660"/>
            <a:chOff x="2212469" y="3360313"/>
            <a:chExt cx="282715" cy="338660"/>
          </a:xfrm>
        </p:grpSpPr>
        <p:sp>
          <p:nvSpPr>
            <p:cNvPr id="11992" name="Google Shape;11992;p84"/>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84"/>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84"/>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5" name="Google Shape;11995;p84"/>
          <p:cNvGrpSpPr/>
          <p:nvPr/>
        </p:nvGrpSpPr>
        <p:grpSpPr>
          <a:xfrm>
            <a:off x="1768821" y="3185658"/>
            <a:ext cx="278739" cy="339073"/>
            <a:chOff x="1768821" y="3361108"/>
            <a:chExt cx="278739" cy="339073"/>
          </a:xfrm>
        </p:grpSpPr>
        <p:sp>
          <p:nvSpPr>
            <p:cNvPr id="11996" name="Google Shape;11996;p84"/>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4"/>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4"/>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84"/>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4"/>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4"/>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4"/>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4"/>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4"/>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4"/>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4"/>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7" name="Google Shape;12007;p84"/>
          <p:cNvGrpSpPr/>
          <p:nvPr/>
        </p:nvGrpSpPr>
        <p:grpSpPr>
          <a:xfrm>
            <a:off x="5337883" y="3161423"/>
            <a:ext cx="307141" cy="376826"/>
            <a:chOff x="5337883" y="3336873"/>
            <a:chExt cx="307141" cy="376826"/>
          </a:xfrm>
        </p:grpSpPr>
        <p:sp>
          <p:nvSpPr>
            <p:cNvPr id="12008" name="Google Shape;12008;p84"/>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84"/>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0" name="Google Shape;12010;p84"/>
          <p:cNvGrpSpPr/>
          <p:nvPr/>
        </p:nvGrpSpPr>
        <p:grpSpPr>
          <a:xfrm>
            <a:off x="4883835" y="3161805"/>
            <a:ext cx="323425" cy="377557"/>
            <a:chOff x="4883835" y="3337255"/>
            <a:chExt cx="323425" cy="377557"/>
          </a:xfrm>
        </p:grpSpPr>
        <p:sp>
          <p:nvSpPr>
            <p:cNvPr id="12011" name="Google Shape;12011;p84"/>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4"/>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84"/>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84"/>
          <p:cNvGrpSpPr/>
          <p:nvPr/>
        </p:nvGrpSpPr>
        <p:grpSpPr>
          <a:xfrm>
            <a:off x="6193310" y="3231839"/>
            <a:ext cx="352590" cy="237488"/>
            <a:chOff x="6193310" y="3407289"/>
            <a:chExt cx="352590" cy="237488"/>
          </a:xfrm>
        </p:grpSpPr>
        <p:sp>
          <p:nvSpPr>
            <p:cNvPr id="12015" name="Google Shape;12015;p84"/>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84"/>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84"/>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84"/>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84"/>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84"/>
          <p:cNvGrpSpPr/>
          <p:nvPr/>
        </p:nvGrpSpPr>
        <p:grpSpPr>
          <a:xfrm>
            <a:off x="6637117" y="3222393"/>
            <a:ext cx="353735" cy="254504"/>
            <a:chOff x="6637117" y="3397843"/>
            <a:chExt cx="353735" cy="254504"/>
          </a:xfrm>
        </p:grpSpPr>
        <p:sp>
          <p:nvSpPr>
            <p:cNvPr id="12021" name="Google Shape;12021;p84"/>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4"/>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84"/>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84"/>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84"/>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84"/>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7" name="Google Shape;12027;p84"/>
          <p:cNvGrpSpPr/>
          <p:nvPr/>
        </p:nvGrpSpPr>
        <p:grpSpPr>
          <a:xfrm>
            <a:off x="7075994" y="3174081"/>
            <a:ext cx="360637" cy="352336"/>
            <a:chOff x="7075994" y="3349531"/>
            <a:chExt cx="360637" cy="352336"/>
          </a:xfrm>
        </p:grpSpPr>
        <p:sp>
          <p:nvSpPr>
            <p:cNvPr id="12028" name="Google Shape;12028;p84"/>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84"/>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84"/>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84"/>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84"/>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84"/>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4"/>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5" name="Google Shape;12035;p84"/>
          <p:cNvGrpSpPr/>
          <p:nvPr/>
        </p:nvGrpSpPr>
        <p:grpSpPr>
          <a:xfrm>
            <a:off x="7651983" y="3173731"/>
            <a:ext cx="107183" cy="352399"/>
            <a:chOff x="7651983" y="3349181"/>
            <a:chExt cx="107183" cy="352399"/>
          </a:xfrm>
        </p:grpSpPr>
        <p:sp>
          <p:nvSpPr>
            <p:cNvPr id="12036" name="Google Shape;12036;p84"/>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84"/>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8" name="Google Shape;12038;p84"/>
          <p:cNvGrpSpPr/>
          <p:nvPr/>
        </p:nvGrpSpPr>
        <p:grpSpPr>
          <a:xfrm>
            <a:off x="7973468" y="3206872"/>
            <a:ext cx="352590" cy="287072"/>
            <a:chOff x="7973468" y="3382322"/>
            <a:chExt cx="352590" cy="287072"/>
          </a:xfrm>
        </p:grpSpPr>
        <p:sp>
          <p:nvSpPr>
            <p:cNvPr id="12039" name="Google Shape;12039;p84"/>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84"/>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84"/>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84"/>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84"/>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84"/>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84"/>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84"/>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84"/>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84"/>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84"/>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84"/>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51" name="Google Shape;12051;p84"/>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052" name="Google Shape;12052;p84"/>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056"/>
        <p:cNvGrpSpPr/>
        <p:nvPr/>
      </p:nvGrpSpPr>
      <p:grpSpPr>
        <a:xfrm>
          <a:off x="0" y="0"/>
          <a:ext cx="0" cy="0"/>
          <a:chOff x="0" y="0"/>
          <a:chExt cx="0" cy="0"/>
        </a:xfrm>
      </p:grpSpPr>
      <p:grpSp>
        <p:nvGrpSpPr>
          <p:cNvPr id="12057" name="Google Shape;12057;p85"/>
          <p:cNvGrpSpPr/>
          <p:nvPr/>
        </p:nvGrpSpPr>
        <p:grpSpPr>
          <a:xfrm>
            <a:off x="821808" y="1576858"/>
            <a:ext cx="347872" cy="347488"/>
            <a:chOff x="849677" y="1500658"/>
            <a:chExt cx="347872" cy="347488"/>
          </a:xfrm>
        </p:grpSpPr>
        <p:sp>
          <p:nvSpPr>
            <p:cNvPr id="12058" name="Google Shape;12058;p85"/>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85"/>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85"/>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85"/>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85"/>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85"/>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4" name="Google Shape;12064;p85"/>
          <p:cNvGrpSpPr/>
          <p:nvPr/>
        </p:nvGrpSpPr>
        <p:grpSpPr>
          <a:xfrm>
            <a:off x="1387984" y="1576858"/>
            <a:ext cx="315872" cy="347488"/>
            <a:chOff x="1415853" y="1500658"/>
            <a:chExt cx="315872" cy="347488"/>
          </a:xfrm>
        </p:grpSpPr>
        <p:sp>
          <p:nvSpPr>
            <p:cNvPr id="12065" name="Google Shape;12065;p85"/>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85"/>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85"/>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85"/>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9" name="Google Shape;12069;p85"/>
          <p:cNvGrpSpPr/>
          <p:nvPr/>
        </p:nvGrpSpPr>
        <p:grpSpPr>
          <a:xfrm>
            <a:off x="4669520" y="1576858"/>
            <a:ext cx="347520" cy="347104"/>
            <a:chOff x="4697389" y="1500658"/>
            <a:chExt cx="347520" cy="347104"/>
          </a:xfrm>
        </p:grpSpPr>
        <p:sp>
          <p:nvSpPr>
            <p:cNvPr id="12070" name="Google Shape;12070;p85"/>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85"/>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85"/>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85"/>
          <p:cNvGrpSpPr/>
          <p:nvPr/>
        </p:nvGrpSpPr>
        <p:grpSpPr>
          <a:xfrm>
            <a:off x="3575664" y="2041146"/>
            <a:ext cx="347520" cy="353760"/>
            <a:chOff x="3603533" y="1964946"/>
            <a:chExt cx="347520" cy="353760"/>
          </a:xfrm>
        </p:grpSpPr>
        <p:sp>
          <p:nvSpPr>
            <p:cNvPr id="12074" name="Google Shape;12074;p85"/>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85"/>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85"/>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85"/>
          <p:cNvGrpSpPr/>
          <p:nvPr/>
        </p:nvGrpSpPr>
        <p:grpSpPr>
          <a:xfrm>
            <a:off x="1922896" y="2040538"/>
            <a:ext cx="357792" cy="352448"/>
            <a:chOff x="1950765" y="1964338"/>
            <a:chExt cx="357792" cy="352448"/>
          </a:xfrm>
        </p:grpSpPr>
        <p:sp>
          <p:nvSpPr>
            <p:cNvPr id="12078" name="Google Shape;12078;p85"/>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85"/>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85"/>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85"/>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85"/>
          <p:cNvGrpSpPr/>
          <p:nvPr/>
        </p:nvGrpSpPr>
        <p:grpSpPr>
          <a:xfrm>
            <a:off x="7407760" y="2040890"/>
            <a:ext cx="367712" cy="353248"/>
            <a:chOff x="7435629" y="1964690"/>
            <a:chExt cx="367712" cy="353248"/>
          </a:xfrm>
        </p:grpSpPr>
        <p:sp>
          <p:nvSpPr>
            <p:cNvPr id="12083" name="Google Shape;12083;p85"/>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85"/>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85"/>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85"/>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7" name="Google Shape;12087;p85"/>
          <p:cNvGrpSpPr/>
          <p:nvPr/>
        </p:nvGrpSpPr>
        <p:grpSpPr>
          <a:xfrm>
            <a:off x="2484880" y="2041242"/>
            <a:ext cx="333024" cy="352896"/>
            <a:chOff x="2512749" y="1965042"/>
            <a:chExt cx="333024" cy="352896"/>
          </a:xfrm>
        </p:grpSpPr>
        <p:sp>
          <p:nvSpPr>
            <p:cNvPr id="12088" name="Google Shape;12088;p85"/>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85"/>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85"/>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85"/>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85"/>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85"/>
          <p:cNvGrpSpPr/>
          <p:nvPr/>
        </p:nvGrpSpPr>
        <p:grpSpPr>
          <a:xfrm>
            <a:off x="1370448" y="2057978"/>
            <a:ext cx="365792" cy="335392"/>
            <a:chOff x="1398317" y="1981778"/>
            <a:chExt cx="365792" cy="335392"/>
          </a:xfrm>
        </p:grpSpPr>
        <p:sp>
          <p:nvSpPr>
            <p:cNvPr id="12094" name="Google Shape;12094;p85"/>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85"/>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85"/>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85"/>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85"/>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85"/>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0" name="Google Shape;12100;p85"/>
          <p:cNvGrpSpPr/>
          <p:nvPr/>
        </p:nvGrpSpPr>
        <p:grpSpPr>
          <a:xfrm>
            <a:off x="3024368" y="2079770"/>
            <a:ext cx="353600" cy="314752"/>
            <a:chOff x="3052237" y="2003570"/>
            <a:chExt cx="353600" cy="314752"/>
          </a:xfrm>
        </p:grpSpPr>
        <p:sp>
          <p:nvSpPr>
            <p:cNvPr id="12101" name="Google Shape;12101;p85"/>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85"/>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85"/>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4" name="Google Shape;12104;p85"/>
          <p:cNvGrpSpPr/>
          <p:nvPr/>
        </p:nvGrpSpPr>
        <p:grpSpPr>
          <a:xfrm>
            <a:off x="1376144" y="3034266"/>
            <a:ext cx="368096" cy="223968"/>
            <a:chOff x="1404013" y="2958066"/>
            <a:chExt cx="368096" cy="223968"/>
          </a:xfrm>
        </p:grpSpPr>
        <p:sp>
          <p:nvSpPr>
            <p:cNvPr id="12105" name="Google Shape;12105;p85"/>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85"/>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7" name="Google Shape;12107;p85"/>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85"/>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9" name="Google Shape;12109;p85"/>
          <p:cNvGrpSpPr/>
          <p:nvPr/>
        </p:nvGrpSpPr>
        <p:grpSpPr>
          <a:xfrm>
            <a:off x="1923280" y="2961402"/>
            <a:ext cx="370368" cy="367328"/>
            <a:chOff x="1951149" y="2885202"/>
            <a:chExt cx="370368" cy="367328"/>
          </a:xfrm>
        </p:grpSpPr>
        <p:sp>
          <p:nvSpPr>
            <p:cNvPr id="12110" name="Google Shape;12110;p85"/>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85"/>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85"/>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3" name="Google Shape;12113;p85"/>
          <p:cNvGrpSpPr/>
          <p:nvPr/>
        </p:nvGrpSpPr>
        <p:grpSpPr>
          <a:xfrm>
            <a:off x="2473808" y="2982362"/>
            <a:ext cx="367328" cy="327296"/>
            <a:chOff x="2501677" y="2906162"/>
            <a:chExt cx="367328" cy="327296"/>
          </a:xfrm>
        </p:grpSpPr>
        <p:sp>
          <p:nvSpPr>
            <p:cNvPr id="12114" name="Google Shape;12114;p85"/>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85"/>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85"/>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7" name="Google Shape;12117;p85"/>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18" name="Google Shape;12118;p85"/>
          <p:cNvGrpSpPr/>
          <p:nvPr/>
        </p:nvGrpSpPr>
        <p:grpSpPr>
          <a:xfrm>
            <a:off x="3022448" y="2969914"/>
            <a:ext cx="367712" cy="354240"/>
            <a:chOff x="3050317" y="2893714"/>
            <a:chExt cx="367712" cy="354240"/>
          </a:xfrm>
        </p:grpSpPr>
        <p:sp>
          <p:nvSpPr>
            <p:cNvPr id="12119" name="Google Shape;12119;p85"/>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85"/>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1" name="Google Shape;12121;p85"/>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85"/>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3" name="Google Shape;12123;p85"/>
          <p:cNvGrpSpPr/>
          <p:nvPr/>
        </p:nvGrpSpPr>
        <p:grpSpPr>
          <a:xfrm>
            <a:off x="7503408" y="2962554"/>
            <a:ext cx="185184" cy="367296"/>
            <a:chOff x="7531277" y="2886354"/>
            <a:chExt cx="185184" cy="367296"/>
          </a:xfrm>
        </p:grpSpPr>
        <p:sp>
          <p:nvSpPr>
            <p:cNvPr id="12124" name="Google Shape;12124;p85"/>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85"/>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85"/>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7" name="Google Shape;12127;p85"/>
          <p:cNvGrpSpPr/>
          <p:nvPr/>
        </p:nvGrpSpPr>
        <p:grpSpPr>
          <a:xfrm>
            <a:off x="6898768" y="2962938"/>
            <a:ext cx="297184" cy="367296"/>
            <a:chOff x="6926637" y="2886738"/>
            <a:chExt cx="297184" cy="367296"/>
          </a:xfrm>
        </p:grpSpPr>
        <p:sp>
          <p:nvSpPr>
            <p:cNvPr id="12128" name="Google Shape;12128;p85"/>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85"/>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85"/>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1" name="Google Shape;12131;p85"/>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85"/>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33" name="Google Shape;12133;p85"/>
          <p:cNvGrpSpPr/>
          <p:nvPr/>
        </p:nvGrpSpPr>
        <p:grpSpPr>
          <a:xfrm>
            <a:off x="6312784" y="2962554"/>
            <a:ext cx="370368" cy="368064"/>
            <a:chOff x="6340653" y="2886354"/>
            <a:chExt cx="370368" cy="368064"/>
          </a:xfrm>
        </p:grpSpPr>
        <p:sp>
          <p:nvSpPr>
            <p:cNvPr id="12134" name="Google Shape;12134;p85"/>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85"/>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85"/>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85"/>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85"/>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85"/>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0" name="Google Shape;12140;p85"/>
          <p:cNvGrpSpPr/>
          <p:nvPr/>
        </p:nvGrpSpPr>
        <p:grpSpPr>
          <a:xfrm>
            <a:off x="5218928" y="2057626"/>
            <a:ext cx="354752" cy="336512"/>
            <a:chOff x="5246797" y="1981426"/>
            <a:chExt cx="354752" cy="336512"/>
          </a:xfrm>
        </p:grpSpPr>
        <p:sp>
          <p:nvSpPr>
            <p:cNvPr id="12141" name="Google Shape;12141;p85"/>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85"/>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3" name="Google Shape;12143;p85"/>
          <p:cNvGrpSpPr/>
          <p:nvPr/>
        </p:nvGrpSpPr>
        <p:grpSpPr>
          <a:xfrm>
            <a:off x="4120880" y="2178266"/>
            <a:ext cx="355136" cy="216256"/>
            <a:chOff x="4148749" y="2102066"/>
            <a:chExt cx="355136" cy="216256"/>
          </a:xfrm>
        </p:grpSpPr>
        <p:sp>
          <p:nvSpPr>
            <p:cNvPr id="12144" name="Google Shape;12144;p85"/>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85"/>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85"/>
          <p:cNvGrpSpPr/>
          <p:nvPr/>
        </p:nvGrpSpPr>
        <p:grpSpPr>
          <a:xfrm>
            <a:off x="5766800" y="2077626"/>
            <a:ext cx="354752" cy="315360"/>
            <a:chOff x="5794669" y="2001426"/>
            <a:chExt cx="354752" cy="315360"/>
          </a:xfrm>
        </p:grpSpPr>
        <p:sp>
          <p:nvSpPr>
            <p:cNvPr id="12147" name="Google Shape;12147;p85"/>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85"/>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9" name="Google Shape;12149;p85"/>
          <p:cNvGrpSpPr/>
          <p:nvPr/>
        </p:nvGrpSpPr>
        <p:grpSpPr>
          <a:xfrm>
            <a:off x="6317360" y="2106042"/>
            <a:ext cx="352832" cy="289216"/>
            <a:chOff x="6345229" y="2029842"/>
            <a:chExt cx="352832" cy="289216"/>
          </a:xfrm>
        </p:grpSpPr>
        <p:sp>
          <p:nvSpPr>
            <p:cNvPr id="12150" name="Google Shape;12150;p85"/>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85"/>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2" name="Google Shape;12152;p85"/>
          <p:cNvGrpSpPr/>
          <p:nvPr/>
        </p:nvGrpSpPr>
        <p:grpSpPr>
          <a:xfrm>
            <a:off x="4669520" y="2112538"/>
            <a:ext cx="354752" cy="281984"/>
            <a:chOff x="4697389" y="2036338"/>
            <a:chExt cx="354752" cy="281984"/>
          </a:xfrm>
        </p:grpSpPr>
        <p:sp>
          <p:nvSpPr>
            <p:cNvPr id="12153" name="Google Shape;12153;p85"/>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85"/>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5" name="Google Shape;12155;p85"/>
          <p:cNvGrpSpPr/>
          <p:nvPr/>
        </p:nvGrpSpPr>
        <p:grpSpPr>
          <a:xfrm>
            <a:off x="1376144" y="2500954"/>
            <a:ext cx="353600" cy="354944"/>
            <a:chOff x="1404013" y="2424754"/>
            <a:chExt cx="353600" cy="354944"/>
          </a:xfrm>
        </p:grpSpPr>
        <p:sp>
          <p:nvSpPr>
            <p:cNvPr id="12156" name="Google Shape;12156;p85"/>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85"/>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85"/>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85"/>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85"/>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1" name="Google Shape;12161;p85"/>
          <p:cNvGrpSpPr/>
          <p:nvPr/>
        </p:nvGrpSpPr>
        <p:grpSpPr>
          <a:xfrm>
            <a:off x="826384" y="2504474"/>
            <a:ext cx="355104" cy="351040"/>
            <a:chOff x="854253" y="2428274"/>
            <a:chExt cx="355104" cy="351040"/>
          </a:xfrm>
        </p:grpSpPr>
        <p:sp>
          <p:nvSpPr>
            <p:cNvPr id="12162" name="Google Shape;12162;p85"/>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85"/>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4" name="Google Shape;12164;p85"/>
          <p:cNvGrpSpPr/>
          <p:nvPr/>
        </p:nvGrpSpPr>
        <p:grpSpPr>
          <a:xfrm>
            <a:off x="6869040" y="2517146"/>
            <a:ext cx="354752" cy="275904"/>
            <a:chOff x="6896909" y="2440946"/>
            <a:chExt cx="354752" cy="275904"/>
          </a:xfrm>
        </p:grpSpPr>
        <p:sp>
          <p:nvSpPr>
            <p:cNvPr id="12165" name="Google Shape;12165;p85"/>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85"/>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7" name="Google Shape;12167;p85"/>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8" name="Google Shape;12168;p85"/>
          <p:cNvGrpSpPr/>
          <p:nvPr/>
        </p:nvGrpSpPr>
        <p:grpSpPr>
          <a:xfrm>
            <a:off x="5237200" y="2500954"/>
            <a:ext cx="321984" cy="354560"/>
            <a:chOff x="5265069" y="2424754"/>
            <a:chExt cx="321984" cy="354560"/>
          </a:xfrm>
        </p:grpSpPr>
        <p:sp>
          <p:nvSpPr>
            <p:cNvPr id="12169" name="Google Shape;12169;p85"/>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85"/>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85"/>
          <p:cNvGrpSpPr/>
          <p:nvPr/>
        </p:nvGrpSpPr>
        <p:grpSpPr>
          <a:xfrm>
            <a:off x="4122800" y="2542970"/>
            <a:ext cx="355104" cy="259584"/>
            <a:chOff x="4150669" y="2466770"/>
            <a:chExt cx="355104" cy="259584"/>
          </a:xfrm>
        </p:grpSpPr>
        <p:sp>
          <p:nvSpPr>
            <p:cNvPr id="12172" name="Google Shape;12172;p85"/>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85"/>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85"/>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85"/>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6" name="Google Shape;12176;p85"/>
          <p:cNvGrpSpPr/>
          <p:nvPr/>
        </p:nvGrpSpPr>
        <p:grpSpPr>
          <a:xfrm>
            <a:off x="4671824" y="2501146"/>
            <a:ext cx="354336" cy="353984"/>
            <a:chOff x="4699693" y="2424946"/>
            <a:chExt cx="354336" cy="353984"/>
          </a:xfrm>
        </p:grpSpPr>
        <p:sp>
          <p:nvSpPr>
            <p:cNvPr id="12177" name="Google Shape;12177;p85"/>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85"/>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79" name="Google Shape;12179;p85"/>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85"/>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1" name="Google Shape;12181;p85"/>
          <p:cNvGrpSpPr/>
          <p:nvPr/>
        </p:nvGrpSpPr>
        <p:grpSpPr>
          <a:xfrm>
            <a:off x="1925168" y="2628442"/>
            <a:ext cx="355136" cy="227072"/>
            <a:chOff x="1953037" y="2552242"/>
            <a:chExt cx="355136" cy="227072"/>
          </a:xfrm>
        </p:grpSpPr>
        <p:sp>
          <p:nvSpPr>
            <p:cNvPr id="12182" name="Google Shape;12182;p85"/>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85"/>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4" name="Google Shape;12184;p85"/>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5" name="Google Shape;12185;p85"/>
          <p:cNvGrpSpPr/>
          <p:nvPr/>
        </p:nvGrpSpPr>
        <p:grpSpPr>
          <a:xfrm>
            <a:off x="2473072" y="2603418"/>
            <a:ext cx="355104" cy="250944"/>
            <a:chOff x="2500941" y="2527218"/>
            <a:chExt cx="355104" cy="250944"/>
          </a:xfrm>
        </p:grpSpPr>
        <p:sp>
          <p:nvSpPr>
            <p:cNvPr id="12186" name="Google Shape;12186;p85"/>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85"/>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85"/>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85"/>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85"/>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1" name="Google Shape;12191;p85"/>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2" name="Google Shape;12192;p85"/>
          <p:cNvGrpSpPr/>
          <p:nvPr/>
        </p:nvGrpSpPr>
        <p:grpSpPr>
          <a:xfrm>
            <a:off x="7965936" y="2503322"/>
            <a:ext cx="356256" cy="351808"/>
            <a:chOff x="7993805" y="2427122"/>
            <a:chExt cx="356256" cy="351808"/>
          </a:xfrm>
        </p:grpSpPr>
        <p:sp>
          <p:nvSpPr>
            <p:cNvPr id="12193" name="Google Shape;12193;p85"/>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85"/>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85"/>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6" name="Google Shape;12196;p85"/>
          <p:cNvGrpSpPr/>
          <p:nvPr/>
        </p:nvGrpSpPr>
        <p:grpSpPr>
          <a:xfrm>
            <a:off x="850768" y="2041210"/>
            <a:ext cx="308640" cy="353312"/>
            <a:chOff x="878637" y="1965010"/>
            <a:chExt cx="308640" cy="353312"/>
          </a:xfrm>
        </p:grpSpPr>
        <p:sp>
          <p:nvSpPr>
            <p:cNvPr id="12197" name="Google Shape;12197;p85"/>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85"/>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85"/>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85"/>
          <p:cNvGrpSpPr/>
          <p:nvPr/>
        </p:nvGrpSpPr>
        <p:grpSpPr>
          <a:xfrm>
            <a:off x="6868272" y="2040922"/>
            <a:ext cx="348256" cy="352448"/>
            <a:chOff x="6896141" y="1964722"/>
            <a:chExt cx="348256" cy="352448"/>
          </a:xfrm>
        </p:grpSpPr>
        <p:sp>
          <p:nvSpPr>
            <p:cNvPr id="12201" name="Google Shape;12201;p85"/>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85"/>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85"/>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4" name="Google Shape;12204;p85"/>
          <p:cNvGrpSpPr/>
          <p:nvPr/>
        </p:nvGrpSpPr>
        <p:grpSpPr>
          <a:xfrm>
            <a:off x="7962128" y="2091578"/>
            <a:ext cx="355136" cy="303328"/>
            <a:chOff x="7989997" y="2015378"/>
            <a:chExt cx="355136" cy="303328"/>
          </a:xfrm>
        </p:grpSpPr>
        <p:sp>
          <p:nvSpPr>
            <p:cNvPr id="12205" name="Google Shape;12205;p85"/>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85"/>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85"/>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8" name="Google Shape;12208;p85"/>
          <p:cNvGrpSpPr/>
          <p:nvPr/>
        </p:nvGrpSpPr>
        <p:grpSpPr>
          <a:xfrm>
            <a:off x="3570352" y="1585562"/>
            <a:ext cx="348640" cy="330784"/>
            <a:chOff x="3598221" y="1509362"/>
            <a:chExt cx="348640" cy="330784"/>
          </a:xfrm>
        </p:grpSpPr>
        <p:sp>
          <p:nvSpPr>
            <p:cNvPr id="12209" name="Google Shape;12209;p85"/>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85"/>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85"/>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85"/>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3" name="Google Shape;12213;p85"/>
          <p:cNvGrpSpPr/>
          <p:nvPr/>
        </p:nvGrpSpPr>
        <p:grpSpPr>
          <a:xfrm>
            <a:off x="5218928" y="1576858"/>
            <a:ext cx="347872" cy="347488"/>
            <a:chOff x="5246797" y="1500658"/>
            <a:chExt cx="347872" cy="347488"/>
          </a:xfrm>
        </p:grpSpPr>
        <p:sp>
          <p:nvSpPr>
            <p:cNvPr id="12214" name="Google Shape;12214;p85"/>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85"/>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85"/>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85"/>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8" name="Google Shape;12218;p85"/>
          <p:cNvGrpSpPr/>
          <p:nvPr/>
        </p:nvGrpSpPr>
        <p:grpSpPr>
          <a:xfrm>
            <a:off x="5768720" y="1576858"/>
            <a:ext cx="349024" cy="346752"/>
            <a:chOff x="5796589" y="1500658"/>
            <a:chExt cx="349024" cy="346752"/>
          </a:xfrm>
        </p:grpSpPr>
        <p:sp>
          <p:nvSpPr>
            <p:cNvPr id="12219" name="Google Shape;12219;p85"/>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0" name="Google Shape;12220;p85"/>
            <p:cNvGrpSpPr/>
            <p:nvPr/>
          </p:nvGrpSpPr>
          <p:grpSpPr>
            <a:xfrm>
              <a:off x="5796589" y="1500658"/>
              <a:ext cx="349024" cy="346752"/>
              <a:chOff x="5796589" y="1500658"/>
              <a:chExt cx="349024" cy="346752"/>
            </a:xfrm>
          </p:grpSpPr>
          <p:sp>
            <p:nvSpPr>
              <p:cNvPr id="12221" name="Google Shape;12221;p85"/>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85"/>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85"/>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85"/>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25" name="Google Shape;12225;p85"/>
          <p:cNvGrpSpPr/>
          <p:nvPr/>
        </p:nvGrpSpPr>
        <p:grpSpPr>
          <a:xfrm>
            <a:off x="6867504" y="1578778"/>
            <a:ext cx="348640" cy="343296"/>
            <a:chOff x="6895373" y="1502578"/>
            <a:chExt cx="348640" cy="343296"/>
          </a:xfrm>
        </p:grpSpPr>
        <p:sp>
          <p:nvSpPr>
            <p:cNvPr id="12226" name="Google Shape;12226;p85"/>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85"/>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85"/>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85"/>
          <p:cNvGrpSpPr/>
          <p:nvPr/>
        </p:nvGrpSpPr>
        <p:grpSpPr>
          <a:xfrm>
            <a:off x="4119728" y="1581658"/>
            <a:ext cx="347904" cy="336992"/>
            <a:chOff x="4147597" y="1505458"/>
            <a:chExt cx="347904" cy="336992"/>
          </a:xfrm>
        </p:grpSpPr>
        <p:sp>
          <p:nvSpPr>
            <p:cNvPr id="12230" name="Google Shape;12230;p85"/>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85"/>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85"/>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85"/>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85"/>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85"/>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85"/>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85"/>
          <p:cNvGrpSpPr/>
          <p:nvPr/>
        </p:nvGrpSpPr>
        <p:grpSpPr>
          <a:xfrm>
            <a:off x="2471536" y="1576090"/>
            <a:ext cx="347488" cy="348256"/>
            <a:chOff x="2499405" y="1499890"/>
            <a:chExt cx="347488" cy="348256"/>
          </a:xfrm>
        </p:grpSpPr>
        <p:sp>
          <p:nvSpPr>
            <p:cNvPr id="12238" name="Google Shape;12238;p85"/>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85"/>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85"/>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85"/>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85"/>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3" name="Google Shape;12243;p85"/>
          <p:cNvGrpSpPr/>
          <p:nvPr/>
        </p:nvGrpSpPr>
        <p:grpSpPr>
          <a:xfrm>
            <a:off x="1928976" y="1576698"/>
            <a:ext cx="331520" cy="348032"/>
            <a:chOff x="1956845" y="1500498"/>
            <a:chExt cx="331520" cy="348032"/>
          </a:xfrm>
        </p:grpSpPr>
        <p:sp>
          <p:nvSpPr>
            <p:cNvPr id="12244" name="Google Shape;12244;p85"/>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85"/>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85"/>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85"/>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85"/>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85"/>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85"/>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85"/>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85"/>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85"/>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85"/>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85"/>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6" name="Google Shape;12256;p85"/>
          <p:cNvGrpSpPr/>
          <p:nvPr/>
        </p:nvGrpSpPr>
        <p:grpSpPr>
          <a:xfrm>
            <a:off x="6317744" y="1626074"/>
            <a:ext cx="348640" cy="250656"/>
            <a:chOff x="6345613" y="1549874"/>
            <a:chExt cx="348640" cy="250656"/>
          </a:xfrm>
        </p:grpSpPr>
        <p:sp>
          <p:nvSpPr>
            <p:cNvPr id="12257" name="Google Shape;12257;p85"/>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85"/>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85"/>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85"/>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85"/>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85"/>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3" name="Google Shape;12263;p85"/>
          <p:cNvGrpSpPr/>
          <p:nvPr/>
        </p:nvGrpSpPr>
        <p:grpSpPr>
          <a:xfrm>
            <a:off x="7416912" y="1583226"/>
            <a:ext cx="348640" cy="334272"/>
            <a:chOff x="7444781" y="1507026"/>
            <a:chExt cx="348640" cy="334272"/>
          </a:xfrm>
        </p:grpSpPr>
        <p:sp>
          <p:nvSpPr>
            <p:cNvPr id="12264" name="Google Shape;12264;p85"/>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85"/>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85"/>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85"/>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85"/>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85"/>
          <p:cNvGrpSpPr/>
          <p:nvPr/>
        </p:nvGrpSpPr>
        <p:grpSpPr>
          <a:xfrm>
            <a:off x="7967472" y="1582938"/>
            <a:ext cx="347872" cy="334944"/>
            <a:chOff x="7995341" y="1506738"/>
            <a:chExt cx="347872" cy="334944"/>
          </a:xfrm>
        </p:grpSpPr>
        <p:sp>
          <p:nvSpPr>
            <p:cNvPr id="12270" name="Google Shape;12270;p85"/>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85"/>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85"/>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85"/>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85"/>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85"/>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85"/>
          <p:cNvGrpSpPr/>
          <p:nvPr/>
        </p:nvGrpSpPr>
        <p:grpSpPr>
          <a:xfrm>
            <a:off x="3020176" y="1599130"/>
            <a:ext cx="347872" cy="303904"/>
            <a:chOff x="3048045" y="1522930"/>
            <a:chExt cx="347872" cy="303904"/>
          </a:xfrm>
        </p:grpSpPr>
        <p:sp>
          <p:nvSpPr>
            <p:cNvPr id="12277" name="Google Shape;12277;p85"/>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8" name="Google Shape;12278;p85"/>
            <p:cNvGrpSpPr/>
            <p:nvPr/>
          </p:nvGrpSpPr>
          <p:grpSpPr>
            <a:xfrm>
              <a:off x="3048045" y="1522930"/>
              <a:ext cx="347872" cy="303904"/>
              <a:chOff x="3048045" y="1522930"/>
              <a:chExt cx="347872" cy="303904"/>
            </a:xfrm>
          </p:grpSpPr>
          <p:sp>
            <p:nvSpPr>
              <p:cNvPr id="12279" name="Google Shape;12279;p85"/>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85"/>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81" name="Google Shape;12281;p85"/>
          <p:cNvGrpSpPr/>
          <p:nvPr/>
        </p:nvGrpSpPr>
        <p:grpSpPr>
          <a:xfrm>
            <a:off x="1105264" y="3428122"/>
            <a:ext cx="313984" cy="358560"/>
            <a:chOff x="1133133" y="3351922"/>
            <a:chExt cx="313984" cy="358560"/>
          </a:xfrm>
        </p:grpSpPr>
        <p:sp>
          <p:nvSpPr>
            <p:cNvPr id="12282" name="Google Shape;12282;p85"/>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85"/>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85"/>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85"/>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85"/>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85"/>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85"/>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85"/>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85"/>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85"/>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85"/>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85"/>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85"/>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85"/>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85"/>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85"/>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98" name="Google Shape;12298;p85"/>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99" name="Google Shape;12299;p85"/>
          <p:cNvGrpSpPr/>
          <p:nvPr/>
        </p:nvGrpSpPr>
        <p:grpSpPr>
          <a:xfrm>
            <a:off x="2767184" y="3428794"/>
            <a:ext cx="288448" cy="357120"/>
            <a:chOff x="2795053" y="3352594"/>
            <a:chExt cx="288448" cy="357120"/>
          </a:xfrm>
        </p:grpSpPr>
        <p:sp>
          <p:nvSpPr>
            <p:cNvPr id="12300" name="Google Shape;12300;p85"/>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85"/>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85"/>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85"/>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85"/>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85"/>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85"/>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85"/>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85"/>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85"/>
          <p:cNvGrpSpPr/>
          <p:nvPr/>
        </p:nvGrpSpPr>
        <p:grpSpPr>
          <a:xfrm>
            <a:off x="2208656" y="3429402"/>
            <a:ext cx="304832" cy="356512"/>
            <a:chOff x="2236525" y="3353202"/>
            <a:chExt cx="304832" cy="356512"/>
          </a:xfrm>
        </p:grpSpPr>
        <p:sp>
          <p:nvSpPr>
            <p:cNvPr id="12310" name="Google Shape;12310;p85"/>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85"/>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85"/>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3" name="Google Shape;12313;p85"/>
          <p:cNvGrpSpPr/>
          <p:nvPr/>
        </p:nvGrpSpPr>
        <p:grpSpPr>
          <a:xfrm>
            <a:off x="3882768" y="3428890"/>
            <a:ext cx="256800" cy="357024"/>
            <a:chOff x="3910637" y="3352690"/>
            <a:chExt cx="256800" cy="357024"/>
          </a:xfrm>
        </p:grpSpPr>
        <p:sp>
          <p:nvSpPr>
            <p:cNvPr id="12314" name="Google Shape;12314;p85"/>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85"/>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85"/>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7" name="Google Shape;12317;p85"/>
          <p:cNvGrpSpPr/>
          <p:nvPr/>
        </p:nvGrpSpPr>
        <p:grpSpPr>
          <a:xfrm>
            <a:off x="6028560" y="3428122"/>
            <a:ext cx="360064" cy="360096"/>
            <a:chOff x="6056429" y="3351922"/>
            <a:chExt cx="360064" cy="360096"/>
          </a:xfrm>
        </p:grpSpPr>
        <p:sp>
          <p:nvSpPr>
            <p:cNvPr id="12318" name="Google Shape;12318;p85"/>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85"/>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85"/>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1" name="Google Shape;12321;p85"/>
          <p:cNvGrpSpPr/>
          <p:nvPr/>
        </p:nvGrpSpPr>
        <p:grpSpPr>
          <a:xfrm>
            <a:off x="6581008" y="3429274"/>
            <a:ext cx="357408" cy="357408"/>
            <a:chOff x="6608877" y="3353074"/>
            <a:chExt cx="357408" cy="357408"/>
          </a:xfrm>
        </p:grpSpPr>
        <p:sp>
          <p:nvSpPr>
            <p:cNvPr id="12322" name="Google Shape;12322;p85"/>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85"/>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85"/>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85"/>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85"/>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85"/>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85"/>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9" name="Google Shape;12329;p85"/>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85"/>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1" name="Google Shape;12331;p85"/>
          <p:cNvGrpSpPr/>
          <p:nvPr/>
        </p:nvGrpSpPr>
        <p:grpSpPr>
          <a:xfrm>
            <a:off x="4931664" y="3446426"/>
            <a:ext cx="357408" cy="323488"/>
            <a:chOff x="4959533" y="3370226"/>
            <a:chExt cx="357408" cy="323488"/>
          </a:xfrm>
        </p:grpSpPr>
        <p:sp>
          <p:nvSpPr>
            <p:cNvPr id="12332" name="Google Shape;12332;p85"/>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85"/>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4" name="Google Shape;12334;p85"/>
          <p:cNvGrpSpPr/>
          <p:nvPr/>
        </p:nvGrpSpPr>
        <p:grpSpPr>
          <a:xfrm>
            <a:off x="7130768" y="3429274"/>
            <a:ext cx="357056" cy="357408"/>
            <a:chOff x="7158637" y="3353074"/>
            <a:chExt cx="357056" cy="357408"/>
          </a:xfrm>
        </p:grpSpPr>
        <p:sp>
          <p:nvSpPr>
            <p:cNvPr id="12335" name="Google Shape;12335;p85"/>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85"/>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85"/>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85"/>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9" name="Google Shape;12339;p85"/>
          <p:cNvGrpSpPr/>
          <p:nvPr/>
        </p:nvGrpSpPr>
        <p:grpSpPr>
          <a:xfrm>
            <a:off x="3288400" y="3428602"/>
            <a:ext cx="344832" cy="356544"/>
            <a:chOff x="3316269" y="3352402"/>
            <a:chExt cx="344832" cy="356544"/>
          </a:xfrm>
        </p:grpSpPr>
        <p:sp>
          <p:nvSpPr>
            <p:cNvPr id="12340" name="Google Shape;12340;p85"/>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85"/>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85"/>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85"/>
          <p:cNvGrpSpPr/>
          <p:nvPr/>
        </p:nvGrpSpPr>
        <p:grpSpPr>
          <a:xfrm>
            <a:off x="5481040" y="3447706"/>
            <a:ext cx="358560" cy="319552"/>
            <a:chOff x="5508909" y="3371506"/>
            <a:chExt cx="358560" cy="319552"/>
          </a:xfrm>
        </p:grpSpPr>
        <p:sp>
          <p:nvSpPr>
            <p:cNvPr id="12344" name="Google Shape;12344;p85"/>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85"/>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85"/>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85"/>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85"/>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85"/>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85"/>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85"/>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85"/>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85"/>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54" name="Google Shape;12354;p8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58"/>
        <p:cNvGrpSpPr/>
        <p:nvPr/>
      </p:nvGrpSpPr>
      <p:grpSpPr>
        <a:xfrm>
          <a:off x="0" y="0"/>
          <a:ext cx="0" cy="0"/>
          <a:chOff x="0" y="0"/>
          <a:chExt cx="0" cy="0"/>
        </a:xfrm>
      </p:grpSpPr>
      <p:sp>
        <p:nvSpPr>
          <p:cNvPr id="12359" name="Google Shape;12359;p86"/>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0" name="Google Shape;12360;p86"/>
          <p:cNvGrpSpPr/>
          <p:nvPr/>
        </p:nvGrpSpPr>
        <p:grpSpPr>
          <a:xfrm>
            <a:off x="3026217" y="3893352"/>
            <a:ext cx="346056" cy="345674"/>
            <a:chOff x="3303268" y="3817349"/>
            <a:chExt cx="346056" cy="345674"/>
          </a:xfrm>
        </p:grpSpPr>
        <p:sp>
          <p:nvSpPr>
            <p:cNvPr id="12361" name="Google Shape;12361;p86"/>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86"/>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86"/>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86"/>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5" name="Google Shape;12365;p86"/>
          <p:cNvGrpSpPr/>
          <p:nvPr/>
        </p:nvGrpSpPr>
        <p:grpSpPr>
          <a:xfrm>
            <a:off x="3475306" y="3893352"/>
            <a:ext cx="346056" cy="345674"/>
            <a:chOff x="3752358" y="3817349"/>
            <a:chExt cx="346056" cy="345674"/>
          </a:xfrm>
        </p:grpSpPr>
        <p:sp>
          <p:nvSpPr>
            <p:cNvPr id="12366" name="Google Shape;12366;p86"/>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86"/>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86"/>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86"/>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86"/>
          <p:cNvGrpSpPr/>
          <p:nvPr/>
        </p:nvGrpSpPr>
        <p:grpSpPr>
          <a:xfrm>
            <a:off x="4822956" y="3893352"/>
            <a:ext cx="346024" cy="345674"/>
            <a:chOff x="5100008" y="3817349"/>
            <a:chExt cx="346024" cy="345674"/>
          </a:xfrm>
        </p:grpSpPr>
        <p:sp>
          <p:nvSpPr>
            <p:cNvPr id="12371" name="Google Shape;12371;p86"/>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86"/>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86"/>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4" name="Google Shape;12374;p86"/>
          <p:cNvGrpSpPr/>
          <p:nvPr/>
        </p:nvGrpSpPr>
        <p:grpSpPr>
          <a:xfrm>
            <a:off x="5721867" y="3893352"/>
            <a:ext cx="345674" cy="345674"/>
            <a:chOff x="5998919" y="3817349"/>
            <a:chExt cx="345674" cy="345674"/>
          </a:xfrm>
        </p:grpSpPr>
        <p:sp>
          <p:nvSpPr>
            <p:cNvPr id="12375" name="Google Shape;12375;p86"/>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86"/>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6"/>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8" name="Google Shape;12378;p86"/>
          <p:cNvGrpSpPr/>
          <p:nvPr/>
        </p:nvGrpSpPr>
        <p:grpSpPr>
          <a:xfrm>
            <a:off x="3924396" y="3893352"/>
            <a:ext cx="346024" cy="345674"/>
            <a:chOff x="4201447" y="3817349"/>
            <a:chExt cx="346024" cy="345674"/>
          </a:xfrm>
        </p:grpSpPr>
        <p:sp>
          <p:nvSpPr>
            <p:cNvPr id="12379" name="Google Shape;12379;p86"/>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6"/>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1" name="Google Shape;12381;p86"/>
          <p:cNvGrpSpPr/>
          <p:nvPr/>
        </p:nvGrpSpPr>
        <p:grpSpPr>
          <a:xfrm>
            <a:off x="4373867" y="3893352"/>
            <a:ext cx="346024" cy="345674"/>
            <a:chOff x="4650919" y="3817349"/>
            <a:chExt cx="346024" cy="345674"/>
          </a:xfrm>
        </p:grpSpPr>
        <p:sp>
          <p:nvSpPr>
            <p:cNvPr id="12382" name="Google Shape;12382;p86"/>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86"/>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86"/>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5" name="Google Shape;12385;p86"/>
          <p:cNvGrpSpPr/>
          <p:nvPr/>
        </p:nvGrpSpPr>
        <p:grpSpPr>
          <a:xfrm>
            <a:off x="5272810" y="3893352"/>
            <a:ext cx="345642" cy="345674"/>
            <a:chOff x="5549861" y="3817349"/>
            <a:chExt cx="345642" cy="345674"/>
          </a:xfrm>
        </p:grpSpPr>
        <p:sp>
          <p:nvSpPr>
            <p:cNvPr id="12386" name="Google Shape;12386;p86"/>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86"/>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86"/>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9" name="Google Shape;12389;p86"/>
          <p:cNvGrpSpPr/>
          <p:nvPr/>
        </p:nvGrpSpPr>
        <p:grpSpPr>
          <a:xfrm>
            <a:off x="1281335" y="3474029"/>
            <a:ext cx="367255" cy="269855"/>
            <a:chOff x="1306445" y="3397829"/>
            <a:chExt cx="367255" cy="269855"/>
          </a:xfrm>
        </p:grpSpPr>
        <p:sp>
          <p:nvSpPr>
            <p:cNvPr id="12390" name="Google Shape;12390;p86"/>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6"/>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6"/>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86"/>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86"/>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6"/>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6"/>
          <p:cNvGrpSpPr/>
          <p:nvPr/>
        </p:nvGrpSpPr>
        <p:grpSpPr>
          <a:xfrm>
            <a:off x="1756207" y="3467600"/>
            <a:ext cx="367255" cy="282364"/>
            <a:chOff x="1781317" y="3391400"/>
            <a:chExt cx="367255" cy="282364"/>
          </a:xfrm>
        </p:grpSpPr>
        <p:sp>
          <p:nvSpPr>
            <p:cNvPr id="12397" name="Google Shape;12397;p86"/>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6"/>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6"/>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6"/>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6"/>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86"/>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3" name="Google Shape;12403;p86"/>
          <p:cNvGrpSpPr/>
          <p:nvPr/>
        </p:nvGrpSpPr>
        <p:grpSpPr>
          <a:xfrm>
            <a:off x="3653720" y="3447133"/>
            <a:ext cx="369164" cy="323297"/>
            <a:chOff x="3678830" y="3370933"/>
            <a:chExt cx="369164" cy="323297"/>
          </a:xfrm>
        </p:grpSpPr>
        <p:sp>
          <p:nvSpPr>
            <p:cNvPr id="12404" name="Google Shape;12404;p86"/>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6"/>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6"/>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6"/>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6"/>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6"/>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86"/>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86"/>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6"/>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6"/>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6"/>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5" name="Google Shape;12415;p86"/>
          <p:cNvGrpSpPr/>
          <p:nvPr/>
        </p:nvGrpSpPr>
        <p:grpSpPr>
          <a:xfrm>
            <a:off x="834155" y="3424375"/>
            <a:ext cx="312316" cy="368400"/>
            <a:chOff x="859265" y="3348175"/>
            <a:chExt cx="312316" cy="368400"/>
          </a:xfrm>
        </p:grpSpPr>
        <p:sp>
          <p:nvSpPr>
            <p:cNvPr id="12416" name="Google Shape;12416;p86"/>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6"/>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6"/>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86"/>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86"/>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1" name="Google Shape;12421;p86"/>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2" name="Google Shape;12422;p86"/>
          <p:cNvGrpSpPr/>
          <p:nvPr/>
        </p:nvGrpSpPr>
        <p:grpSpPr>
          <a:xfrm>
            <a:off x="2741264" y="3437213"/>
            <a:ext cx="330110" cy="308908"/>
            <a:chOff x="2766264" y="3394042"/>
            <a:chExt cx="294873" cy="275934"/>
          </a:xfrm>
        </p:grpSpPr>
        <p:sp>
          <p:nvSpPr>
            <p:cNvPr id="12423" name="Google Shape;12423;p86"/>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86"/>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6"/>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6"/>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7" name="Google Shape;12427;p86"/>
          <p:cNvGrpSpPr/>
          <p:nvPr/>
        </p:nvGrpSpPr>
        <p:grpSpPr>
          <a:xfrm>
            <a:off x="3189862" y="3435388"/>
            <a:ext cx="346406" cy="347552"/>
            <a:chOff x="3214972" y="3359188"/>
            <a:chExt cx="346406" cy="347552"/>
          </a:xfrm>
        </p:grpSpPr>
        <p:sp>
          <p:nvSpPr>
            <p:cNvPr id="12428" name="Google Shape;12428;p86"/>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6"/>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6"/>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86"/>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86"/>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6"/>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6"/>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6"/>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6"/>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6"/>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6"/>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86"/>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86"/>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86"/>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2" name="Google Shape;12442;p86"/>
          <p:cNvGrpSpPr/>
          <p:nvPr/>
        </p:nvGrpSpPr>
        <p:grpSpPr>
          <a:xfrm>
            <a:off x="4604196" y="3485393"/>
            <a:ext cx="367255" cy="244486"/>
            <a:chOff x="4629306" y="3409193"/>
            <a:chExt cx="367255" cy="244486"/>
          </a:xfrm>
        </p:grpSpPr>
        <p:sp>
          <p:nvSpPr>
            <p:cNvPr id="12443" name="Google Shape;12443;p86"/>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86"/>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86"/>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6"/>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6"/>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6"/>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6"/>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86"/>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86"/>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6"/>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3" name="Google Shape;12453;p86"/>
          <p:cNvGrpSpPr/>
          <p:nvPr/>
        </p:nvGrpSpPr>
        <p:grpSpPr>
          <a:xfrm>
            <a:off x="4168380" y="3426284"/>
            <a:ext cx="289939" cy="334661"/>
            <a:chOff x="4193490" y="3350084"/>
            <a:chExt cx="289939" cy="334661"/>
          </a:xfrm>
        </p:grpSpPr>
        <p:sp>
          <p:nvSpPr>
            <p:cNvPr id="12454" name="Google Shape;12454;p86"/>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6"/>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6"/>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86"/>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86"/>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6"/>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6"/>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6"/>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6"/>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6"/>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4" name="Google Shape;12464;p86"/>
          <p:cNvGrpSpPr/>
          <p:nvPr/>
        </p:nvGrpSpPr>
        <p:grpSpPr>
          <a:xfrm>
            <a:off x="6508171" y="3427430"/>
            <a:ext cx="357037" cy="357005"/>
            <a:chOff x="6533281" y="3351230"/>
            <a:chExt cx="357037" cy="357005"/>
          </a:xfrm>
        </p:grpSpPr>
        <p:sp>
          <p:nvSpPr>
            <p:cNvPr id="12465" name="Google Shape;12465;p86"/>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86"/>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6"/>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8" name="Google Shape;12468;p86"/>
          <p:cNvGrpSpPr/>
          <p:nvPr/>
        </p:nvGrpSpPr>
        <p:grpSpPr>
          <a:xfrm>
            <a:off x="6033331" y="3427430"/>
            <a:ext cx="357387" cy="357005"/>
            <a:chOff x="6058441" y="3351230"/>
            <a:chExt cx="357387" cy="357005"/>
          </a:xfrm>
        </p:grpSpPr>
        <p:sp>
          <p:nvSpPr>
            <p:cNvPr id="12469" name="Google Shape;12469;p86"/>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6"/>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1" name="Google Shape;12471;p86"/>
          <p:cNvGrpSpPr/>
          <p:nvPr/>
        </p:nvGrpSpPr>
        <p:grpSpPr>
          <a:xfrm>
            <a:off x="7932373" y="3427048"/>
            <a:ext cx="357387" cy="357387"/>
            <a:chOff x="7957483" y="3350848"/>
            <a:chExt cx="357387" cy="357387"/>
          </a:xfrm>
        </p:grpSpPr>
        <p:sp>
          <p:nvSpPr>
            <p:cNvPr id="12472" name="Google Shape;12472;p86"/>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86"/>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86"/>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5" name="Google Shape;12475;p86"/>
          <p:cNvGrpSpPr/>
          <p:nvPr/>
        </p:nvGrpSpPr>
        <p:grpSpPr>
          <a:xfrm>
            <a:off x="6982661" y="3427430"/>
            <a:ext cx="357387" cy="357005"/>
            <a:chOff x="7007771" y="3351230"/>
            <a:chExt cx="357387" cy="357005"/>
          </a:xfrm>
        </p:grpSpPr>
        <p:sp>
          <p:nvSpPr>
            <p:cNvPr id="12476" name="Google Shape;12476;p86"/>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6"/>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6"/>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6"/>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86"/>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86"/>
          <p:cNvGrpSpPr/>
          <p:nvPr/>
        </p:nvGrpSpPr>
        <p:grpSpPr>
          <a:xfrm>
            <a:off x="5083620" y="3427430"/>
            <a:ext cx="357005" cy="357005"/>
            <a:chOff x="5108729" y="3351230"/>
            <a:chExt cx="357005" cy="357005"/>
          </a:xfrm>
        </p:grpSpPr>
        <p:sp>
          <p:nvSpPr>
            <p:cNvPr id="12482" name="Google Shape;12482;p86"/>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6"/>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4" name="Google Shape;12484;p86"/>
          <p:cNvGrpSpPr/>
          <p:nvPr/>
        </p:nvGrpSpPr>
        <p:grpSpPr>
          <a:xfrm>
            <a:off x="5558459" y="3427430"/>
            <a:ext cx="357419" cy="357005"/>
            <a:chOff x="5583569" y="3351230"/>
            <a:chExt cx="357419" cy="357005"/>
          </a:xfrm>
        </p:grpSpPr>
        <p:sp>
          <p:nvSpPr>
            <p:cNvPr id="12485" name="Google Shape;12485;p86"/>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86"/>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7" name="Google Shape;12487;p86"/>
          <p:cNvGrpSpPr/>
          <p:nvPr/>
        </p:nvGrpSpPr>
        <p:grpSpPr>
          <a:xfrm>
            <a:off x="7457119" y="3427430"/>
            <a:ext cx="357419" cy="357005"/>
            <a:chOff x="7482229" y="3351230"/>
            <a:chExt cx="357419" cy="357005"/>
          </a:xfrm>
        </p:grpSpPr>
        <p:sp>
          <p:nvSpPr>
            <p:cNvPr id="12488" name="Google Shape;12488;p86"/>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6"/>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86"/>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86"/>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6"/>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86"/>
          <p:cNvGrpSpPr/>
          <p:nvPr/>
        </p:nvGrpSpPr>
        <p:grpSpPr>
          <a:xfrm>
            <a:off x="3739375" y="2966882"/>
            <a:ext cx="222874" cy="345737"/>
            <a:chOff x="3764485" y="2890682"/>
            <a:chExt cx="222874" cy="345737"/>
          </a:xfrm>
        </p:grpSpPr>
        <p:sp>
          <p:nvSpPr>
            <p:cNvPr id="12494" name="Google Shape;12494;p86"/>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6"/>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86"/>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7" name="Google Shape;12497;p86"/>
          <p:cNvGrpSpPr/>
          <p:nvPr/>
        </p:nvGrpSpPr>
        <p:grpSpPr>
          <a:xfrm>
            <a:off x="2213507" y="2984331"/>
            <a:ext cx="422596" cy="310382"/>
            <a:chOff x="2278533" y="2937377"/>
            <a:chExt cx="346788" cy="254704"/>
          </a:xfrm>
        </p:grpSpPr>
        <p:sp>
          <p:nvSpPr>
            <p:cNvPr id="12498" name="Google Shape;12498;p86"/>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6"/>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00" name="Google Shape;12500;p86"/>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1" name="Google Shape;12501;p86"/>
          <p:cNvGrpSpPr/>
          <p:nvPr/>
        </p:nvGrpSpPr>
        <p:grpSpPr>
          <a:xfrm>
            <a:off x="1811527" y="2967710"/>
            <a:ext cx="286152" cy="346438"/>
            <a:chOff x="1836637" y="2891510"/>
            <a:chExt cx="286152" cy="346438"/>
          </a:xfrm>
        </p:grpSpPr>
        <p:sp>
          <p:nvSpPr>
            <p:cNvPr id="12502" name="Google Shape;12502;p86"/>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6"/>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86"/>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86"/>
          <p:cNvGrpSpPr/>
          <p:nvPr/>
        </p:nvGrpSpPr>
        <p:grpSpPr>
          <a:xfrm>
            <a:off x="5560751" y="2982129"/>
            <a:ext cx="379764" cy="337684"/>
            <a:chOff x="5585861" y="2905929"/>
            <a:chExt cx="379764" cy="337684"/>
          </a:xfrm>
        </p:grpSpPr>
        <p:sp>
          <p:nvSpPr>
            <p:cNvPr id="12506" name="Google Shape;12506;p86"/>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6"/>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6"/>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6"/>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6"/>
          <p:cNvGrpSpPr/>
          <p:nvPr/>
        </p:nvGrpSpPr>
        <p:grpSpPr>
          <a:xfrm>
            <a:off x="1302566" y="2986680"/>
            <a:ext cx="347934" cy="310024"/>
            <a:chOff x="1327676" y="2910480"/>
            <a:chExt cx="347934" cy="310024"/>
          </a:xfrm>
        </p:grpSpPr>
        <p:sp>
          <p:nvSpPr>
            <p:cNvPr id="12511" name="Google Shape;12511;p86"/>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6"/>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6"/>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6"/>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6"/>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16" name="Google Shape;12516;p86"/>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7" name="Google Shape;12517;p86"/>
          <p:cNvGrpSpPr/>
          <p:nvPr/>
        </p:nvGrpSpPr>
        <p:grpSpPr>
          <a:xfrm>
            <a:off x="2728291" y="2945764"/>
            <a:ext cx="382828" cy="358601"/>
            <a:chOff x="2753373" y="2902523"/>
            <a:chExt cx="347552" cy="325557"/>
          </a:xfrm>
        </p:grpSpPr>
        <p:sp>
          <p:nvSpPr>
            <p:cNvPr id="12518" name="Google Shape;12518;p86"/>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6"/>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6"/>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6"/>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6"/>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6"/>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6"/>
          <p:cNvGrpSpPr/>
          <p:nvPr/>
        </p:nvGrpSpPr>
        <p:grpSpPr>
          <a:xfrm>
            <a:off x="823906" y="2979455"/>
            <a:ext cx="356655" cy="335425"/>
            <a:chOff x="849016" y="2903255"/>
            <a:chExt cx="356655" cy="335425"/>
          </a:xfrm>
        </p:grpSpPr>
        <p:sp>
          <p:nvSpPr>
            <p:cNvPr id="12525" name="Google Shape;12525;p86"/>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6"/>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6"/>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6"/>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86"/>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86"/>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6"/>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6"/>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6"/>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6"/>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6"/>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6"/>
          <p:cNvGrpSpPr/>
          <p:nvPr/>
        </p:nvGrpSpPr>
        <p:grpSpPr>
          <a:xfrm>
            <a:off x="4185823" y="3002977"/>
            <a:ext cx="280072" cy="275520"/>
            <a:chOff x="4210933" y="2926777"/>
            <a:chExt cx="280072" cy="275520"/>
          </a:xfrm>
        </p:grpSpPr>
        <p:sp>
          <p:nvSpPr>
            <p:cNvPr id="12537" name="Google Shape;12537;p86"/>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6"/>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6"/>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6"/>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86"/>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86"/>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6"/>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6"/>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6"/>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6"/>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86"/>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86"/>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6"/>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0" name="Google Shape;12550;p86"/>
          <p:cNvGrpSpPr/>
          <p:nvPr/>
        </p:nvGrpSpPr>
        <p:grpSpPr>
          <a:xfrm>
            <a:off x="4642106" y="2991582"/>
            <a:ext cx="320273" cy="318395"/>
            <a:chOff x="4667216" y="2915382"/>
            <a:chExt cx="320273" cy="318395"/>
          </a:xfrm>
        </p:grpSpPr>
        <p:sp>
          <p:nvSpPr>
            <p:cNvPr id="12551" name="Google Shape;12551;p86"/>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86"/>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86"/>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6"/>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5" name="Google Shape;12555;p86"/>
          <p:cNvGrpSpPr/>
          <p:nvPr/>
        </p:nvGrpSpPr>
        <p:grpSpPr>
          <a:xfrm>
            <a:off x="5145370" y="3010839"/>
            <a:ext cx="261929" cy="280550"/>
            <a:chOff x="5170480" y="2934639"/>
            <a:chExt cx="261929" cy="280550"/>
          </a:xfrm>
        </p:grpSpPr>
        <p:sp>
          <p:nvSpPr>
            <p:cNvPr id="12556" name="Google Shape;12556;p86"/>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6"/>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86"/>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86"/>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6"/>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6"/>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6"/>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3" name="Google Shape;12563;p86"/>
          <p:cNvGrpSpPr/>
          <p:nvPr/>
        </p:nvGrpSpPr>
        <p:grpSpPr>
          <a:xfrm>
            <a:off x="6044313" y="2968091"/>
            <a:ext cx="362321" cy="364231"/>
            <a:chOff x="6069423" y="2891892"/>
            <a:chExt cx="362321" cy="364231"/>
          </a:xfrm>
        </p:grpSpPr>
        <p:sp>
          <p:nvSpPr>
            <p:cNvPr id="12564" name="Google Shape;12564;p86"/>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6"/>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86"/>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86"/>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6"/>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6"/>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0" name="Google Shape;12570;p86"/>
          <p:cNvGrpSpPr/>
          <p:nvPr/>
        </p:nvGrpSpPr>
        <p:grpSpPr>
          <a:xfrm>
            <a:off x="6546845" y="2995370"/>
            <a:ext cx="308878" cy="311170"/>
            <a:chOff x="6571955" y="2919170"/>
            <a:chExt cx="308878" cy="311170"/>
          </a:xfrm>
        </p:grpSpPr>
        <p:sp>
          <p:nvSpPr>
            <p:cNvPr id="12571" name="Google Shape;12571;p86"/>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86"/>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86"/>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6"/>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6"/>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6"/>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86"/>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86"/>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6"/>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6"/>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1" name="Google Shape;12581;p86"/>
          <p:cNvGrpSpPr/>
          <p:nvPr/>
        </p:nvGrpSpPr>
        <p:grpSpPr>
          <a:xfrm>
            <a:off x="7474944" y="3010935"/>
            <a:ext cx="350576" cy="280454"/>
            <a:chOff x="7500054" y="2934735"/>
            <a:chExt cx="350576" cy="280454"/>
          </a:xfrm>
        </p:grpSpPr>
        <p:sp>
          <p:nvSpPr>
            <p:cNvPr id="12582" name="Google Shape;12582;p86"/>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86"/>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86"/>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6"/>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6"/>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6"/>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6"/>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86"/>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86"/>
          <p:cNvGrpSpPr/>
          <p:nvPr/>
        </p:nvGrpSpPr>
        <p:grpSpPr>
          <a:xfrm>
            <a:off x="6987570" y="2950862"/>
            <a:ext cx="332012" cy="355454"/>
            <a:chOff x="7055134" y="2919170"/>
            <a:chExt cx="290321" cy="310820"/>
          </a:xfrm>
        </p:grpSpPr>
        <p:sp>
          <p:nvSpPr>
            <p:cNvPr id="12591" name="Google Shape;12591;p86"/>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6"/>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6"/>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6"/>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86"/>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86"/>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6"/>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6"/>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86"/>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86"/>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6"/>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6"/>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6"/>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86"/>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5" name="Google Shape;12605;p86"/>
          <p:cNvGrpSpPr/>
          <p:nvPr/>
        </p:nvGrpSpPr>
        <p:grpSpPr>
          <a:xfrm>
            <a:off x="7960033" y="2976813"/>
            <a:ext cx="330109" cy="347552"/>
            <a:chOff x="7985143" y="2900613"/>
            <a:chExt cx="330109" cy="347552"/>
          </a:xfrm>
        </p:grpSpPr>
        <p:sp>
          <p:nvSpPr>
            <p:cNvPr id="12606" name="Google Shape;12606;p86"/>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6"/>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6"/>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6"/>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6"/>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86"/>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86"/>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6"/>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6"/>
          <p:cNvGrpSpPr/>
          <p:nvPr/>
        </p:nvGrpSpPr>
        <p:grpSpPr>
          <a:xfrm>
            <a:off x="7965731" y="2511426"/>
            <a:ext cx="354363" cy="353631"/>
            <a:chOff x="7990840" y="2435226"/>
            <a:chExt cx="354363" cy="353631"/>
          </a:xfrm>
        </p:grpSpPr>
        <p:sp>
          <p:nvSpPr>
            <p:cNvPr id="12615" name="Google Shape;12615;p86"/>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6"/>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6"/>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8" name="Google Shape;12618;p86"/>
          <p:cNvGrpSpPr/>
          <p:nvPr/>
        </p:nvGrpSpPr>
        <p:grpSpPr>
          <a:xfrm>
            <a:off x="1792207" y="2556530"/>
            <a:ext cx="350958" cy="263043"/>
            <a:chOff x="1817317" y="2480330"/>
            <a:chExt cx="350958" cy="263043"/>
          </a:xfrm>
        </p:grpSpPr>
        <p:sp>
          <p:nvSpPr>
            <p:cNvPr id="12619" name="Google Shape;12619;p86"/>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6"/>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86"/>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86"/>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6"/>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4" name="Google Shape;12624;p86"/>
          <p:cNvGrpSpPr/>
          <p:nvPr/>
        </p:nvGrpSpPr>
        <p:grpSpPr>
          <a:xfrm>
            <a:off x="1316617" y="2559549"/>
            <a:ext cx="419913" cy="308109"/>
            <a:chOff x="1341727" y="2483349"/>
            <a:chExt cx="419913" cy="308109"/>
          </a:xfrm>
        </p:grpSpPr>
        <p:sp>
          <p:nvSpPr>
            <p:cNvPr id="12625" name="Google Shape;12625;p86"/>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6"/>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6"/>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6"/>
          <p:cNvGrpSpPr/>
          <p:nvPr/>
        </p:nvGrpSpPr>
        <p:grpSpPr>
          <a:xfrm>
            <a:off x="829222" y="2523936"/>
            <a:ext cx="376358" cy="330109"/>
            <a:chOff x="854332" y="2447736"/>
            <a:chExt cx="376358" cy="330109"/>
          </a:xfrm>
        </p:grpSpPr>
        <p:sp>
          <p:nvSpPr>
            <p:cNvPr id="12629" name="Google Shape;12629;p86"/>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6"/>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6"/>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6"/>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6"/>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6"/>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6"/>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6"/>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7" name="Google Shape;12637;p86"/>
          <p:cNvGrpSpPr/>
          <p:nvPr/>
        </p:nvGrpSpPr>
        <p:grpSpPr>
          <a:xfrm>
            <a:off x="4181653" y="2527151"/>
            <a:ext cx="322151" cy="322374"/>
            <a:chOff x="4206763" y="2450951"/>
            <a:chExt cx="322151" cy="322374"/>
          </a:xfrm>
        </p:grpSpPr>
        <p:sp>
          <p:nvSpPr>
            <p:cNvPr id="12638" name="Google Shape;12638;p86"/>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86"/>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0" name="Google Shape;12640;p86"/>
          <p:cNvGrpSpPr/>
          <p:nvPr/>
        </p:nvGrpSpPr>
        <p:grpSpPr>
          <a:xfrm>
            <a:off x="7491236" y="2526259"/>
            <a:ext cx="327976" cy="324316"/>
            <a:chOff x="7528096" y="2450059"/>
            <a:chExt cx="327976" cy="324316"/>
          </a:xfrm>
        </p:grpSpPr>
        <p:sp>
          <p:nvSpPr>
            <p:cNvPr id="12641" name="Google Shape;12641;p86"/>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6"/>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6"/>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6"/>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6"/>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6" name="Google Shape;12646;p86"/>
          <p:cNvGrpSpPr/>
          <p:nvPr/>
        </p:nvGrpSpPr>
        <p:grpSpPr>
          <a:xfrm>
            <a:off x="7052019" y="2588742"/>
            <a:ext cx="282364" cy="198619"/>
            <a:chOff x="7077129" y="2512542"/>
            <a:chExt cx="282364" cy="198619"/>
          </a:xfrm>
        </p:grpSpPr>
        <p:sp>
          <p:nvSpPr>
            <p:cNvPr id="12647" name="Google Shape;12647;p86"/>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86"/>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86"/>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6"/>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6"/>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6"/>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3" name="Google Shape;12653;p86"/>
          <p:cNvGrpSpPr/>
          <p:nvPr/>
        </p:nvGrpSpPr>
        <p:grpSpPr>
          <a:xfrm>
            <a:off x="3700351" y="2520912"/>
            <a:ext cx="334279" cy="334661"/>
            <a:chOff x="3725461" y="2444712"/>
            <a:chExt cx="334279" cy="334661"/>
          </a:xfrm>
        </p:grpSpPr>
        <p:sp>
          <p:nvSpPr>
            <p:cNvPr id="12654" name="Google Shape;12654;p86"/>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6"/>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6"/>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6"/>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6"/>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6"/>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6"/>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1" name="Google Shape;12661;p86"/>
          <p:cNvGrpSpPr/>
          <p:nvPr/>
        </p:nvGrpSpPr>
        <p:grpSpPr>
          <a:xfrm>
            <a:off x="6552128" y="2533421"/>
            <a:ext cx="332019" cy="310788"/>
            <a:chOff x="6577238" y="2457221"/>
            <a:chExt cx="332019" cy="310788"/>
          </a:xfrm>
        </p:grpSpPr>
        <p:sp>
          <p:nvSpPr>
            <p:cNvPr id="12662" name="Google Shape;12662;p86"/>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6"/>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6"/>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6"/>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6"/>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6"/>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8" name="Google Shape;12668;p86"/>
          <p:cNvGrpSpPr/>
          <p:nvPr/>
        </p:nvGrpSpPr>
        <p:grpSpPr>
          <a:xfrm>
            <a:off x="2793451" y="2515978"/>
            <a:ext cx="247892" cy="346024"/>
            <a:chOff x="2818561" y="2439778"/>
            <a:chExt cx="247892" cy="346024"/>
          </a:xfrm>
        </p:grpSpPr>
        <p:sp>
          <p:nvSpPr>
            <p:cNvPr id="12669" name="Google Shape;12669;p86"/>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6"/>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6"/>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86"/>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86"/>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6"/>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6"/>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6"/>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6"/>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86"/>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86"/>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6"/>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1" name="Google Shape;12681;p86"/>
          <p:cNvGrpSpPr/>
          <p:nvPr/>
        </p:nvGrpSpPr>
        <p:grpSpPr>
          <a:xfrm>
            <a:off x="3182668" y="2550832"/>
            <a:ext cx="419933" cy="275170"/>
            <a:chOff x="3207778" y="2474632"/>
            <a:chExt cx="419933" cy="275170"/>
          </a:xfrm>
        </p:grpSpPr>
        <p:sp>
          <p:nvSpPr>
            <p:cNvPr id="12682" name="Google Shape;12682;p86"/>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86"/>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6"/>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6"/>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6"/>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6"/>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6"/>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6"/>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6"/>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86"/>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86"/>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6"/>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6"/>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6"/>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6" name="Google Shape;12696;p86"/>
          <p:cNvGrpSpPr/>
          <p:nvPr/>
        </p:nvGrpSpPr>
        <p:grpSpPr>
          <a:xfrm>
            <a:off x="6074265" y="2532275"/>
            <a:ext cx="337684" cy="314194"/>
            <a:chOff x="6099375" y="2456075"/>
            <a:chExt cx="337684" cy="314194"/>
          </a:xfrm>
        </p:grpSpPr>
        <p:sp>
          <p:nvSpPr>
            <p:cNvPr id="12697" name="Google Shape;12697;p86"/>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6"/>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9" name="Google Shape;12699;p86"/>
          <p:cNvGrpSpPr/>
          <p:nvPr/>
        </p:nvGrpSpPr>
        <p:grpSpPr>
          <a:xfrm>
            <a:off x="2287513" y="2544784"/>
            <a:ext cx="312698" cy="286534"/>
            <a:chOff x="2312623" y="2468584"/>
            <a:chExt cx="312698" cy="286534"/>
          </a:xfrm>
        </p:grpSpPr>
        <p:sp>
          <p:nvSpPr>
            <p:cNvPr id="12700" name="Google Shape;12700;p86"/>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86"/>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6"/>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3" name="Google Shape;12703;p86"/>
          <p:cNvGrpSpPr/>
          <p:nvPr/>
        </p:nvGrpSpPr>
        <p:grpSpPr>
          <a:xfrm>
            <a:off x="5593695" y="2517124"/>
            <a:ext cx="345292" cy="342618"/>
            <a:chOff x="5618805" y="2440924"/>
            <a:chExt cx="345292" cy="342618"/>
          </a:xfrm>
        </p:grpSpPr>
        <p:sp>
          <p:nvSpPr>
            <p:cNvPr id="12704" name="Google Shape;12704;p86"/>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6"/>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6"/>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6"/>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6"/>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6"/>
          <p:cNvGrpSpPr/>
          <p:nvPr/>
        </p:nvGrpSpPr>
        <p:grpSpPr>
          <a:xfrm>
            <a:off x="4628069" y="2522790"/>
            <a:ext cx="377886" cy="331255"/>
            <a:chOff x="4653179" y="2446590"/>
            <a:chExt cx="377886" cy="331255"/>
          </a:xfrm>
        </p:grpSpPr>
        <p:sp>
          <p:nvSpPr>
            <p:cNvPr id="12710" name="Google Shape;12710;p86"/>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6"/>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6"/>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6"/>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86"/>
          <p:cNvGrpSpPr/>
          <p:nvPr/>
        </p:nvGrpSpPr>
        <p:grpSpPr>
          <a:xfrm>
            <a:off x="5159407" y="2535681"/>
            <a:ext cx="252062" cy="305122"/>
            <a:chOff x="5184517" y="2459481"/>
            <a:chExt cx="252062" cy="305122"/>
          </a:xfrm>
        </p:grpSpPr>
        <p:sp>
          <p:nvSpPr>
            <p:cNvPr id="12715" name="Google Shape;12715;p86"/>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6"/>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6"/>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6"/>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6"/>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86"/>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1" name="Google Shape;12721;p86"/>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2" name="Google Shape;12722;p86"/>
          <p:cNvGrpSpPr/>
          <p:nvPr/>
        </p:nvGrpSpPr>
        <p:grpSpPr>
          <a:xfrm>
            <a:off x="6130349" y="2045308"/>
            <a:ext cx="249770" cy="363849"/>
            <a:chOff x="6155459" y="1969108"/>
            <a:chExt cx="249770" cy="363849"/>
          </a:xfrm>
        </p:grpSpPr>
        <p:sp>
          <p:nvSpPr>
            <p:cNvPr id="12723" name="Google Shape;12723;p86"/>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6"/>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6"/>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6"/>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86"/>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86"/>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6"/>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6"/>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6"/>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2" name="Google Shape;12732;p86"/>
          <p:cNvGrpSpPr/>
          <p:nvPr/>
        </p:nvGrpSpPr>
        <p:grpSpPr>
          <a:xfrm>
            <a:off x="2254919" y="2046804"/>
            <a:ext cx="353631" cy="354395"/>
            <a:chOff x="2280029" y="1970604"/>
            <a:chExt cx="353631" cy="354395"/>
          </a:xfrm>
        </p:grpSpPr>
        <p:sp>
          <p:nvSpPr>
            <p:cNvPr id="12733" name="Google Shape;12733;p86"/>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86"/>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86"/>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6"/>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7" name="Google Shape;12737;p86"/>
          <p:cNvGrpSpPr/>
          <p:nvPr/>
        </p:nvGrpSpPr>
        <p:grpSpPr>
          <a:xfrm>
            <a:off x="8039990" y="2076374"/>
            <a:ext cx="255086" cy="301685"/>
            <a:chOff x="8065100" y="2000174"/>
            <a:chExt cx="255086" cy="301685"/>
          </a:xfrm>
        </p:grpSpPr>
        <p:sp>
          <p:nvSpPr>
            <p:cNvPr id="12738" name="Google Shape;12738;p86"/>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6"/>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86"/>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86"/>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2" name="Google Shape;12742;p86"/>
          <p:cNvGrpSpPr/>
          <p:nvPr/>
        </p:nvGrpSpPr>
        <p:grpSpPr>
          <a:xfrm>
            <a:off x="6608595" y="2045308"/>
            <a:ext cx="249420" cy="363849"/>
            <a:chOff x="6633705" y="1969108"/>
            <a:chExt cx="249420" cy="363849"/>
          </a:xfrm>
        </p:grpSpPr>
        <p:sp>
          <p:nvSpPr>
            <p:cNvPr id="12743" name="Google Shape;12743;p86"/>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6"/>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6"/>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86"/>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86"/>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6"/>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6"/>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6"/>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6"/>
          <p:cNvGrpSpPr/>
          <p:nvPr/>
        </p:nvGrpSpPr>
        <p:grpSpPr>
          <a:xfrm>
            <a:off x="5185921" y="2045308"/>
            <a:ext cx="226661" cy="363467"/>
            <a:chOff x="5211031" y="1969108"/>
            <a:chExt cx="226661" cy="363467"/>
          </a:xfrm>
        </p:grpSpPr>
        <p:sp>
          <p:nvSpPr>
            <p:cNvPr id="12752" name="Google Shape;12752;p86"/>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6"/>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86"/>
          <p:cNvGrpSpPr/>
          <p:nvPr/>
        </p:nvGrpSpPr>
        <p:grpSpPr>
          <a:xfrm>
            <a:off x="3687842" y="2046804"/>
            <a:ext cx="354363" cy="354395"/>
            <a:chOff x="3712952" y="1970604"/>
            <a:chExt cx="354363" cy="354395"/>
          </a:xfrm>
        </p:grpSpPr>
        <p:sp>
          <p:nvSpPr>
            <p:cNvPr id="12755" name="Google Shape;12755;p86"/>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6"/>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6"/>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86"/>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86"/>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6"/>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6"/>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6"/>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6"/>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6"/>
          <p:cNvGrpSpPr/>
          <p:nvPr/>
        </p:nvGrpSpPr>
        <p:grpSpPr>
          <a:xfrm>
            <a:off x="3210329" y="2046804"/>
            <a:ext cx="354363" cy="354745"/>
            <a:chOff x="3235438" y="1970604"/>
            <a:chExt cx="354363" cy="354745"/>
          </a:xfrm>
        </p:grpSpPr>
        <p:sp>
          <p:nvSpPr>
            <p:cNvPr id="12765" name="Google Shape;12765;p86"/>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6"/>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6"/>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6"/>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6"/>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6"/>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6"/>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6"/>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6"/>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6"/>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6"/>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86"/>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86"/>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8" name="Google Shape;12778;p86"/>
          <p:cNvGrpSpPr/>
          <p:nvPr/>
        </p:nvGrpSpPr>
        <p:grpSpPr>
          <a:xfrm>
            <a:off x="1304475" y="2066125"/>
            <a:ext cx="341472" cy="335074"/>
            <a:chOff x="1329585" y="1989925"/>
            <a:chExt cx="341472" cy="335074"/>
          </a:xfrm>
        </p:grpSpPr>
        <p:sp>
          <p:nvSpPr>
            <p:cNvPr id="12779" name="Google Shape;12779;p86"/>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6"/>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6"/>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2" name="Google Shape;12782;p86"/>
          <p:cNvGrpSpPr/>
          <p:nvPr/>
        </p:nvGrpSpPr>
        <p:grpSpPr>
          <a:xfrm>
            <a:off x="5566761" y="2066106"/>
            <a:ext cx="416649" cy="325597"/>
            <a:chOff x="5626763" y="2013829"/>
            <a:chExt cx="351722" cy="274788"/>
          </a:xfrm>
        </p:grpSpPr>
        <p:sp>
          <p:nvSpPr>
            <p:cNvPr id="12783" name="Google Shape;12783;p86"/>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6"/>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86"/>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86"/>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6"/>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6"/>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6"/>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6"/>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6"/>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6"/>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86"/>
          <p:cNvGrpSpPr/>
          <p:nvPr/>
        </p:nvGrpSpPr>
        <p:grpSpPr>
          <a:xfrm>
            <a:off x="7551495" y="2060077"/>
            <a:ext cx="276698" cy="333133"/>
            <a:chOff x="7576605" y="1983877"/>
            <a:chExt cx="276698" cy="333133"/>
          </a:xfrm>
        </p:grpSpPr>
        <p:sp>
          <p:nvSpPr>
            <p:cNvPr id="12794" name="Google Shape;12794;p86"/>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86"/>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6" name="Google Shape;12796;p86"/>
          <p:cNvGrpSpPr/>
          <p:nvPr/>
        </p:nvGrpSpPr>
        <p:grpSpPr>
          <a:xfrm>
            <a:off x="828458" y="2051738"/>
            <a:ext cx="337334" cy="353599"/>
            <a:chOff x="853568" y="1975538"/>
            <a:chExt cx="337334" cy="353599"/>
          </a:xfrm>
        </p:grpSpPr>
        <p:sp>
          <p:nvSpPr>
            <p:cNvPr id="12797" name="Google Shape;12797;p86"/>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6"/>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6"/>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6"/>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1" name="Google Shape;12801;p86"/>
          <p:cNvGrpSpPr/>
          <p:nvPr/>
        </p:nvGrpSpPr>
        <p:grpSpPr>
          <a:xfrm>
            <a:off x="2733192" y="2085828"/>
            <a:ext cx="327085" cy="277080"/>
            <a:chOff x="2770052" y="2009628"/>
            <a:chExt cx="327085" cy="277080"/>
          </a:xfrm>
        </p:grpSpPr>
        <p:sp>
          <p:nvSpPr>
            <p:cNvPr id="12802" name="Google Shape;12802;p86"/>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86"/>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4" name="Google Shape;12804;p86"/>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5" name="Google Shape;12805;p86"/>
          <p:cNvGrpSpPr/>
          <p:nvPr/>
        </p:nvGrpSpPr>
        <p:grpSpPr>
          <a:xfrm>
            <a:off x="4170289" y="2046804"/>
            <a:ext cx="344878" cy="343573"/>
            <a:chOff x="4195399" y="1970604"/>
            <a:chExt cx="344878" cy="343573"/>
          </a:xfrm>
        </p:grpSpPr>
        <p:sp>
          <p:nvSpPr>
            <p:cNvPr id="12806" name="Google Shape;12806;p86"/>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6"/>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6"/>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6"/>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86"/>
          <p:cNvGrpSpPr/>
          <p:nvPr/>
        </p:nvGrpSpPr>
        <p:grpSpPr>
          <a:xfrm>
            <a:off x="4649681" y="2053647"/>
            <a:ext cx="344528" cy="344114"/>
            <a:chOff x="4674791" y="1977447"/>
            <a:chExt cx="344528" cy="344114"/>
          </a:xfrm>
        </p:grpSpPr>
        <p:sp>
          <p:nvSpPr>
            <p:cNvPr id="12811" name="Google Shape;12811;p86"/>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86"/>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6"/>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6"/>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6"/>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6"/>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86"/>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86"/>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6"/>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6"/>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6"/>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6"/>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6"/>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86"/>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86"/>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6"/>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6"/>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6"/>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6"/>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6"/>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6"/>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6"/>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6"/>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6"/>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86"/>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86"/>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86"/>
          <p:cNvGrpSpPr/>
          <p:nvPr/>
        </p:nvGrpSpPr>
        <p:grpSpPr>
          <a:xfrm>
            <a:off x="6058700" y="1623497"/>
            <a:ext cx="382819" cy="310788"/>
            <a:chOff x="6083810" y="1547297"/>
            <a:chExt cx="382819" cy="310788"/>
          </a:xfrm>
        </p:grpSpPr>
        <p:sp>
          <p:nvSpPr>
            <p:cNvPr id="12838" name="Google Shape;12838;p86"/>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6"/>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6"/>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6"/>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86"/>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86"/>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6"/>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6"/>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6"/>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6"/>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6"/>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6"/>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6"/>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86"/>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86"/>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6"/>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6"/>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6"/>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6" name="Google Shape;12856;p86"/>
          <p:cNvGrpSpPr/>
          <p:nvPr/>
        </p:nvGrpSpPr>
        <p:grpSpPr>
          <a:xfrm>
            <a:off x="6533190" y="1614393"/>
            <a:ext cx="382788" cy="328613"/>
            <a:chOff x="6558300" y="1538193"/>
            <a:chExt cx="382788" cy="328613"/>
          </a:xfrm>
        </p:grpSpPr>
        <p:sp>
          <p:nvSpPr>
            <p:cNvPr id="12857" name="Google Shape;12857;p86"/>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6"/>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6"/>
          <p:cNvGrpSpPr/>
          <p:nvPr/>
        </p:nvGrpSpPr>
        <p:grpSpPr>
          <a:xfrm>
            <a:off x="5168892" y="1587497"/>
            <a:ext cx="259605" cy="346024"/>
            <a:chOff x="5194002" y="1511297"/>
            <a:chExt cx="259605" cy="346024"/>
          </a:xfrm>
        </p:grpSpPr>
        <p:sp>
          <p:nvSpPr>
            <p:cNvPr id="12860" name="Google Shape;12860;p86"/>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6"/>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6"/>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6"/>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86"/>
          <p:cNvGrpSpPr/>
          <p:nvPr/>
        </p:nvGrpSpPr>
        <p:grpSpPr>
          <a:xfrm>
            <a:off x="1369631" y="1588261"/>
            <a:ext cx="252444" cy="351722"/>
            <a:chOff x="1394741" y="1512061"/>
            <a:chExt cx="252444" cy="351722"/>
          </a:xfrm>
        </p:grpSpPr>
        <p:sp>
          <p:nvSpPr>
            <p:cNvPr id="12865" name="Google Shape;12865;p86"/>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86"/>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86"/>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6"/>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6"/>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6"/>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6"/>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86"/>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86"/>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6"/>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6"/>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6"/>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6"/>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6"/>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86"/>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86"/>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6"/>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2" name="Google Shape;12882;p86"/>
          <p:cNvGrpSpPr/>
          <p:nvPr/>
        </p:nvGrpSpPr>
        <p:grpSpPr>
          <a:xfrm>
            <a:off x="829986" y="1580685"/>
            <a:ext cx="380910" cy="339594"/>
            <a:chOff x="855096" y="1504485"/>
            <a:chExt cx="380910" cy="339594"/>
          </a:xfrm>
        </p:grpSpPr>
        <p:sp>
          <p:nvSpPr>
            <p:cNvPr id="12883" name="Google Shape;12883;p86"/>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6"/>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6"/>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6"/>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6"/>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6"/>
          <p:cNvGrpSpPr/>
          <p:nvPr/>
        </p:nvGrpSpPr>
        <p:grpSpPr>
          <a:xfrm>
            <a:off x="1794466" y="1587879"/>
            <a:ext cx="352103" cy="352103"/>
            <a:chOff x="1819576" y="1511679"/>
            <a:chExt cx="352103" cy="352103"/>
          </a:xfrm>
        </p:grpSpPr>
        <p:sp>
          <p:nvSpPr>
            <p:cNvPr id="12889" name="Google Shape;12889;p86"/>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6"/>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6"/>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6"/>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6"/>
          <p:cNvGrpSpPr/>
          <p:nvPr/>
        </p:nvGrpSpPr>
        <p:grpSpPr>
          <a:xfrm>
            <a:off x="5595987" y="1576961"/>
            <a:ext cx="371424" cy="355446"/>
            <a:chOff x="5621097" y="1500761"/>
            <a:chExt cx="371424" cy="355446"/>
          </a:xfrm>
        </p:grpSpPr>
        <p:sp>
          <p:nvSpPr>
            <p:cNvPr id="12894" name="Google Shape;12894;p86"/>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6"/>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86"/>
          <p:cNvGrpSpPr/>
          <p:nvPr/>
        </p:nvGrpSpPr>
        <p:grpSpPr>
          <a:xfrm>
            <a:off x="4645129" y="1617799"/>
            <a:ext cx="359679" cy="321833"/>
            <a:chOff x="4670239" y="1541599"/>
            <a:chExt cx="359679" cy="321833"/>
          </a:xfrm>
        </p:grpSpPr>
        <p:sp>
          <p:nvSpPr>
            <p:cNvPr id="12897" name="Google Shape;12897;p86"/>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6"/>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86"/>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86"/>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6"/>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2" name="Google Shape;12902;p86"/>
          <p:cNvGrpSpPr/>
          <p:nvPr/>
        </p:nvGrpSpPr>
        <p:grpSpPr>
          <a:xfrm>
            <a:off x="4187319" y="1578585"/>
            <a:ext cx="321037" cy="353822"/>
            <a:chOff x="4212429" y="1502385"/>
            <a:chExt cx="321037" cy="353822"/>
          </a:xfrm>
        </p:grpSpPr>
        <p:sp>
          <p:nvSpPr>
            <p:cNvPr id="12903" name="Google Shape;12903;p86"/>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6"/>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86"/>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86"/>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7" name="Google Shape;12907;p86"/>
          <p:cNvGrpSpPr/>
          <p:nvPr/>
        </p:nvGrpSpPr>
        <p:grpSpPr>
          <a:xfrm>
            <a:off x="2277678" y="1582181"/>
            <a:ext cx="336188" cy="335425"/>
            <a:chOff x="2302788" y="1505981"/>
            <a:chExt cx="336188" cy="335425"/>
          </a:xfrm>
        </p:grpSpPr>
        <p:sp>
          <p:nvSpPr>
            <p:cNvPr id="12908" name="Google Shape;12908;p86"/>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6"/>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6"/>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6"/>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6"/>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86"/>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86"/>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6"/>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6"/>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6"/>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6"/>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6"/>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6"/>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6"/>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86"/>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86"/>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6"/>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5" name="Google Shape;12925;p86"/>
          <p:cNvGrpSpPr/>
          <p:nvPr/>
        </p:nvGrpSpPr>
        <p:grpSpPr>
          <a:xfrm>
            <a:off x="2755191" y="1598096"/>
            <a:ext cx="333133" cy="321037"/>
            <a:chOff x="2780301" y="1521896"/>
            <a:chExt cx="333133" cy="321037"/>
          </a:xfrm>
        </p:grpSpPr>
        <p:sp>
          <p:nvSpPr>
            <p:cNvPr id="12926" name="Google Shape;12926;p86"/>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6"/>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6"/>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6"/>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6"/>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86"/>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86"/>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6"/>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6"/>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86"/>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86"/>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6"/>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6"/>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6"/>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86"/>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86"/>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6"/>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6"/>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6"/>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6"/>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6" name="Google Shape;12946;p86"/>
          <p:cNvGrpSpPr/>
          <p:nvPr/>
        </p:nvGrpSpPr>
        <p:grpSpPr>
          <a:xfrm>
            <a:off x="3291049" y="1591285"/>
            <a:ext cx="211892" cy="339594"/>
            <a:chOff x="3316159" y="1515085"/>
            <a:chExt cx="211892" cy="339594"/>
          </a:xfrm>
        </p:grpSpPr>
        <p:sp>
          <p:nvSpPr>
            <p:cNvPr id="12947" name="Google Shape;12947;p86"/>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86"/>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6"/>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0" name="Google Shape;12950;p86"/>
            <p:cNvGrpSpPr/>
            <p:nvPr/>
          </p:nvGrpSpPr>
          <p:grpSpPr>
            <a:xfrm>
              <a:off x="3316159" y="1515085"/>
              <a:ext cx="211892" cy="339594"/>
              <a:chOff x="3316159" y="1515085"/>
              <a:chExt cx="211892" cy="339594"/>
            </a:xfrm>
          </p:grpSpPr>
          <p:sp>
            <p:nvSpPr>
              <p:cNvPr id="12951" name="Google Shape;12951;p86"/>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6"/>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6"/>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6"/>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86"/>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86"/>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57" name="Google Shape;12957;p86"/>
          <p:cNvGrpSpPr/>
          <p:nvPr/>
        </p:nvGrpSpPr>
        <p:grpSpPr>
          <a:xfrm>
            <a:off x="3691248" y="1620855"/>
            <a:ext cx="361971" cy="314958"/>
            <a:chOff x="3716358" y="1544655"/>
            <a:chExt cx="361971" cy="314958"/>
          </a:xfrm>
        </p:grpSpPr>
        <p:sp>
          <p:nvSpPr>
            <p:cNvPr id="12958" name="Google Shape;12958;p86"/>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6"/>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6"/>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6"/>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6"/>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63" name="Google Shape;12963;p86"/>
            <p:cNvGrpSpPr/>
            <p:nvPr/>
          </p:nvGrpSpPr>
          <p:grpSpPr>
            <a:xfrm>
              <a:off x="3716358" y="1544655"/>
              <a:ext cx="361971" cy="314958"/>
              <a:chOff x="3716358" y="1544655"/>
              <a:chExt cx="361971" cy="314958"/>
            </a:xfrm>
          </p:grpSpPr>
          <p:sp>
            <p:nvSpPr>
              <p:cNvPr id="12964" name="Google Shape;12964;p86"/>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6"/>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6"/>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6"/>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6"/>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69" name="Google Shape;12969;p86"/>
          <p:cNvGrpSpPr/>
          <p:nvPr/>
        </p:nvGrpSpPr>
        <p:grpSpPr>
          <a:xfrm>
            <a:off x="6986814" y="1633752"/>
            <a:ext cx="499533" cy="305136"/>
            <a:chOff x="7009649" y="1541981"/>
            <a:chExt cx="524940" cy="320655"/>
          </a:xfrm>
        </p:grpSpPr>
        <p:sp>
          <p:nvSpPr>
            <p:cNvPr id="12970" name="Google Shape;12970;p86"/>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86"/>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6"/>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6"/>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6"/>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6"/>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6"/>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6"/>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8" name="Google Shape;12978;p86"/>
          <p:cNvGrpSpPr/>
          <p:nvPr/>
        </p:nvGrpSpPr>
        <p:grpSpPr>
          <a:xfrm>
            <a:off x="8008924" y="1594309"/>
            <a:ext cx="282746" cy="340358"/>
            <a:chOff x="8034034" y="1518109"/>
            <a:chExt cx="282746" cy="340358"/>
          </a:xfrm>
        </p:grpSpPr>
        <p:sp>
          <p:nvSpPr>
            <p:cNvPr id="12979" name="Google Shape;12979;p86"/>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6"/>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6"/>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6"/>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86"/>
          <p:cNvGrpSpPr/>
          <p:nvPr/>
        </p:nvGrpSpPr>
        <p:grpSpPr>
          <a:xfrm>
            <a:off x="7557192" y="1576134"/>
            <a:ext cx="369133" cy="360411"/>
            <a:chOff x="7582302" y="1499934"/>
            <a:chExt cx="369133" cy="360411"/>
          </a:xfrm>
        </p:grpSpPr>
        <p:sp>
          <p:nvSpPr>
            <p:cNvPr id="12984" name="Google Shape;12984;p86"/>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86"/>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6"/>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6"/>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6"/>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6"/>
          <p:cNvGrpSpPr/>
          <p:nvPr/>
        </p:nvGrpSpPr>
        <p:grpSpPr>
          <a:xfrm>
            <a:off x="6170979" y="3893352"/>
            <a:ext cx="346056" cy="345674"/>
            <a:chOff x="2238181" y="4120624"/>
            <a:chExt cx="346056" cy="345674"/>
          </a:xfrm>
        </p:grpSpPr>
        <p:grpSp>
          <p:nvGrpSpPr>
            <p:cNvPr id="12990" name="Google Shape;12990;p86"/>
            <p:cNvGrpSpPr/>
            <p:nvPr/>
          </p:nvGrpSpPr>
          <p:grpSpPr>
            <a:xfrm>
              <a:off x="2309155" y="4177413"/>
              <a:ext cx="203862" cy="231903"/>
              <a:chOff x="1512725" y="258500"/>
              <a:chExt cx="4570900" cy="5199625"/>
            </a:xfrm>
          </p:grpSpPr>
          <p:sp>
            <p:nvSpPr>
              <p:cNvPr id="12991" name="Google Shape;12991;p86"/>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6"/>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3" name="Google Shape;12993;p86"/>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4" name="Google Shape;12994;p8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998"/>
        <p:cNvGrpSpPr/>
        <p:nvPr/>
      </p:nvGrpSpPr>
      <p:grpSpPr>
        <a:xfrm>
          <a:off x="0" y="0"/>
          <a:ext cx="0" cy="0"/>
          <a:chOff x="0" y="0"/>
          <a:chExt cx="0" cy="0"/>
        </a:xfrm>
      </p:grpSpPr>
      <p:pic>
        <p:nvPicPr>
          <p:cNvPr id="12999" name="Google Shape;12999;p8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Forested Landscape by Slidesgo">
  <a:themeElements>
    <a:clrScheme name="Simple Light">
      <a:dk1>
        <a:srgbClr val="FFFFFF"/>
      </a:dk1>
      <a:lt1>
        <a:srgbClr val="141712"/>
      </a:lt1>
      <a:dk2>
        <a:srgbClr val="20251E"/>
      </a:dk2>
      <a:lt2>
        <a:srgbClr val="373829"/>
      </a:lt2>
      <a:accent1>
        <a:srgbClr val="4C6448"/>
      </a:accent1>
      <a:accent2>
        <a:srgbClr val="7CA27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2422</Words>
  <Application>Microsoft Office PowerPoint</Application>
  <PresentationFormat>On-screen Show (16:9)</PresentationFormat>
  <Paragraphs>434</Paragraphs>
  <Slides>56</Slides>
  <Notes>56</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56</vt:i4>
      </vt:variant>
    </vt:vector>
  </HeadingPairs>
  <TitlesOfParts>
    <vt:vector size="70" baseType="lpstr">
      <vt:lpstr>Anaheim</vt:lpstr>
      <vt:lpstr>Proxima Nova</vt:lpstr>
      <vt:lpstr>PT Sans</vt:lpstr>
      <vt:lpstr>Calibri</vt:lpstr>
      <vt:lpstr>Roboto Medium</vt:lpstr>
      <vt:lpstr>Nunito Light</vt:lpstr>
      <vt:lpstr>Corben</vt:lpstr>
      <vt:lpstr>Arial</vt:lpstr>
      <vt:lpstr>Albert Sans Light</vt:lpstr>
      <vt:lpstr>Amatic SC</vt:lpstr>
      <vt:lpstr>Bebas Neue</vt:lpstr>
      <vt:lpstr>Albert Sans</vt:lpstr>
      <vt:lpstr>Forested Landscape by Slidesgo</vt:lpstr>
      <vt:lpstr>Slidesgo Final Pages</vt:lpstr>
      <vt:lpstr>Image Classification with Scikit-Learn: Plant &amp; Animal Image Classification</vt:lpstr>
      <vt:lpstr>Contents of this template</vt:lpstr>
      <vt:lpstr>Table of contents</vt:lpstr>
      <vt:lpstr>Whoa!</vt:lpstr>
      <vt:lpstr>Name of the section</vt:lpstr>
      <vt:lpstr>Do you need a longer text?</vt:lpstr>
      <vt:lpstr>The slide title goes here!</vt:lpstr>
      <vt:lpstr>Do you need to divide the content?</vt:lpstr>
      <vt:lpstr>Here are three important ideas</vt:lpstr>
      <vt:lpstr>Divide the content in four ideas</vt:lpstr>
      <vt:lpstr>Reviewing concepts is useful</vt:lpstr>
      <vt:lpstr>Awesome words</vt:lpstr>
      <vt:lpstr>—Someone Famous</vt:lpstr>
      <vt:lpstr>A picture is worth a thousand words</vt:lpstr>
      <vt:lpstr>A picture always reinforces the concept</vt:lpstr>
      <vt:lpstr>4,498,300,000</vt:lpstr>
      <vt:lpstr>9h 55m 23s</vt:lpstr>
      <vt:lpstr>Let’s use some percentages</vt:lpstr>
      <vt:lpstr>PC mockup</vt:lpstr>
      <vt:lpstr>Tablet mockup</vt:lpstr>
      <vt:lpstr>Phone mockup</vt:lpstr>
      <vt:lpstr>This is a map</vt:lpstr>
      <vt:lpstr>A timeline always works well</vt:lpstr>
      <vt:lpstr>Infographics are helpful</vt:lpstr>
      <vt:lpstr>Tables represent your data clearly</vt:lpstr>
      <vt:lpstr>You can use this graph</vt:lpstr>
      <vt:lpstr>In case you need a calendar, here’s one</vt:lpstr>
      <vt:lpstr>This is another graph</vt:lpstr>
      <vt:lpstr>Another timeline can be useful</vt:lpstr>
      <vt:lpstr>This is another infographic</vt:lpstr>
      <vt:lpstr>A second map</vt:lpstr>
      <vt:lpstr>You can show a process here</vt:lpstr>
      <vt:lpstr>Or create a diagram</vt:lpstr>
      <vt:lpstr>Our team</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Image Classification with Scikit-Learn: Plant &amp; Animal Image Classification</dc:title>
  <cp:lastModifiedBy>Irtifa Haider Ahona</cp:lastModifiedBy>
  <cp:revision>1</cp:revision>
  <dcterms:modified xsi:type="dcterms:W3CDTF">2025-04-11T06:42:14Z</dcterms:modified>
</cp:coreProperties>
</file>